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p:scale>
          <a:sx n="77" d="100"/>
          <a:sy n="77" d="100"/>
        </p:scale>
        <p:origin x="744" y="8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diagrams/colors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66A2E60-38B4-4403-9A4D-CC1CC4E3BC02}" type="doc">
      <dgm:prSet loTypeId="urn:microsoft.com/office/officeart/2005/8/layout/vList2" loCatId="list" qsTypeId="urn:microsoft.com/office/officeart/2005/8/quickstyle/simple4" qsCatId="simple" csTypeId="urn:microsoft.com/office/officeart/2005/8/colors/colorful5" csCatId="colorful"/>
      <dgm:spPr/>
      <dgm:t>
        <a:bodyPr/>
        <a:lstStyle/>
        <a:p>
          <a:endParaRPr lang="en-US"/>
        </a:p>
      </dgm:t>
    </dgm:pt>
    <dgm:pt modelId="{69C9BC0F-704E-4A02-86F2-6B967B7AC436}">
      <dgm:prSet/>
      <dgm:spPr/>
      <dgm:t>
        <a:bodyPr/>
        <a:lstStyle/>
        <a:p>
          <a:r>
            <a:rPr lang="en-US"/>
            <a:t>The objective of this project is to configure Amazon S3 event notifications to trigger Amazon SNS topics, which then notify subscribers (via email) whenever new objects are uploaded to the S3 bucket.</a:t>
          </a:r>
        </a:p>
      </dgm:t>
    </dgm:pt>
    <dgm:pt modelId="{C8DAFEA6-5769-4E32-88FD-8A2F3BC51E70}" type="parTrans" cxnId="{C8F1FDB8-3CB5-42BE-9B6E-B73CB0DE2300}">
      <dgm:prSet/>
      <dgm:spPr/>
      <dgm:t>
        <a:bodyPr/>
        <a:lstStyle/>
        <a:p>
          <a:endParaRPr lang="en-US"/>
        </a:p>
      </dgm:t>
    </dgm:pt>
    <dgm:pt modelId="{2492E5F1-0862-4877-B22C-E1142211610E}" type="sibTrans" cxnId="{C8F1FDB8-3CB5-42BE-9B6E-B73CB0DE2300}">
      <dgm:prSet/>
      <dgm:spPr/>
      <dgm:t>
        <a:bodyPr/>
        <a:lstStyle/>
        <a:p>
          <a:endParaRPr lang="en-US"/>
        </a:p>
      </dgm:t>
    </dgm:pt>
    <dgm:pt modelId="{6363882C-EEFC-4AD4-91D1-BCB19BEFE418}">
      <dgm:prSet/>
      <dgm:spPr/>
      <dgm:t>
        <a:bodyPr/>
        <a:lstStyle/>
        <a:p>
          <a:r>
            <a:rPr lang="en-US"/>
            <a:t>This demonstrates event-driven cloud architecture used in automation and monitoring.</a:t>
          </a:r>
        </a:p>
      </dgm:t>
    </dgm:pt>
    <dgm:pt modelId="{27C5A433-8377-4F17-9383-9CB81B2F9ACE}" type="parTrans" cxnId="{A45A5AE3-D8D0-4816-8C36-9CD5F846D5D4}">
      <dgm:prSet/>
      <dgm:spPr/>
      <dgm:t>
        <a:bodyPr/>
        <a:lstStyle/>
        <a:p>
          <a:endParaRPr lang="en-US"/>
        </a:p>
      </dgm:t>
    </dgm:pt>
    <dgm:pt modelId="{83F32838-65EB-402F-817B-E83642FD54DC}" type="sibTrans" cxnId="{A45A5AE3-D8D0-4816-8C36-9CD5F846D5D4}">
      <dgm:prSet/>
      <dgm:spPr/>
      <dgm:t>
        <a:bodyPr/>
        <a:lstStyle/>
        <a:p>
          <a:endParaRPr lang="en-US"/>
        </a:p>
      </dgm:t>
    </dgm:pt>
    <dgm:pt modelId="{EAEAD4DD-BC9B-4376-871C-63D20176A22F}" type="pres">
      <dgm:prSet presAssocID="{266A2E60-38B4-4403-9A4D-CC1CC4E3BC02}" presName="linear" presStyleCnt="0">
        <dgm:presLayoutVars>
          <dgm:animLvl val="lvl"/>
          <dgm:resizeHandles val="exact"/>
        </dgm:presLayoutVars>
      </dgm:prSet>
      <dgm:spPr/>
    </dgm:pt>
    <dgm:pt modelId="{97D1DBF8-38A1-4C43-A9E5-A2C0236BBD1A}" type="pres">
      <dgm:prSet presAssocID="{69C9BC0F-704E-4A02-86F2-6B967B7AC436}" presName="parentText" presStyleLbl="node1" presStyleIdx="0" presStyleCnt="2">
        <dgm:presLayoutVars>
          <dgm:chMax val="0"/>
          <dgm:bulletEnabled val="1"/>
        </dgm:presLayoutVars>
      </dgm:prSet>
      <dgm:spPr/>
    </dgm:pt>
    <dgm:pt modelId="{1B70D969-C9C5-4F86-9AA5-9937E65534C3}" type="pres">
      <dgm:prSet presAssocID="{2492E5F1-0862-4877-B22C-E1142211610E}" presName="spacer" presStyleCnt="0"/>
      <dgm:spPr/>
    </dgm:pt>
    <dgm:pt modelId="{B6BAAE7E-0656-4B2C-9765-54C986B2E56E}" type="pres">
      <dgm:prSet presAssocID="{6363882C-EEFC-4AD4-91D1-BCB19BEFE418}" presName="parentText" presStyleLbl="node1" presStyleIdx="1" presStyleCnt="2">
        <dgm:presLayoutVars>
          <dgm:chMax val="0"/>
          <dgm:bulletEnabled val="1"/>
        </dgm:presLayoutVars>
      </dgm:prSet>
      <dgm:spPr/>
    </dgm:pt>
  </dgm:ptLst>
  <dgm:cxnLst>
    <dgm:cxn modelId="{8E939179-8FB3-4969-8130-FF68A3E4DDA3}" type="presOf" srcId="{6363882C-EEFC-4AD4-91D1-BCB19BEFE418}" destId="{B6BAAE7E-0656-4B2C-9765-54C986B2E56E}" srcOrd="0" destOrd="0" presId="urn:microsoft.com/office/officeart/2005/8/layout/vList2"/>
    <dgm:cxn modelId="{9A6D29AC-2914-40DA-AC68-85AF37F6823F}" type="presOf" srcId="{266A2E60-38B4-4403-9A4D-CC1CC4E3BC02}" destId="{EAEAD4DD-BC9B-4376-871C-63D20176A22F}" srcOrd="0" destOrd="0" presId="urn:microsoft.com/office/officeart/2005/8/layout/vList2"/>
    <dgm:cxn modelId="{C8F1FDB8-3CB5-42BE-9B6E-B73CB0DE2300}" srcId="{266A2E60-38B4-4403-9A4D-CC1CC4E3BC02}" destId="{69C9BC0F-704E-4A02-86F2-6B967B7AC436}" srcOrd="0" destOrd="0" parTransId="{C8DAFEA6-5769-4E32-88FD-8A2F3BC51E70}" sibTransId="{2492E5F1-0862-4877-B22C-E1142211610E}"/>
    <dgm:cxn modelId="{752E94CE-DC61-44A5-9EAF-B41CCD672003}" type="presOf" srcId="{69C9BC0F-704E-4A02-86F2-6B967B7AC436}" destId="{97D1DBF8-38A1-4C43-A9E5-A2C0236BBD1A}" srcOrd="0" destOrd="0" presId="urn:microsoft.com/office/officeart/2005/8/layout/vList2"/>
    <dgm:cxn modelId="{A45A5AE3-D8D0-4816-8C36-9CD5F846D5D4}" srcId="{266A2E60-38B4-4403-9A4D-CC1CC4E3BC02}" destId="{6363882C-EEFC-4AD4-91D1-BCB19BEFE418}" srcOrd="1" destOrd="0" parTransId="{27C5A433-8377-4F17-9383-9CB81B2F9ACE}" sibTransId="{83F32838-65EB-402F-817B-E83642FD54DC}"/>
    <dgm:cxn modelId="{7C20689E-B25A-4C68-B82C-15F37CD40127}" type="presParOf" srcId="{EAEAD4DD-BC9B-4376-871C-63D20176A22F}" destId="{97D1DBF8-38A1-4C43-A9E5-A2C0236BBD1A}" srcOrd="0" destOrd="0" presId="urn:microsoft.com/office/officeart/2005/8/layout/vList2"/>
    <dgm:cxn modelId="{595F38ED-9A5B-4428-9EC7-356D15C4397E}" type="presParOf" srcId="{EAEAD4DD-BC9B-4376-871C-63D20176A22F}" destId="{1B70D969-C9C5-4F86-9AA5-9937E65534C3}" srcOrd="1" destOrd="0" presId="urn:microsoft.com/office/officeart/2005/8/layout/vList2"/>
    <dgm:cxn modelId="{023F0DEA-CA1B-4FB8-AA94-8D66F26C9C1A}" type="presParOf" srcId="{EAEAD4DD-BC9B-4376-871C-63D20176A22F}" destId="{B6BAAE7E-0656-4B2C-9765-54C986B2E56E}" srcOrd="2"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D1996FDF-B645-4D8E-852C-5C4BC0C81AF0}" type="doc">
      <dgm:prSet loTypeId="urn:microsoft.com/office/officeart/2005/8/layout/vList2" loCatId="list" qsTypeId="urn:microsoft.com/office/officeart/2005/8/quickstyle/simple4" qsCatId="simple" csTypeId="urn:microsoft.com/office/officeart/2005/8/colors/colorful5" csCatId="colorful"/>
      <dgm:spPr/>
      <dgm:t>
        <a:bodyPr/>
        <a:lstStyle/>
        <a:p>
          <a:endParaRPr lang="en-US"/>
        </a:p>
      </dgm:t>
    </dgm:pt>
    <dgm:pt modelId="{03314DFC-A3FA-46D5-A090-0ED354E2FCA1}">
      <dgm:prSet/>
      <dgm:spPr/>
      <dgm:t>
        <a:bodyPr/>
        <a:lstStyle/>
        <a:p>
          <a:r>
            <a:rPr lang="en-US"/>
            <a:t>- Amazon S3 (Object storage and event generation)</a:t>
          </a:r>
        </a:p>
      </dgm:t>
    </dgm:pt>
    <dgm:pt modelId="{E4A038C5-1EA4-4B2F-9194-5F1F66018243}" type="parTrans" cxnId="{6CA6642B-7083-42FE-9599-D048CB0D5653}">
      <dgm:prSet/>
      <dgm:spPr/>
      <dgm:t>
        <a:bodyPr/>
        <a:lstStyle/>
        <a:p>
          <a:endParaRPr lang="en-US"/>
        </a:p>
      </dgm:t>
    </dgm:pt>
    <dgm:pt modelId="{498D0967-34F9-4FE8-B1AD-CCB474D8EDAE}" type="sibTrans" cxnId="{6CA6642B-7083-42FE-9599-D048CB0D5653}">
      <dgm:prSet/>
      <dgm:spPr/>
      <dgm:t>
        <a:bodyPr/>
        <a:lstStyle/>
        <a:p>
          <a:endParaRPr lang="en-US"/>
        </a:p>
      </dgm:t>
    </dgm:pt>
    <dgm:pt modelId="{CB90DDDC-6D60-4375-B571-ED7F806D36CA}">
      <dgm:prSet/>
      <dgm:spPr/>
      <dgm:t>
        <a:bodyPr/>
        <a:lstStyle/>
        <a:p>
          <a:r>
            <a:rPr lang="en-US"/>
            <a:t>- Amazon SNS (Simple Notification Service)</a:t>
          </a:r>
        </a:p>
      </dgm:t>
    </dgm:pt>
    <dgm:pt modelId="{58D28F98-DA2E-49F6-9472-D974E4C97DB0}" type="parTrans" cxnId="{3504FDFA-917C-427B-873D-1B2995D46F70}">
      <dgm:prSet/>
      <dgm:spPr/>
      <dgm:t>
        <a:bodyPr/>
        <a:lstStyle/>
        <a:p>
          <a:endParaRPr lang="en-US"/>
        </a:p>
      </dgm:t>
    </dgm:pt>
    <dgm:pt modelId="{B389B3A8-8D6E-4729-99E9-A518211E3D7F}" type="sibTrans" cxnId="{3504FDFA-917C-427B-873D-1B2995D46F70}">
      <dgm:prSet/>
      <dgm:spPr/>
      <dgm:t>
        <a:bodyPr/>
        <a:lstStyle/>
        <a:p>
          <a:endParaRPr lang="en-US"/>
        </a:p>
      </dgm:t>
    </dgm:pt>
    <dgm:pt modelId="{5C38546A-4AE3-4B64-8204-28F166AC1914}">
      <dgm:prSet/>
      <dgm:spPr/>
      <dgm:t>
        <a:bodyPr/>
        <a:lstStyle/>
        <a:p>
          <a:r>
            <a:rPr lang="en-US"/>
            <a:t>- IAM (Access policies)</a:t>
          </a:r>
        </a:p>
      </dgm:t>
    </dgm:pt>
    <dgm:pt modelId="{58F37ADB-C640-4D7E-AF1F-8FFB6BACE46E}" type="parTrans" cxnId="{08652601-75CD-43D1-AD0C-07DCB3B4614B}">
      <dgm:prSet/>
      <dgm:spPr/>
      <dgm:t>
        <a:bodyPr/>
        <a:lstStyle/>
        <a:p>
          <a:endParaRPr lang="en-US"/>
        </a:p>
      </dgm:t>
    </dgm:pt>
    <dgm:pt modelId="{4DB996B3-E2AC-487B-82F8-AD12AB351B2F}" type="sibTrans" cxnId="{08652601-75CD-43D1-AD0C-07DCB3B4614B}">
      <dgm:prSet/>
      <dgm:spPr/>
      <dgm:t>
        <a:bodyPr/>
        <a:lstStyle/>
        <a:p>
          <a:endParaRPr lang="en-US"/>
        </a:p>
      </dgm:t>
    </dgm:pt>
    <dgm:pt modelId="{75836B87-3955-4EEC-A963-4A547831DCCC}">
      <dgm:prSet/>
      <dgm:spPr/>
      <dgm:t>
        <a:bodyPr/>
        <a:lstStyle/>
        <a:p>
          <a:r>
            <a:rPr lang="en-US"/>
            <a:t>- Email (SNS subscription delivery)</a:t>
          </a:r>
        </a:p>
      </dgm:t>
    </dgm:pt>
    <dgm:pt modelId="{1EE3C6DE-7CDD-4B7B-87F0-5DA2682361EE}" type="parTrans" cxnId="{BBEA7817-10DB-4A50-B767-7FAF837CAFF7}">
      <dgm:prSet/>
      <dgm:spPr/>
      <dgm:t>
        <a:bodyPr/>
        <a:lstStyle/>
        <a:p>
          <a:endParaRPr lang="en-US"/>
        </a:p>
      </dgm:t>
    </dgm:pt>
    <dgm:pt modelId="{ED3DE7E2-FAD9-4289-93EB-183D0046B048}" type="sibTrans" cxnId="{BBEA7817-10DB-4A50-B767-7FAF837CAFF7}">
      <dgm:prSet/>
      <dgm:spPr/>
      <dgm:t>
        <a:bodyPr/>
        <a:lstStyle/>
        <a:p>
          <a:endParaRPr lang="en-US"/>
        </a:p>
      </dgm:t>
    </dgm:pt>
    <dgm:pt modelId="{6DE780E4-6246-4218-ABB4-E93E890E98A1}" type="pres">
      <dgm:prSet presAssocID="{D1996FDF-B645-4D8E-852C-5C4BC0C81AF0}" presName="linear" presStyleCnt="0">
        <dgm:presLayoutVars>
          <dgm:animLvl val="lvl"/>
          <dgm:resizeHandles val="exact"/>
        </dgm:presLayoutVars>
      </dgm:prSet>
      <dgm:spPr/>
    </dgm:pt>
    <dgm:pt modelId="{372223E0-B8AB-47B1-AC4A-D6E3F80E112B}" type="pres">
      <dgm:prSet presAssocID="{03314DFC-A3FA-46D5-A090-0ED354E2FCA1}" presName="parentText" presStyleLbl="node1" presStyleIdx="0" presStyleCnt="4">
        <dgm:presLayoutVars>
          <dgm:chMax val="0"/>
          <dgm:bulletEnabled val="1"/>
        </dgm:presLayoutVars>
      </dgm:prSet>
      <dgm:spPr/>
    </dgm:pt>
    <dgm:pt modelId="{013170AA-1F7F-4E73-8C4E-775BCCD2B241}" type="pres">
      <dgm:prSet presAssocID="{498D0967-34F9-4FE8-B1AD-CCB474D8EDAE}" presName="spacer" presStyleCnt="0"/>
      <dgm:spPr/>
    </dgm:pt>
    <dgm:pt modelId="{4388AE66-79A5-453F-ADCB-6D954A98D82A}" type="pres">
      <dgm:prSet presAssocID="{CB90DDDC-6D60-4375-B571-ED7F806D36CA}" presName="parentText" presStyleLbl="node1" presStyleIdx="1" presStyleCnt="4">
        <dgm:presLayoutVars>
          <dgm:chMax val="0"/>
          <dgm:bulletEnabled val="1"/>
        </dgm:presLayoutVars>
      </dgm:prSet>
      <dgm:spPr/>
    </dgm:pt>
    <dgm:pt modelId="{DC43E93A-9F04-414C-85CB-12AE642757F5}" type="pres">
      <dgm:prSet presAssocID="{B389B3A8-8D6E-4729-99E9-A518211E3D7F}" presName="spacer" presStyleCnt="0"/>
      <dgm:spPr/>
    </dgm:pt>
    <dgm:pt modelId="{4A4A35AE-C2E5-4DC6-9F10-42E07C35943B}" type="pres">
      <dgm:prSet presAssocID="{5C38546A-4AE3-4B64-8204-28F166AC1914}" presName="parentText" presStyleLbl="node1" presStyleIdx="2" presStyleCnt="4">
        <dgm:presLayoutVars>
          <dgm:chMax val="0"/>
          <dgm:bulletEnabled val="1"/>
        </dgm:presLayoutVars>
      </dgm:prSet>
      <dgm:spPr/>
    </dgm:pt>
    <dgm:pt modelId="{62EC1629-AA82-404D-B339-616CA42DF65C}" type="pres">
      <dgm:prSet presAssocID="{4DB996B3-E2AC-487B-82F8-AD12AB351B2F}" presName="spacer" presStyleCnt="0"/>
      <dgm:spPr/>
    </dgm:pt>
    <dgm:pt modelId="{95AA65DC-89A8-40C7-BC87-AF4E1ACA0A80}" type="pres">
      <dgm:prSet presAssocID="{75836B87-3955-4EEC-A963-4A547831DCCC}" presName="parentText" presStyleLbl="node1" presStyleIdx="3" presStyleCnt="4">
        <dgm:presLayoutVars>
          <dgm:chMax val="0"/>
          <dgm:bulletEnabled val="1"/>
        </dgm:presLayoutVars>
      </dgm:prSet>
      <dgm:spPr/>
    </dgm:pt>
  </dgm:ptLst>
  <dgm:cxnLst>
    <dgm:cxn modelId="{08652601-75CD-43D1-AD0C-07DCB3B4614B}" srcId="{D1996FDF-B645-4D8E-852C-5C4BC0C81AF0}" destId="{5C38546A-4AE3-4B64-8204-28F166AC1914}" srcOrd="2" destOrd="0" parTransId="{58F37ADB-C640-4D7E-AF1F-8FFB6BACE46E}" sibTransId="{4DB996B3-E2AC-487B-82F8-AD12AB351B2F}"/>
    <dgm:cxn modelId="{01D66907-2991-4A18-81F3-1E21745DD8BB}" type="presOf" srcId="{75836B87-3955-4EEC-A963-4A547831DCCC}" destId="{95AA65DC-89A8-40C7-BC87-AF4E1ACA0A80}" srcOrd="0" destOrd="0" presId="urn:microsoft.com/office/officeart/2005/8/layout/vList2"/>
    <dgm:cxn modelId="{B8B7C50D-7FE8-4AF1-9BE2-018749D9FC74}" type="presOf" srcId="{CB90DDDC-6D60-4375-B571-ED7F806D36CA}" destId="{4388AE66-79A5-453F-ADCB-6D954A98D82A}" srcOrd="0" destOrd="0" presId="urn:microsoft.com/office/officeart/2005/8/layout/vList2"/>
    <dgm:cxn modelId="{BBEA7817-10DB-4A50-B767-7FAF837CAFF7}" srcId="{D1996FDF-B645-4D8E-852C-5C4BC0C81AF0}" destId="{75836B87-3955-4EEC-A963-4A547831DCCC}" srcOrd="3" destOrd="0" parTransId="{1EE3C6DE-7CDD-4B7B-87F0-5DA2682361EE}" sibTransId="{ED3DE7E2-FAD9-4289-93EB-183D0046B048}"/>
    <dgm:cxn modelId="{6CA6642B-7083-42FE-9599-D048CB0D5653}" srcId="{D1996FDF-B645-4D8E-852C-5C4BC0C81AF0}" destId="{03314DFC-A3FA-46D5-A090-0ED354E2FCA1}" srcOrd="0" destOrd="0" parTransId="{E4A038C5-1EA4-4B2F-9194-5F1F66018243}" sibTransId="{498D0967-34F9-4FE8-B1AD-CCB474D8EDAE}"/>
    <dgm:cxn modelId="{AE94888A-7075-47DB-9F1B-BB16D9D5F663}" type="presOf" srcId="{03314DFC-A3FA-46D5-A090-0ED354E2FCA1}" destId="{372223E0-B8AB-47B1-AC4A-D6E3F80E112B}" srcOrd="0" destOrd="0" presId="urn:microsoft.com/office/officeart/2005/8/layout/vList2"/>
    <dgm:cxn modelId="{35ADA4D5-7077-4383-B509-1DE414643BCC}" type="presOf" srcId="{5C38546A-4AE3-4B64-8204-28F166AC1914}" destId="{4A4A35AE-C2E5-4DC6-9F10-42E07C35943B}" srcOrd="0" destOrd="0" presId="urn:microsoft.com/office/officeart/2005/8/layout/vList2"/>
    <dgm:cxn modelId="{BAB3CEE7-DD8F-4183-AEB6-C4D0B65A33A5}" type="presOf" srcId="{D1996FDF-B645-4D8E-852C-5C4BC0C81AF0}" destId="{6DE780E4-6246-4218-ABB4-E93E890E98A1}" srcOrd="0" destOrd="0" presId="urn:microsoft.com/office/officeart/2005/8/layout/vList2"/>
    <dgm:cxn modelId="{3504FDFA-917C-427B-873D-1B2995D46F70}" srcId="{D1996FDF-B645-4D8E-852C-5C4BC0C81AF0}" destId="{CB90DDDC-6D60-4375-B571-ED7F806D36CA}" srcOrd="1" destOrd="0" parTransId="{58D28F98-DA2E-49F6-9472-D974E4C97DB0}" sibTransId="{B389B3A8-8D6E-4729-99E9-A518211E3D7F}"/>
    <dgm:cxn modelId="{1194C7EF-4852-4F6C-A4FB-83B6748ED02A}" type="presParOf" srcId="{6DE780E4-6246-4218-ABB4-E93E890E98A1}" destId="{372223E0-B8AB-47B1-AC4A-D6E3F80E112B}" srcOrd="0" destOrd="0" presId="urn:microsoft.com/office/officeart/2005/8/layout/vList2"/>
    <dgm:cxn modelId="{68870FBD-6F31-4BD1-BDAB-C7CCBA8C0426}" type="presParOf" srcId="{6DE780E4-6246-4218-ABB4-E93E890E98A1}" destId="{013170AA-1F7F-4E73-8C4E-775BCCD2B241}" srcOrd="1" destOrd="0" presId="urn:microsoft.com/office/officeart/2005/8/layout/vList2"/>
    <dgm:cxn modelId="{083DE96F-06D2-4B6A-AADE-5DF9E528992E}" type="presParOf" srcId="{6DE780E4-6246-4218-ABB4-E93E890E98A1}" destId="{4388AE66-79A5-453F-ADCB-6D954A98D82A}" srcOrd="2" destOrd="0" presId="urn:microsoft.com/office/officeart/2005/8/layout/vList2"/>
    <dgm:cxn modelId="{BC6ACA76-5E80-4A22-878C-33CFE145EFE5}" type="presParOf" srcId="{6DE780E4-6246-4218-ABB4-E93E890E98A1}" destId="{DC43E93A-9F04-414C-85CB-12AE642757F5}" srcOrd="3" destOrd="0" presId="urn:microsoft.com/office/officeart/2005/8/layout/vList2"/>
    <dgm:cxn modelId="{EDA553D3-6628-490A-8F3E-80FDEABDA6FF}" type="presParOf" srcId="{6DE780E4-6246-4218-ABB4-E93E890E98A1}" destId="{4A4A35AE-C2E5-4DC6-9F10-42E07C35943B}" srcOrd="4" destOrd="0" presId="urn:microsoft.com/office/officeart/2005/8/layout/vList2"/>
    <dgm:cxn modelId="{4ABB2E52-2EA5-4DD5-85C6-71044A31E94A}" type="presParOf" srcId="{6DE780E4-6246-4218-ABB4-E93E890E98A1}" destId="{62EC1629-AA82-404D-B339-616CA42DF65C}" srcOrd="5" destOrd="0" presId="urn:microsoft.com/office/officeart/2005/8/layout/vList2"/>
    <dgm:cxn modelId="{F221AEB0-B471-4753-AE79-EED033753243}" type="presParOf" srcId="{6DE780E4-6246-4218-ABB4-E93E890E98A1}" destId="{95AA65DC-89A8-40C7-BC87-AF4E1ACA0A80}"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B6F3DD7B-D509-4BBF-BE9C-8C292876235D}" type="doc">
      <dgm:prSet loTypeId="urn:microsoft.com/office/officeart/2008/layout/LinedList" loCatId="list" qsTypeId="urn:microsoft.com/office/officeart/2005/8/quickstyle/simple4" qsCatId="simple" csTypeId="urn:microsoft.com/office/officeart/2005/8/colors/accent0_3" csCatId="mainScheme"/>
      <dgm:spPr/>
      <dgm:t>
        <a:bodyPr/>
        <a:lstStyle/>
        <a:p>
          <a:endParaRPr lang="en-US"/>
        </a:p>
      </dgm:t>
    </dgm:pt>
    <dgm:pt modelId="{3233F269-687D-470A-8CCA-671482C4C5C0}">
      <dgm:prSet/>
      <dgm:spPr/>
      <dgm:t>
        <a:bodyPr/>
        <a:lstStyle/>
        <a:p>
          <a:r>
            <a:rPr lang="en-US"/>
            <a:t>1. Created an SNS Topic.</a:t>
          </a:r>
        </a:p>
      </dgm:t>
    </dgm:pt>
    <dgm:pt modelId="{EFBFD72E-4400-4351-BD59-C57204BD31F7}" type="parTrans" cxnId="{742390E4-9EFD-4C73-8059-42463EDCAD55}">
      <dgm:prSet/>
      <dgm:spPr/>
      <dgm:t>
        <a:bodyPr/>
        <a:lstStyle/>
        <a:p>
          <a:endParaRPr lang="en-US"/>
        </a:p>
      </dgm:t>
    </dgm:pt>
    <dgm:pt modelId="{967080E9-05BF-46E4-A926-A4366FA98B30}" type="sibTrans" cxnId="{742390E4-9EFD-4C73-8059-42463EDCAD55}">
      <dgm:prSet/>
      <dgm:spPr/>
      <dgm:t>
        <a:bodyPr/>
        <a:lstStyle/>
        <a:p>
          <a:endParaRPr lang="en-US"/>
        </a:p>
      </dgm:t>
    </dgm:pt>
    <dgm:pt modelId="{72A717C7-ABD2-46B9-98E0-6859D7059646}">
      <dgm:prSet/>
      <dgm:spPr/>
      <dgm:t>
        <a:bodyPr/>
        <a:lstStyle/>
        <a:p>
          <a:r>
            <a:rPr lang="en-US"/>
            <a:t>2. Subscribed via Email (confirmed subscription).</a:t>
          </a:r>
        </a:p>
      </dgm:t>
    </dgm:pt>
    <dgm:pt modelId="{5C693351-3966-4E8F-86A0-6561DA0EFBE2}" type="parTrans" cxnId="{20DC7B43-2F12-4997-B90C-44F49B790F98}">
      <dgm:prSet/>
      <dgm:spPr/>
      <dgm:t>
        <a:bodyPr/>
        <a:lstStyle/>
        <a:p>
          <a:endParaRPr lang="en-US"/>
        </a:p>
      </dgm:t>
    </dgm:pt>
    <dgm:pt modelId="{C2124562-F927-42B0-A886-9BAA53A31FA9}" type="sibTrans" cxnId="{20DC7B43-2F12-4997-B90C-44F49B790F98}">
      <dgm:prSet/>
      <dgm:spPr/>
      <dgm:t>
        <a:bodyPr/>
        <a:lstStyle/>
        <a:p>
          <a:endParaRPr lang="en-US"/>
        </a:p>
      </dgm:t>
    </dgm:pt>
    <dgm:pt modelId="{DC56DDA5-A930-452E-B325-F5F03AAB0387}">
      <dgm:prSet/>
      <dgm:spPr/>
      <dgm:t>
        <a:bodyPr/>
        <a:lstStyle/>
        <a:p>
          <a:r>
            <a:rPr lang="en-US"/>
            <a:t>3. Created an S3 Bucket.</a:t>
          </a:r>
        </a:p>
      </dgm:t>
    </dgm:pt>
    <dgm:pt modelId="{D0708646-D7A5-49BA-A70F-BE2ED8AE8F9F}" type="parTrans" cxnId="{B7328A79-CE7C-4142-82B6-DBDC01D4DAA5}">
      <dgm:prSet/>
      <dgm:spPr/>
      <dgm:t>
        <a:bodyPr/>
        <a:lstStyle/>
        <a:p>
          <a:endParaRPr lang="en-US"/>
        </a:p>
      </dgm:t>
    </dgm:pt>
    <dgm:pt modelId="{58B57D91-BADB-4DFA-8794-0F00AEAD2A81}" type="sibTrans" cxnId="{B7328A79-CE7C-4142-82B6-DBDC01D4DAA5}">
      <dgm:prSet/>
      <dgm:spPr/>
      <dgm:t>
        <a:bodyPr/>
        <a:lstStyle/>
        <a:p>
          <a:endParaRPr lang="en-US"/>
        </a:p>
      </dgm:t>
    </dgm:pt>
    <dgm:pt modelId="{D0BCA233-E286-4493-9796-DFA1BCE7BF91}">
      <dgm:prSet/>
      <dgm:spPr/>
      <dgm:t>
        <a:bodyPr/>
        <a:lstStyle/>
        <a:p>
          <a:r>
            <a:rPr lang="en-US"/>
            <a:t>4. Configured Event Notifications on S3.</a:t>
          </a:r>
        </a:p>
      </dgm:t>
    </dgm:pt>
    <dgm:pt modelId="{69DB3D1D-C012-4D9D-BFB5-CAD84803A937}" type="parTrans" cxnId="{AF43D92D-4277-473A-900B-CC2BFA81A141}">
      <dgm:prSet/>
      <dgm:spPr/>
      <dgm:t>
        <a:bodyPr/>
        <a:lstStyle/>
        <a:p>
          <a:endParaRPr lang="en-US"/>
        </a:p>
      </dgm:t>
    </dgm:pt>
    <dgm:pt modelId="{D6108700-A443-4109-9DA8-65B0D2040F06}" type="sibTrans" cxnId="{AF43D92D-4277-473A-900B-CC2BFA81A141}">
      <dgm:prSet/>
      <dgm:spPr/>
      <dgm:t>
        <a:bodyPr/>
        <a:lstStyle/>
        <a:p>
          <a:endParaRPr lang="en-US"/>
        </a:p>
      </dgm:t>
    </dgm:pt>
    <dgm:pt modelId="{18972A67-5001-49BB-8ADB-1A728E01920C}">
      <dgm:prSet/>
      <dgm:spPr/>
      <dgm:t>
        <a:bodyPr/>
        <a:lstStyle/>
        <a:p>
          <a:r>
            <a:rPr lang="en-US"/>
            <a:t>5. Uploaded a file to the bucket.</a:t>
          </a:r>
        </a:p>
      </dgm:t>
    </dgm:pt>
    <dgm:pt modelId="{A40B6FE0-9B1F-4280-8118-70059989D6F7}" type="parTrans" cxnId="{E013BFEA-EDB2-4C61-932B-7C9C51E084D1}">
      <dgm:prSet/>
      <dgm:spPr/>
      <dgm:t>
        <a:bodyPr/>
        <a:lstStyle/>
        <a:p>
          <a:endParaRPr lang="en-US"/>
        </a:p>
      </dgm:t>
    </dgm:pt>
    <dgm:pt modelId="{D67283CD-032F-4ADE-A988-C7985E940F73}" type="sibTrans" cxnId="{E013BFEA-EDB2-4C61-932B-7C9C51E084D1}">
      <dgm:prSet/>
      <dgm:spPr/>
      <dgm:t>
        <a:bodyPr/>
        <a:lstStyle/>
        <a:p>
          <a:endParaRPr lang="en-US"/>
        </a:p>
      </dgm:t>
    </dgm:pt>
    <dgm:pt modelId="{47B86EEA-D4EB-498A-9A22-C09DFF5AEB7B}">
      <dgm:prSet/>
      <dgm:spPr/>
      <dgm:t>
        <a:bodyPr/>
        <a:lstStyle/>
        <a:p>
          <a:r>
            <a:rPr lang="en-US"/>
            <a:t>6. Verified email notifications.</a:t>
          </a:r>
        </a:p>
      </dgm:t>
    </dgm:pt>
    <dgm:pt modelId="{9FA8709E-03E4-467C-A6F7-3186A2B241F8}" type="parTrans" cxnId="{8AE1364D-CCF2-4A49-AA66-61979EFC6AEE}">
      <dgm:prSet/>
      <dgm:spPr/>
      <dgm:t>
        <a:bodyPr/>
        <a:lstStyle/>
        <a:p>
          <a:endParaRPr lang="en-US"/>
        </a:p>
      </dgm:t>
    </dgm:pt>
    <dgm:pt modelId="{F6144C09-2D29-468C-AE7A-BBBC23FFD674}" type="sibTrans" cxnId="{8AE1364D-CCF2-4A49-AA66-61979EFC6AEE}">
      <dgm:prSet/>
      <dgm:spPr/>
      <dgm:t>
        <a:bodyPr/>
        <a:lstStyle/>
        <a:p>
          <a:endParaRPr lang="en-US"/>
        </a:p>
      </dgm:t>
    </dgm:pt>
    <dgm:pt modelId="{B1E78DAD-AE14-47CA-B374-1D4CD9C7E037}" type="pres">
      <dgm:prSet presAssocID="{B6F3DD7B-D509-4BBF-BE9C-8C292876235D}" presName="vert0" presStyleCnt="0">
        <dgm:presLayoutVars>
          <dgm:dir/>
          <dgm:animOne val="branch"/>
          <dgm:animLvl val="lvl"/>
        </dgm:presLayoutVars>
      </dgm:prSet>
      <dgm:spPr/>
    </dgm:pt>
    <dgm:pt modelId="{FA469CA5-B3E5-4CCD-8AA3-B48C1D066FFB}" type="pres">
      <dgm:prSet presAssocID="{3233F269-687D-470A-8CCA-671482C4C5C0}" presName="thickLine" presStyleLbl="alignNode1" presStyleIdx="0" presStyleCnt="6"/>
      <dgm:spPr/>
    </dgm:pt>
    <dgm:pt modelId="{B106257C-F64D-4F26-ACCF-F59D9E4D9B95}" type="pres">
      <dgm:prSet presAssocID="{3233F269-687D-470A-8CCA-671482C4C5C0}" presName="horz1" presStyleCnt="0"/>
      <dgm:spPr/>
    </dgm:pt>
    <dgm:pt modelId="{203198C8-3BB8-4151-9BBA-CD966C34ACD6}" type="pres">
      <dgm:prSet presAssocID="{3233F269-687D-470A-8CCA-671482C4C5C0}" presName="tx1" presStyleLbl="revTx" presStyleIdx="0" presStyleCnt="6"/>
      <dgm:spPr/>
    </dgm:pt>
    <dgm:pt modelId="{965CCBAE-B29C-41F0-AFEB-E5E7A448AF76}" type="pres">
      <dgm:prSet presAssocID="{3233F269-687D-470A-8CCA-671482C4C5C0}" presName="vert1" presStyleCnt="0"/>
      <dgm:spPr/>
    </dgm:pt>
    <dgm:pt modelId="{40B02968-5AC5-4CD4-9D63-F82C467AE56D}" type="pres">
      <dgm:prSet presAssocID="{72A717C7-ABD2-46B9-98E0-6859D7059646}" presName="thickLine" presStyleLbl="alignNode1" presStyleIdx="1" presStyleCnt="6"/>
      <dgm:spPr/>
    </dgm:pt>
    <dgm:pt modelId="{4A4F89A3-9FC3-45BD-AACB-401659E61E6B}" type="pres">
      <dgm:prSet presAssocID="{72A717C7-ABD2-46B9-98E0-6859D7059646}" presName="horz1" presStyleCnt="0"/>
      <dgm:spPr/>
    </dgm:pt>
    <dgm:pt modelId="{2A14690A-3A92-435F-923D-0C75133E5D62}" type="pres">
      <dgm:prSet presAssocID="{72A717C7-ABD2-46B9-98E0-6859D7059646}" presName="tx1" presStyleLbl="revTx" presStyleIdx="1" presStyleCnt="6"/>
      <dgm:spPr/>
    </dgm:pt>
    <dgm:pt modelId="{22C9BE59-79F9-446D-9A5B-EC09BF8DD39A}" type="pres">
      <dgm:prSet presAssocID="{72A717C7-ABD2-46B9-98E0-6859D7059646}" presName="vert1" presStyleCnt="0"/>
      <dgm:spPr/>
    </dgm:pt>
    <dgm:pt modelId="{A6AB4C2B-D903-4217-AE36-3BA89F7F72A4}" type="pres">
      <dgm:prSet presAssocID="{DC56DDA5-A930-452E-B325-F5F03AAB0387}" presName="thickLine" presStyleLbl="alignNode1" presStyleIdx="2" presStyleCnt="6"/>
      <dgm:spPr/>
    </dgm:pt>
    <dgm:pt modelId="{FAA84E54-7F53-4F9C-A698-99D23808680A}" type="pres">
      <dgm:prSet presAssocID="{DC56DDA5-A930-452E-B325-F5F03AAB0387}" presName="horz1" presStyleCnt="0"/>
      <dgm:spPr/>
    </dgm:pt>
    <dgm:pt modelId="{848B87A6-4056-4A1F-850F-21F17FC538CE}" type="pres">
      <dgm:prSet presAssocID="{DC56DDA5-A930-452E-B325-F5F03AAB0387}" presName="tx1" presStyleLbl="revTx" presStyleIdx="2" presStyleCnt="6"/>
      <dgm:spPr/>
    </dgm:pt>
    <dgm:pt modelId="{EABE6385-7BF6-40E9-867F-7E663E3387E2}" type="pres">
      <dgm:prSet presAssocID="{DC56DDA5-A930-452E-B325-F5F03AAB0387}" presName="vert1" presStyleCnt="0"/>
      <dgm:spPr/>
    </dgm:pt>
    <dgm:pt modelId="{64FF850B-21A2-416E-AF06-1B163C4F5286}" type="pres">
      <dgm:prSet presAssocID="{D0BCA233-E286-4493-9796-DFA1BCE7BF91}" presName="thickLine" presStyleLbl="alignNode1" presStyleIdx="3" presStyleCnt="6"/>
      <dgm:spPr/>
    </dgm:pt>
    <dgm:pt modelId="{94D26C83-BA8B-465E-B472-2CF594F71FB7}" type="pres">
      <dgm:prSet presAssocID="{D0BCA233-E286-4493-9796-DFA1BCE7BF91}" presName="horz1" presStyleCnt="0"/>
      <dgm:spPr/>
    </dgm:pt>
    <dgm:pt modelId="{7C94670A-B14C-4EB9-8845-8D5C80F740D8}" type="pres">
      <dgm:prSet presAssocID="{D0BCA233-E286-4493-9796-DFA1BCE7BF91}" presName="tx1" presStyleLbl="revTx" presStyleIdx="3" presStyleCnt="6"/>
      <dgm:spPr/>
    </dgm:pt>
    <dgm:pt modelId="{AE7E5933-37B3-4060-984E-DF14B9A43ACF}" type="pres">
      <dgm:prSet presAssocID="{D0BCA233-E286-4493-9796-DFA1BCE7BF91}" presName="vert1" presStyleCnt="0"/>
      <dgm:spPr/>
    </dgm:pt>
    <dgm:pt modelId="{156CB360-933C-4054-B46C-65E12E91B997}" type="pres">
      <dgm:prSet presAssocID="{18972A67-5001-49BB-8ADB-1A728E01920C}" presName="thickLine" presStyleLbl="alignNode1" presStyleIdx="4" presStyleCnt="6"/>
      <dgm:spPr/>
    </dgm:pt>
    <dgm:pt modelId="{32C08D2D-768A-4D87-A83B-08B9CAA10F26}" type="pres">
      <dgm:prSet presAssocID="{18972A67-5001-49BB-8ADB-1A728E01920C}" presName="horz1" presStyleCnt="0"/>
      <dgm:spPr/>
    </dgm:pt>
    <dgm:pt modelId="{34F8D48A-6B9C-4878-B5C2-AF39AC437A81}" type="pres">
      <dgm:prSet presAssocID="{18972A67-5001-49BB-8ADB-1A728E01920C}" presName="tx1" presStyleLbl="revTx" presStyleIdx="4" presStyleCnt="6"/>
      <dgm:spPr/>
    </dgm:pt>
    <dgm:pt modelId="{530ED52A-59FF-49AB-9578-8BB75C271B01}" type="pres">
      <dgm:prSet presAssocID="{18972A67-5001-49BB-8ADB-1A728E01920C}" presName="vert1" presStyleCnt="0"/>
      <dgm:spPr/>
    </dgm:pt>
    <dgm:pt modelId="{58CD31C8-9862-47B9-ADB5-932F5D1B720C}" type="pres">
      <dgm:prSet presAssocID="{47B86EEA-D4EB-498A-9A22-C09DFF5AEB7B}" presName="thickLine" presStyleLbl="alignNode1" presStyleIdx="5" presStyleCnt="6"/>
      <dgm:spPr/>
    </dgm:pt>
    <dgm:pt modelId="{48CB6632-E439-46DF-90D4-1E001F995926}" type="pres">
      <dgm:prSet presAssocID="{47B86EEA-D4EB-498A-9A22-C09DFF5AEB7B}" presName="horz1" presStyleCnt="0"/>
      <dgm:spPr/>
    </dgm:pt>
    <dgm:pt modelId="{72AE0D2C-1389-4420-A0F7-4AFC0D3F04A1}" type="pres">
      <dgm:prSet presAssocID="{47B86EEA-D4EB-498A-9A22-C09DFF5AEB7B}" presName="tx1" presStyleLbl="revTx" presStyleIdx="5" presStyleCnt="6"/>
      <dgm:spPr/>
    </dgm:pt>
    <dgm:pt modelId="{3AAFC6FA-D308-4991-BF74-C6915641BE80}" type="pres">
      <dgm:prSet presAssocID="{47B86EEA-D4EB-498A-9A22-C09DFF5AEB7B}" presName="vert1" presStyleCnt="0"/>
      <dgm:spPr/>
    </dgm:pt>
  </dgm:ptLst>
  <dgm:cxnLst>
    <dgm:cxn modelId="{2E54830E-C5E9-46B9-AB57-E14F822B929A}" type="presOf" srcId="{47B86EEA-D4EB-498A-9A22-C09DFF5AEB7B}" destId="{72AE0D2C-1389-4420-A0F7-4AFC0D3F04A1}" srcOrd="0" destOrd="0" presId="urn:microsoft.com/office/officeart/2008/layout/LinedList"/>
    <dgm:cxn modelId="{607A381E-23CD-4CAE-8EDE-83063B329D89}" type="presOf" srcId="{18972A67-5001-49BB-8ADB-1A728E01920C}" destId="{34F8D48A-6B9C-4878-B5C2-AF39AC437A81}" srcOrd="0" destOrd="0" presId="urn:microsoft.com/office/officeart/2008/layout/LinedList"/>
    <dgm:cxn modelId="{AF43D92D-4277-473A-900B-CC2BFA81A141}" srcId="{B6F3DD7B-D509-4BBF-BE9C-8C292876235D}" destId="{D0BCA233-E286-4493-9796-DFA1BCE7BF91}" srcOrd="3" destOrd="0" parTransId="{69DB3D1D-C012-4D9D-BFB5-CAD84803A937}" sibTransId="{D6108700-A443-4109-9DA8-65B0D2040F06}"/>
    <dgm:cxn modelId="{20DC7B43-2F12-4997-B90C-44F49B790F98}" srcId="{B6F3DD7B-D509-4BBF-BE9C-8C292876235D}" destId="{72A717C7-ABD2-46B9-98E0-6859D7059646}" srcOrd="1" destOrd="0" parTransId="{5C693351-3966-4E8F-86A0-6561DA0EFBE2}" sibTransId="{C2124562-F927-42B0-A886-9BAA53A31FA9}"/>
    <dgm:cxn modelId="{8AE1364D-CCF2-4A49-AA66-61979EFC6AEE}" srcId="{B6F3DD7B-D509-4BBF-BE9C-8C292876235D}" destId="{47B86EEA-D4EB-498A-9A22-C09DFF5AEB7B}" srcOrd="5" destOrd="0" parTransId="{9FA8709E-03E4-467C-A6F7-3186A2B241F8}" sibTransId="{F6144C09-2D29-468C-AE7A-BBBC23FFD674}"/>
    <dgm:cxn modelId="{B7328A79-CE7C-4142-82B6-DBDC01D4DAA5}" srcId="{B6F3DD7B-D509-4BBF-BE9C-8C292876235D}" destId="{DC56DDA5-A930-452E-B325-F5F03AAB0387}" srcOrd="2" destOrd="0" parTransId="{D0708646-D7A5-49BA-A70F-BE2ED8AE8F9F}" sibTransId="{58B57D91-BADB-4DFA-8794-0F00AEAD2A81}"/>
    <dgm:cxn modelId="{60E7D27D-BFA5-471E-B035-BFB4FC61EB35}" type="presOf" srcId="{D0BCA233-E286-4493-9796-DFA1BCE7BF91}" destId="{7C94670A-B14C-4EB9-8845-8D5C80F740D8}" srcOrd="0" destOrd="0" presId="urn:microsoft.com/office/officeart/2008/layout/LinedList"/>
    <dgm:cxn modelId="{3F0F2D9A-3236-46F2-9244-2CFDA8325062}" type="presOf" srcId="{72A717C7-ABD2-46B9-98E0-6859D7059646}" destId="{2A14690A-3A92-435F-923D-0C75133E5D62}" srcOrd="0" destOrd="0" presId="urn:microsoft.com/office/officeart/2008/layout/LinedList"/>
    <dgm:cxn modelId="{ADBA05CB-2D8C-4F52-82FF-BE7172684610}" type="presOf" srcId="{3233F269-687D-470A-8CCA-671482C4C5C0}" destId="{203198C8-3BB8-4151-9BBA-CD966C34ACD6}" srcOrd="0" destOrd="0" presId="urn:microsoft.com/office/officeart/2008/layout/LinedList"/>
    <dgm:cxn modelId="{239F6CD1-608C-4257-BDAC-10560CD03789}" type="presOf" srcId="{B6F3DD7B-D509-4BBF-BE9C-8C292876235D}" destId="{B1E78DAD-AE14-47CA-B374-1D4CD9C7E037}" srcOrd="0" destOrd="0" presId="urn:microsoft.com/office/officeart/2008/layout/LinedList"/>
    <dgm:cxn modelId="{742390E4-9EFD-4C73-8059-42463EDCAD55}" srcId="{B6F3DD7B-D509-4BBF-BE9C-8C292876235D}" destId="{3233F269-687D-470A-8CCA-671482C4C5C0}" srcOrd="0" destOrd="0" parTransId="{EFBFD72E-4400-4351-BD59-C57204BD31F7}" sibTransId="{967080E9-05BF-46E4-A926-A4366FA98B30}"/>
    <dgm:cxn modelId="{E013BFEA-EDB2-4C61-932B-7C9C51E084D1}" srcId="{B6F3DD7B-D509-4BBF-BE9C-8C292876235D}" destId="{18972A67-5001-49BB-8ADB-1A728E01920C}" srcOrd="4" destOrd="0" parTransId="{A40B6FE0-9B1F-4280-8118-70059989D6F7}" sibTransId="{D67283CD-032F-4ADE-A988-C7985E940F73}"/>
    <dgm:cxn modelId="{2C2136F9-98E0-4B15-A8B6-A70DE423AF04}" type="presOf" srcId="{DC56DDA5-A930-452E-B325-F5F03AAB0387}" destId="{848B87A6-4056-4A1F-850F-21F17FC538CE}" srcOrd="0" destOrd="0" presId="urn:microsoft.com/office/officeart/2008/layout/LinedList"/>
    <dgm:cxn modelId="{E569BF2F-8A4C-4097-B734-42B6F7C97232}" type="presParOf" srcId="{B1E78DAD-AE14-47CA-B374-1D4CD9C7E037}" destId="{FA469CA5-B3E5-4CCD-8AA3-B48C1D066FFB}" srcOrd="0" destOrd="0" presId="urn:microsoft.com/office/officeart/2008/layout/LinedList"/>
    <dgm:cxn modelId="{A1784561-5C42-4E8B-92B3-E287A57C9B05}" type="presParOf" srcId="{B1E78DAD-AE14-47CA-B374-1D4CD9C7E037}" destId="{B106257C-F64D-4F26-ACCF-F59D9E4D9B95}" srcOrd="1" destOrd="0" presId="urn:microsoft.com/office/officeart/2008/layout/LinedList"/>
    <dgm:cxn modelId="{CB6507C8-B3D1-480E-AC27-A937E9F4715E}" type="presParOf" srcId="{B106257C-F64D-4F26-ACCF-F59D9E4D9B95}" destId="{203198C8-3BB8-4151-9BBA-CD966C34ACD6}" srcOrd="0" destOrd="0" presId="urn:microsoft.com/office/officeart/2008/layout/LinedList"/>
    <dgm:cxn modelId="{68C9E3F0-6A65-4447-9F2F-359DA6E8DDCF}" type="presParOf" srcId="{B106257C-F64D-4F26-ACCF-F59D9E4D9B95}" destId="{965CCBAE-B29C-41F0-AFEB-E5E7A448AF76}" srcOrd="1" destOrd="0" presId="urn:microsoft.com/office/officeart/2008/layout/LinedList"/>
    <dgm:cxn modelId="{2DA899C8-24F7-48B4-B525-80C7AC1387A1}" type="presParOf" srcId="{B1E78DAD-AE14-47CA-B374-1D4CD9C7E037}" destId="{40B02968-5AC5-4CD4-9D63-F82C467AE56D}" srcOrd="2" destOrd="0" presId="urn:microsoft.com/office/officeart/2008/layout/LinedList"/>
    <dgm:cxn modelId="{E610A970-B858-416A-9E5E-8E75C8AEB2A4}" type="presParOf" srcId="{B1E78DAD-AE14-47CA-B374-1D4CD9C7E037}" destId="{4A4F89A3-9FC3-45BD-AACB-401659E61E6B}" srcOrd="3" destOrd="0" presId="urn:microsoft.com/office/officeart/2008/layout/LinedList"/>
    <dgm:cxn modelId="{5C38512E-A633-4F7B-B0F2-8AA681B2F59A}" type="presParOf" srcId="{4A4F89A3-9FC3-45BD-AACB-401659E61E6B}" destId="{2A14690A-3A92-435F-923D-0C75133E5D62}" srcOrd="0" destOrd="0" presId="urn:microsoft.com/office/officeart/2008/layout/LinedList"/>
    <dgm:cxn modelId="{2DA3DD0E-B3E4-468D-9F24-23F71987202D}" type="presParOf" srcId="{4A4F89A3-9FC3-45BD-AACB-401659E61E6B}" destId="{22C9BE59-79F9-446D-9A5B-EC09BF8DD39A}" srcOrd="1" destOrd="0" presId="urn:microsoft.com/office/officeart/2008/layout/LinedList"/>
    <dgm:cxn modelId="{9BEB7F97-BEA2-4E53-9D40-AC5CD3B483B0}" type="presParOf" srcId="{B1E78DAD-AE14-47CA-B374-1D4CD9C7E037}" destId="{A6AB4C2B-D903-4217-AE36-3BA89F7F72A4}" srcOrd="4" destOrd="0" presId="urn:microsoft.com/office/officeart/2008/layout/LinedList"/>
    <dgm:cxn modelId="{1F79787B-2B03-4365-9AB9-BB616984D75B}" type="presParOf" srcId="{B1E78DAD-AE14-47CA-B374-1D4CD9C7E037}" destId="{FAA84E54-7F53-4F9C-A698-99D23808680A}" srcOrd="5" destOrd="0" presId="urn:microsoft.com/office/officeart/2008/layout/LinedList"/>
    <dgm:cxn modelId="{25D07F8E-9072-44BA-AF37-57B1CC20CE05}" type="presParOf" srcId="{FAA84E54-7F53-4F9C-A698-99D23808680A}" destId="{848B87A6-4056-4A1F-850F-21F17FC538CE}" srcOrd="0" destOrd="0" presId="urn:microsoft.com/office/officeart/2008/layout/LinedList"/>
    <dgm:cxn modelId="{56E757F3-6F03-47A9-A962-804416B0A528}" type="presParOf" srcId="{FAA84E54-7F53-4F9C-A698-99D23808680A}" destId="{EABE6385-7BF6-40E9-867F-7E663E3387E2}" srcOrd="1" destOrd="0" presId="urn:microsoft.com/office/officeart/2008/layout/LinedList"/>
    <dgm:cxn modelId="{FBD79341-A5AE-4122-BDD8-4BBB6D1929ED}" type="presParOf" srcId="{B1E78DAD-AE14-47CA-B374-1D4CD9C7E037}" destId="{64FF850B-21A2-416E-AF06-1B163C4F5286}" srcOrd="6" destOrd="0" presId="urn:microsoft.com/office/officeart/2008/layout/LinedList"/>
    <dgm:cxn modelId="{4F886CE7-D286-4C1C-8C61-FF0CB4DD3E80}" type="presParOf" srcId="{B1E78DAD-AE14-47CA-B374-1D4CD9C7E037}" destId="{94D26C83-BA8B-465E-B472-2CF594F71FB7}" srcOrd="7" destOrd="0" presId="urn:microsoft.com/office/officeart/2008/layout/LinedList"/>
    <dgm:cxn modelId="{7EDA0585-3E52-4E16-9317-D660B559D578}" type="presParOf" srcId="{94D26C83-BA8B-465E-B472-2CF594F71FB7}" destId="{7C94670A-B14C-4EB9-8845-8D5C80F740D8}" srcOrd="0" destOrd="0" presId="urn:microsoft.com/office/officeart/2008/layout/LinedList"/>
    <dgm:cxn modelId="{336B562C-D8F8-4825-B431-2613426E426B}" type="presParOf" srcId="{94D26C83-BA8B-465E-B472-2CF594F71FB7}" destId="{AE7E5933-37B3-4060-984E-DF14B9A43ACF}" srcOrd="1" destOrd="0" presId="urn:microsoft.com/office/officeart/2008/layout/LinedList"/>
    <dgm:cxn modelId="{9A525AEF-D8DB-4148-9504-65659B7BA8F8}" type="presParOf" srcId="{B1E78DAD-AE14-47CA-B374-1D4CD9C7E037}" destId="{156CB360-933C-4054-B46C-65E12E91B997}" srcOrd="8" destOrd="0" presId="urn:microsoft.com/office/officeart/2008/layout/LinedList"/>
    <dgm:cxn modelId="{ACE6827F-BE1A-45D8-8CBA-BE88450025FC}" type="presParOf" srcId="{B1E78DAD-AE14-47CA-B374-1D4CD9C7E037}" destId="{32C08D2D-768A-4D87-A83B-08B9CAA10F26}" srcOrd="9" destOrd="0" presId="urn:microsoft.com/office/officeart/2008/layout/LinedList"/>
    <dgm:cxn modelId="{E58B1E5B-5414-4850-8203-29E4CA53CC40}" type="presParOf" srcId="{32C08D2D-768A-4D87-A83B-08B9CAA10F26}" destId="{34F8D48A-6B9C-4878-B5C2-AF39AC437A81}" srcOrd="0" destOrd="0" presId="urn:microsoft.com/office/officeart/2008/layout/LinedList"/>
    <dgm:cxn modelId="{9942CF73-2827-48F4-A222-71F039D2F7E1}" type="presParOf" srcId="{32C08D2D-768A-4D87-A83B-08B9CAA10F26}" destId="{530ED52A-59FF-49AB-9578-8BB75C271B01}" srcOrd="1" destOrd="0" presId="urn:microsoft.com/office/officeart/2008/layout/LinedList"/>
    <dgm:cxn modelId="{828EA56B-AE7C-44EB-9088-1C9DF47BC8BC}" type="presParOf" srcId="{B1E78DAD-AE14-47CA-B374-1D4CD9C7E037}" destId="{58CD31C8-9862-47B9-ADB5-932F5D1B720C}" srcOrd="10" destOrd="0" presId="urn:microsoft.com/office/officeart/2008/layout/LinedList"/>
    <dgm:cxn modelId="{8738BBC6-BB48-4482-BBC9-79EC1308D76D}" type="presParOf" srcId="{B1E78DAD-AE14-47CA-B374-1D4CD9C7E037}" destId="{48CB6632-E439-46DF-90D4-1E001F995926}" srcOrd="11" destOrd="0" presId="urn:microsoft.com/office/officeart/2008/layout/LinedList"/>
    <dgm:cxn modelId="{6D3E751C-20D8-4B53-A727-D4EF62691DF5}" type="presParOf" srcId="{48CB6632-E439-46DF-90D4-1E001F995926}" destId="{72AE0D2C-1389-4420-A0F7-4AFC0D3F04A1}" srcOrd="0" destOrd="0" presId="urn:microsoft.com/office/officeart/2008/layout/LinedList"/>
    <dgm:cxn modelId="{C16537A3-2140-47AB-8030-E5F62116038A}" type="presParOf" srcId="{48CB6632-E439-46DF-90D4-1E001F995926}" destId="{3AAFC6FA-D308-4991-BF74-C6915641BE80}"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60DD8121-3E0A-451F-B8F8-C1B91091C6EF}" type="doc">
      <dgm:prSet loTypeId="urn:microsoft.com/office/officeart/2005/8/layout/vList2" loCatId="list" qsTypeId="urn:microsoft.com/office/officeart/2005/8/quickstyle/simple4" qsCatId="simple" csTypeId="urn:microsoft.com/office/officeart/2005/8/colors/colorful5" csCatId="colorful"/>
      <dgm:spPr/>
      <dgm:t>
        <a:bodyPr/>
        <a:lstStyle/>
        <a:p>
          <a:endParaRPr lang="en-US"/>
        </a:p>
      </dgm:t>
    </dgm:pt>
    <dgm:pt modelId="{A44FA0DC-8E90-4421-BC9C-2416A639C20B}">
      <dgm:prSet/>
      <dgm:spPr/>
      <dgm:t>
        <a:bodyPr/>
        <a:lstStyle/>
        <a:p>
          <a:r>
            <a:rPr lang="en-US"/>
            <a:t>- Subscription remained in 'Pending Confirmation' until verified via email.</a:t>
          </a:r>
        </a:p>
      </dgm:t>
    </dgm:pt>
    <dgm:pt modelId="{C7E22BBF-9D5B-4826-A878-073CBDE94A29}" type="parTrans" cxnId="{D4483F03-6D12-420E-9CB9-6E27F55D92E5}">
      <dgm:prSet/>
      <dgm:spPr/>
      <dgm:t>
        <a:bodyPr/>
        <a:lstStyle/>
        <a:p>
          <a:endParaRPr lang="en-US"/>
        </a:p>
      </dgm:t>
    </dgm:pt>
    <dgm:pt modelId="{91769F24-CF66-4EED-B3FB-C51E461575D4}" type="sibTrans" cxnId="{D4483F03-6D12-420E-9CB9-6E27F55D92E5}">
      <dgm:prSet/>
      <dgm:spPr/>
      <dgm:t>
        <a:bodyPr/>
        <a:lstStyle/>
        <a:p>
          <a:endParaRPr lang="en-US"/>
        </a:p>
      </dgm:t>
    </dgm:pt>
    <dgm:pt modelId="{D6170923-0DB1-4A37-A1D3-2A4A843D08C3}">
      <dgm:prSet/>
      <dgm:spPr/>
      <dgm:t>
        <a:bodyPr/>
        <a:lstStyle/>
        <a:p>
          <a:r>
            <a:rPr lang="en-US"/>
            <a:t>- Had to replace default access policy with a custom SNS policy linking S3 Bucket ARN and SNS Topic ARN.</a:t>
          </a:r>
        </a:p>
      </dgm:t>
    </dgm:pt>
    <dgm:pt modelId="{B669610F-0835-4578-A480-151FC9353A9E}" type="parTrans" cxnId="{E944BD25-3129-4261-8A2F-DC1C114701AC}">
      <dgm:prSet/>
      <dgm:spPr/>
      <dgm:t>
        <a:bodyPr/>
        <a:lstStyle/>
        <a:p>
          <a:endParaRPr lang="en-US"/>
        </a:p>
      </dgm:t>
    </dgm:pt>
    <dgm:pt modelId="{14D3C4DE-F93C-4C3A-A7A0-72480C590D60}" type="sibTrans" cxnId="{E944BD25-3129-4261-8A2F-DC1C114701AC}">
      <dgm:prSet/>
      <dgm:spPr/>
      <dgm:t>
        <a:bodyPr/>
        <a:lstStyle/>
        <a:p>
          <a:endParaRPr lang="en-US"/>
        </a:p>
      </dgm:t>
    </dgm:pt>
    <dgm:pt modelId="{8961E9CA-0E97-4592-B4E8-06491EFB8237}" type="pres">
      <dgm:prSet presAssocID="{60DD8121-3E0A-451F-B8F8-C1B91091C6EF}" presName="linear" presStyleCnt="0">
        <dgm:presLayoutVars>
          <dgm:animLvl val="lvl"/>
          <dgm:resizeHandles val="exact"/>
        </dgm:presLayoutVars>
      </dgm:prSet>
      <dgm:spPr/>
    </dgm:pt>
    <dgm:pt modelId="{EC3E9BDC-0F38-4969-83CB-1C5F34935C56}" type="pres">
      <dgm:prSet presAssocID="{A44FA0DC-8E90-4421-BC9C-2416A639C20B}" presName="parentText" presStyleLbl="node1" presStyleIdx="0" presStyleCnt="2">
        <dgm:presLayoutVars>
          <dgm:chMax val="0"/>
          <dgm:bulletEnabled val="1"/>
        </dgm:presLayoutVars>
      </dgm:prSet>
      <dgm:spPr/>
    </dgm:pt>
    <dgm:pt modelId="{12F3D69F-6CAB-405F-9BDD-7A2D87B617A7}" type="pres">
      <dgm:prSet presAssocID="{91769F24-CF66-4EED-B3FB-C51E461575D4}" presName="spacer" presStyleCnt="0"/>
      <dgm:spPr/>
    </dgm:pt>
    <dgm:pt modelId="{F33A4214-1A8B-4C5C-8D79-72D61D23FD15}" type="pres">
      <dgm:prSet presAssocID="{D6170923-0DB1-4A37-A1D3-2A4A843D08C3}" presName="parentText" presStyleLbl="node1" presStyleIdx="1" presStyleCnt="2">
        <dgm:presLayoutVars>
          <dgm:chMax val="0"/>
          <dgm:bulletEnabled val="1"/>
        </dgm:presLayoutVars>
      </dgm:prSet>
      <dgm:spPr/>
    </dgm:pt>
  </dgm:ptLst>
  <dgm:cxnLst>
    <dgm:cxn modelId="{D4483F03-6D12-420E-9CB9-6E27F55D92E5}" srcId="{60DD8121-3E0A-451F-B8F8-C1B91091C6EF}" destId="{A44FA0DC-8E90-4421-BC9C-2416A639C20B}" srcOrd="0" destOrd="0" parTransId="{C7E22BBF-9D5B-4826-A878-073CBDE94A29}" sibTransId="{91769F24-CF66-4EED-B3FB-C51E461575D4}"/>
    <dgm:cxn modelId="{A4BB5906-567D-4F01-B65E-6E0F9DB7AC9F}" type="presOf" srcId="{60DD8121-3E0A-451F-B8F8-C1B91091C6EF}" destId="{8961E9CA-0E97-4592-B4E8-06491EFB8237}" srcOrd="0" destOrd="0" presId="urn:microsoft.com/office/officeart/2005/8/layout/vList2"/>
    <dgm:cxn modelId="{4C7A4119-6A39-431B-A297-06E502A94F5C}" type="presOf" srcId="{A44FA0DC-8E90-4421-BC9C-2416A639C20B}" destId="{EC3E9BDC-0F38-4969-83CB-1C5F34935C56}" srcOrd="0" destOrd="0" presId="urn:microsoft.com/office/officeart/2005/8/layout/vList2"/>
    <dgm:cxn modelId="{E944BD25-3129-4261-8A2F-DC1C114701AC}" srcId="{60DD8121-3E0A-451F-B8F8-C1B91091C6EF}" destId="{D6170923-0DB1-4A37-A1D3-2A4A843D08C3}" srcOrd="1" destOrd="0" parTransId="{B669610F-0835-4578-A480-151FC9353A9E}" sibTransId="{14D3C4DE-F93C-4C3A-A7A0-72480C590D60}"/>
    <dgm:cxn modelId="{6D8859E1-3590-42FE-AB99-3C4E020EBCEE}" type="presOf" srcId="{D6170923-0DB1-4A37-A1D3-2A4A843D08C3}" destId="{F33A4214-1A8B-4C5C-8D79-72D61D23FD15}" srcOrd="0" destOrd="0" presId="urn:microsoft.com/office/officeart/2005/8/layout/vList2"/>
    <dgm:cxn modelId="{91BAAB69-AAD3-4630-9FDC-AAECCF04A6FD}" type="presParOf" srcId="{8961E9CA-0E97-4592-B4E8-06491EFB8237}" destId="{EC3E9BDC-0F38-4969-83CB-1C5F34935C56}" srcOrd="0" destOrd="0" presId="urn:microsoft.com/office/officeart/2005/8/layout/vList2"/>
    <dgm:cxn modelId="{7226FC19-93F7-4900-B039-AE0D34A498D2}" type="presParOf" srcId="{8961E9CA-0E97-4592-B4E8-06491EFB8237}" destId="{12F3D69F-6CAB-405F-9BDD-7A2D87B617A7}" srcOrd="1" destOrd="0" presId="urn:microsoft.com/office/officeart/2005/8/layout/vList2"/>
    <dgm:cxn modelId="{99EA4BB4-5634-4FCC-B0A7-6F6E742CB6A8}" type="presParOf" srcId="{8961E9CA-0E97-4592-B4E8-06491EFB8237}" destId="{F33A4214-1A8B-4C5C-8D79-72D61D23FD15}" srcOrd="2"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BB420DDE-BFDF-4765-ACFE-58EEDCAC52E4}" type="doc">
      <dgm:prSet loTypeId="urn:microsoft.com/office/officeart/2008/layout/LinedList" loCatId="list" qsTypeId="urn:microsoft.com/office/officeart/2005/8/quickstyle/simple4" qsCatId="simple" csTypeId="urn:microsoft.com/office/officeart/2005/8/colors/colorful1" csCatId="colorful"/>
      <dgm:spPr/>
      <dgm:t>
        <a:bodyPr/>
        <a:lstStyle/>
        <a:p>
          <a:endParaRPr lang="en-US"/>
        </a:p>
      </dgm:t>
    </dgm:pt>
    <dgm:pt modelId="{42B685A9-C1BD-4D1C-95C3-42BE6FCBDD4C}">
      <dgm:prSet/>
      <dgm:spPr/>
      <dgm:t>
        <a:bodyPr/>
        <a:lstStyle/>
        <a:p>
          <a:r>
            <a:rPr lang="en-US"/>
            <a:t>- SNS Topic: Active</a:t>
          </a:r>
        </a:p>
      </dgm:t>
    </dgm:pt>
    <dgm:pt modelId="{7172A779-906C-4521-A94E-8E729695B240}" type="parTrans" cxnId="{A3EE74FB-2461-4A5B-AB8C-ADA5D24AF486}">
      <dgm:prSet/>
      <dgm:spPr/>
      <dgm:t>
        <a:bodyPr/>
        <a:lstStyle/>
        <a:p>
          <a:endParaRPr lang="en-US"/>
        </a:p>
      </dgm:t>
    </dgm:pt>
    <dgm:pt modelId="{403AB441-620D-495D-A9BF-A26B73CC92FF}" type="sibTrans" cxnId="{A3EE74FB-2461-4A5B-AB8C-ADA5D24AF486}">
      <dgm:prSet/>
      <dgm:spPr/>
      <dgm:t>
        <a:bodyPr/>
        <a:lstStyle/>
        <a:p>
          <a:endParaRPr lang="en-US"/>
        </a:p>
      </dgm:t>
    </dgm:pt>
    <dgm:pt modelId="{E84C8EA4-E865-41F7-B54C-E8FC3448DDD7}">
      <dgm:prSet/>
      <dgm:spPr/>
      <dgm:t>
        <a:bodyPr/>
        <a:lstStyle/>
        <a:p>
          <a:r>
            <a:rPr lang="en-US"/>
            <a:t>- Subscription: Confirmed</a:t>
          </a:r>
        </a:p>
      </dgm:t>
    </dgm:pt>
    <dgm:pt modelId="{84A8FF8D-7356-424E-BBCB-97EF6CBBE94D}" type="parTrans" cxnId="{2218A6C0-AF19-4136-933C-7538ADC3FF40}">
      <dgm:prSet/>
      <dgm:spPr/>
      <dgm:t>
        <a:bodyPr/>
        <a:lstStyle/>
        <a:p>
          <a:endParaRPr lang="en-US"/>
        </a:p>
      </dgm:t>
    </dgm:pt>
    <dgm:pt modelId="{DF20F561-BE58-4D6C-AE60-641E2388BBF6}" type="sibTrans" cxnId="{2218A6C0-AF19-4136-933C-7538ADC3FF40}">
      <dgm:prSet/>
      <dgm:spPr/>
      <dgm:t>
        <a:bodyPr/>
        <a:lstStyle/>
        <a:p>
          <a:endParaRPr lang="en-US"/>
        </a:p>
      </dgm:t>
    </dgm:pt>
    <dgm:pt modelId="{72615695-475E-4A0D-BFE1-6DB7ACB4CA54}">
      <dgm:prSet/>
      <dgm:spPr/>
      <dgm:t>
        <a:bodyPr/>
        <a:lstStyle/>
        <a:p>
          <a:r>
            <a:rPr lang="en-US"/>
            <a:t>- S3 Bucket: Configured event notification</a:t>
          </a:r>
        </a:p>
      </dgm:t>
    </dgm:pt>
    <dgm:pt modelId="{C6F52230-64DF-4586-A662-616DA20F49EF}" type="parTrans" cxnId="{DAF4D835-861A-42F9-A9AD-F4A8CF7F2A3F}">
      <dgm:prSet/>
      <dgm:spPr/>
      <dgm:t>
        <a:bodyPr/>
        <a:lstStyle/>
        <a:p>
          <a:endParaRPr lang="en-US"/>
        </a:p>
      </dgm:t>
    </dgm:pt>
    <dgm:pt modelId="{DA018398-89E1-4043-809D-BDB0895EA7F8}" type="sibTrans" cxnId="{DAF4D835-861A-42F9-A9AD-F4A8CF7F2A3F}">
      <dgm:prSet/>
      <dgm:spPr/>
      <dgm:t>
        <a:bodyPr/>
        <a:lstStyle/>
        <a:p>
          <a:endParaRPr lang="en-US"/>
        </a:p>
      </dgm:t>
    </dgm:pt>
    <dgm:pt modelId="{FEDD70C1-D936-4E11-B105-B1E137FC1254}">
      <dgm:prSet/>
      <dgm:spPr/>
      <dgm:t>
        <a:bodyPr/>
        <a:lstStyle/>
        <a:p>
          <a:r>
            <a:rPr lang="en-US"/>
            <a:t>- Email: Notification received on file upload</a:t>
          </a:r>
        </a:p>
      </dgm:t>
    </dgm:pt>
    <dgm:pt modelId="{849CBA7E-0870-4F59-91AB-D3A26C8CF784}" type="parTrans" cxnId="{AF56EF6B-2FCC-46D7-A7F8-C33090EA5361}">
      <dgm:prSet/>
      <dgm:spPr/>
      <dgm:t>
        <a:bodyPr/>
        <a:lstStyle/>
        <a:p>
          <a:endParaRPr lang="en-US"/>
        </a:p>
      </dgm:t>
    </dgm:pt>
    <dgm:pt modelId="{009A5EAC-D6C8-41F0-88CD-BD701765289B}" type="sibTrans" cxnId="{AF56EF6B-2FCC-46D7-A7F8-C33090EA5361}">
      <dgm:prSet/>
      <dgm:spPr/>
      <dgm:t>
        <a:bodyPr/>
        <a:lstStyle/>
        <a:p>
          <a:endParaRPr lang="en-US"/>
        </a:p>
      </dgm:t>
    </dgm:pt>
    <dgm:pt modelId="{24355F64-D7CD-4B48-AC1C-E171D83AF2F4}" type="pres">
      <dgm:prSet presAssocID="{BB420DDE-BFDF-4765-ACFE-58EEDCAC52E4}" presName="vert0" presStyleCnt="0">
        <dgm:presLayoutVars>
          <dgm:dir/>
          <dgm:animOne val="branch"/>
          <dgm:animLvl val="lvl"/>
        </dgm:presLayoutVars>
      </dgm:prSet>
      <dgm:spPr/>
    </dgm:pt>
    <dgm:pt modelId="{188486B8-F0BE-4F4C-B68B-DA103B715106}" type="pres">
      <dgm:prSet presAssocID="{42B685A9-C1BD-4D1C-95C3-42BE6FCBDD4C}" presName="thickLine" presStyleLbl="alignNode1" presStyleIdx="0" presStyleCnt="4"/>
      <dgm:spPr/>
    </dgm:pt>
    <dgm:pt modelId="{03DA5D38-8D4C-4243-8ECB-DDC0FEA7F57B}" type="pres">
      <dgm:prSet presAssocID="{42B685A9-C1BD-4D1C-95C3-42BE6FCBDD4C}" presName="horz1" presStyleCnt="0"/>
      <dgm:spPr/>
    </dgm:pt>
    <dgm:pt modelId="{F29F9D31-4F97-484D-A2FD-A5EC3B8A164B}" type="pres">
      <dgm:prSet presAssocID="{42B685A9-C1BD-4D1C-95C3-42BE6FCBDD4C}" presName="tx1" presStyleLbl="revTx" presStyleIdx="0" presStyleCnt="4"/>
      <dgm:spPr/>
    </dgm:pt>
    <dgm:pt modelId="{C05D2431-9812-4BC4-9BD4-2649CF246EC2}" type="pres">
      <dgm:prSet presAssocID="{42B685A9-C1BD-4D1C-95C3-42BE6FCBDD4C}" presName="vert1" presStyleCnt="0"/>
      <dgm:spPr/>
    </dgm:pt>
    <dgm:pt modelId="{0D524395-C296-4AFC-8692-DCB4912E0389}" type="pres">
      <dgm:prSet presAssocID="{E84C8EA4-E865-41F7-B54C-E8FC3448DDD7}" presName="thickLine" presStyleLbl="alignNode1" presStyleIdx="1" presStyleCnt="4"/>
      <dgm:spPr/>
    </dgm:pt>
    <dgm:pt modelId="{67913A4D-3590-4B49-B627-C40748D64682}" type="pres">
      <dgm:prSet presAssocID="{E84C8EA4-E865-41F7-B54C-E8FC3448DDD7}" presName="horz1" presStyleCnt="0"/>
      <dgm:spPr/>
    </dgm:pt>
    <dgm:pt modelId="{AE38211C-D5E9-4061-A489-CE438DA2C005}" type="pres">
      <dgm:prSet presAssocID="{E84C8EA4-E865-41F7-B54C-E8FC3448DDD7}" presName="tx1" presStyleLbl="revTx" presStyleIdx="1" presStyleCnt="4"/>
      <dgm:spPr/>
    </dgm:pt>
    <dgm:pt modelId="{B798AB7B-F006-410B-B9A1-0B349475F356}" type="pres">
      <dgm:prSet presAssocID="{E84C8EA4-E865-41F7-B54C-E8FC3448DDD7}" presName="vert1" presStyleCnt="0"/>
      <dgm:spPr/>
    </dgm:pt>
    <dgm:pt modelId="{93B746F7-79E9-40E0-970C-BC43E85B0C51}" type="pres">
      <dgm:prSet presAssocID="{72615695-475E-4A0D-BFE1-6DB7ACB4CA54}" presName="thickLine" presStyleLbl="alignNode1" presStyleIdx="2" presStyleCnt="4"/>
      <dgm:spPr/>
    </dgm:pt>
    <dgm:pt modelId="{28C0AE3C-F9DC-4BA2-89A2-3BAE8936C980}" type="pres">
      <dgm:prSet presAssocID="{72615695-475E-4A0D-BFE1-6DB7ACB4CA54}" presName="horz1" presStyleCnt="0"/>
      <dgm:spPr/>
    </dgm:pt>
    <dgm:pt modelId="{F462FA61-B6F8-4809-94E8-539821B54A6A}" type="pres">
      <dgm:prSet presAssocID="{72615695-475E-4A0D-BFE1-6DB7ACB4CA54}" presName="tx1" presStyleLbl="revTx" presStyleIdx="2" presStyleCnt="4"/>
      <dgm:spPr/>
    </dgm:pt>
    <dgm:pt modelId="{F72494D6-5A90-4BFD-9426-CF692D452178}" type="pres">
      <dgm:prSet presAssocID="{72615695-475E-4A0D-BFE1-6DB7ACB4CA54}" presName="vert1" presStyleCnt="0"/>
      <dgm:spPr/>
    </dgm:pt>
    <dgm:pt modelId="{BA20DA69-66A7-42E0-ABCC-F37BE3761C67}" type="pres">
      <dgm:prSet presAssocID="{FEDD70C1-D936-4E11-B105-B1E137FC1254}" presName="thickLine" presStyleLbl="alignNode1" presStyleIdx="3" presStyleCnt="4"/>
      <dgm:spPr/>
    </dgm:pt>
    <dgm:pt modelId="{B7CFCF5F-5C57-455B-BBF6-6E9A0D49D443}" type="pres">
      <dgm:prSet presAssocID="{FEDD70C1-D936-4E11-B105-B1E137FC1254}" presName="horz1" presStyleCnt="0"/>
      <dgm:spPr/>
    </dgm:pt>
    <dgm:pt modelId="{83D7694F-F4CF-4FE5-872B-750583C874F7}" type="pres">
      <dgm:prSet presAssocID="{FEDD70C1-D936-4E11-B105-B1E137FC1254}" presName="tx1" presStyleLbl="revTx" presStyleIdx="3" presStyleCnt="4"/>
      <dgm:spPr/>
    </dgm:pt>
    <dgm:pt modelId="{6089438D-2068-4FB7-A431-D0E9B45AF981}" type="pres">
      <dgm:prSet presAssocID="{FEDD70C1-D936-4E11-B105-B1E137FC1254}" presName="vert1" presStyleCnt="0"/>
      <dgm:spPr/>
    </dgm:pt>
  </dgm:ptLst>
  <dgm:cxnLst>
    <dgm:cxn modelId="{C91D2D0A-937C-497E-B1B4-E95337A5B6EE}" type="presOf" srcId="{72615695-475E-4A0D-BFE1-6DB7ACB4CA54}" destId="{F462FA61-B6F8-4809-94E8-539821B54A6A}" srcOrd="0" destOrd="0" presId="urn:microsoft.com/office/officeart/2008/layout/LinedList"/>
    <dgm:cxn modelId="{13746730-2556-4C3B-85D0-14233A5C541C}" type="presOf" srcId="{BB420DDE-BFDF-4765-ACFE-58EEDCAC52E4}" destId="{24355F64-D7CD-4B48-AC1C-E171D83AF2F4}" srcOrd="0" destOrd="0" presId="urn:microsoft.com/office/officeart/2008/layout/LinedList"/>
    <dgm:cxn modelId="{DAF4D835-861A-42F9-A9AD-F4A8CF7F2A3F}" srcId="{BB420DDE-BFDF-4765-ACFE-58EEDCAC52E4}" destId="{72615695-475E-4A0D-BFE1-6DB7ACB4CA54}" srcOrd="2" destOrd="0" parTransId="{C6F52230-64DF-4586-A662-616DA20F49EF}" sibTransId="{DA018398-89E1-4043-809D-BDB0895EA7F8}"/>
    <dgm:cxn modelId="{570A9040-2124-4FF6-B1B2-F57D144EA7F9}" type="presOf" srcId="{FEDD70C1-D936-4E11-B105-B1E137FC1254}" destId="{83D7694F-F4CF-4FE5-872B-750583C874F7}" srcOrd="0" destOrd="0" presId="urn:microsoft.com/office/officeart/2008/layout/LinedList"/>
    <dgm:cxn modelId="{EB03CC68-D18F-4D24-A8F6-110BE5483F28}" type="presOf" srcId="{E84C8EA4-E865-41F7-B54C-E8FC3448DDD7}" destId="{AE38211C-D5E9-4061-A489-CE438DA2C005}" srcOrd="0" destOrd="0" presId="urn:microsoft.com/office/officeart/2008/layout/LinedList"/>
    <dgm:cxn modelId="{AF56EF6B-2FCC-46D7-A7F8-C33090EA5361}" srcId="{BB420DDE-BFDF-4765-ACFE-58EEDCAC52E4}" destId="{FEDD70C1-D936-4E11-B105-B1E137FC1254}" srcOrd="3" destOrd="0" parTransId="{849CBA7E-0870-4F59-91AB-D3A26C8CF784}" sibTransId="{009A5EAC-D6C8-41F0-88CD-BD701765289B}"/>
    <dgm:cxn modelId="{68F338BE-9C12-437F-B784-A42537AFE508}" type="presOf" srcId="{42B685A9-C1BD-4D1C-95C3-42BE6FCBDD4C}" destId="{F29F9D31-4F97-484D-A2FD-A5EC3B8A164B}" srcOrd="0" destOrd="0" presId="urn:microsoft.com/office/officeart/2008/layout/LinedList"/>
    <dgm:cxn modelId="{2218A6C0-AF19-4136-933C-7538ADC3FF40}" srcId="{BB420DDE-BFDF-4765-ACFE-58EEDCAC52E4}" destId="{E84C8EA4-E865-41F7-B54C-E8FC3448DDD7}" srcOrd="1" destOrd="0" parTransId="{84A8FF8D-7356-424E-BBCB-97EF6CBBE94D}" sibTransId="{DF20F561-BE58-4D6C-AE60-641E2388BBF6}"/>
    <dgm:cxn modelId="{A3EE74FB-2461-4A5B-AB8C-ADA5D24AF486}" srcId="{BB420DDE-BFDF-4765-ACFE-58EEDCAC52E4}" destId="{42B685A9-C1BD-4D1C-95C3-42BE6FCBDD4C}" srcOrd="0" destOrd="0" parTransId="{7172A779-906C-4521-A94E-8E729695B240}" sibTransId="{403AB441-620D-495D-A9BF-A26B73CC92FF}"/>
    <dgm:cxn modelId="{46E922BC-B993-4168-BB8D-7638CC443C9C}" type="presParOf" srcId="{24355F64-D7CD-4B48-AC1C-E171D83AF2F4}" destId="{188486B8-F0BE-4F4C-B68B-DA103B715106}" srcOrd="0" destOrd="0" presId="urn:microsoft.com/office/officeart/2008/layout/LinedList"/>
    <dgm:cxn modelId="{7B84C5B2-87E9-40BC-9EBA-F0B6DA056732}" type="presParOf" srcId="{24355F64-D7CD-4B48-AC1C-E171D83AF2F4}" destId="{03DA5D38-8D4C-4243-8ECB-DDC0FEA7F57B}" srcOrd="1" destOrd="0" presId="urn:microsoft.com/office/officeart/2008/layout/LinedList"/>
    <dgm:cxn modelId="{A70B3D22-114F-41FB-BE5D-1F34BFD72BE9}" type="presParOf" srcId="{03DA5D38-8D4C-4243-8ECB-DDC0FEA7F57B}" destId="{F29F9D31-4F97-484D-A2FD-A5EC3B8A164B}" srcOrd="0" destOrd="0" presId="urn:microsoft.com/office/officeart/2008/layout/LinedList"/>
    <dgm:cxn modelId="{E1A6DE43-B536-4F1C-A0BB-76D3B1A80DAE}" type="presParOf" srcId="{03DA5D38-8D4C-4243-8ECB-DDC0FEA7F57B}" destId="{C05D2431-9812-4BC4-9BD4-2649CF246EC2}" srcOrd="1" destOrd="0" presId="urn:microsoft.com/office/officeart/2008/layout/LinedList"/>
    <dgm:cxn modelId="{6667949A-56A1-4EE4-8D50-667D4338D5CF}" type="presParOf" srcId="{24355F64-D7CD-4B48-AC1C-E171D83AF2F4}" destId="{0D524395-C296-4AFC-8692-DCB4912E0389}" srcOrd="2" destOrd="0" presId="urn:microsoft.com/office/officeart/2008/layout/LinedList"/>
    <dgm:cxn modelId="{81EB894A-F456-408A-ADCC-63E7D98807C1}" type="presParOf" srcId="{24355F64-D7CD-4B48-AC1C-E171D83AF2F4}" destId="{67913A4D-3590-4B49-B627-C40748D64682}" srcOrd="3" destOrd="0" presId="urn:microsoft.com/office/officeart/2008/layout/LinedList"/>
    <dgm:cxn modelId="{10CB70C7-188C-4DB1-BA73-17A403000050}" type="presParOf" srcId="{67913A4D-3590-4B49-B627-C40748D64682}" destId="{AE38211C-D5E9-4061-A489-CE438DA2C005}" srcOrd="0" destOrd="0" presId="urn:microsoft.com/office/officeart/2008/layout/LinedList"/>
    <dgm:cxn modelId="{A6C8BD73-589F-4B4B-B1D2-5AFE4BA465DB}" type="presParOf" srcId="{67913A4D-3590-4B49-B627-C40748D64682}" destId="{B798AB7B-F006-410B-B9A1-0B349475F356}" srcOrd="1" destOrd="0" presId="urn:microsoft.com/office/officeart/2008/layout/LinedList"/>
    <dgm:cxn modelId="{B12DCD8C-0C69-42AB-8EF0-68697D633438}" type="presParOf" srcId="{24355F64-D7CD-4B48-AC1C-E171D83AF2F4}" destId="{93B746F7-79E9-40E0-970C-BC43E85B0C51}" srcOrd="4" destOrd="0" presId="urn:microsoft.com/office/officeart/2008/layout/LinedList"/>
    <dgm:cxn modelId="{4712858B-D15E-46B5-AA4E-BD78107256AB}" type="presParOf" srcId="{24355F64-D7CD-4B48-AC1C-E171D83AF2F4}" destId="{28C0AE3C-F9DC-4BA2-89A2-3BAE8936C980}" srcOrd="5" destOrd="0" presId="urn:microsoft.com/office/officeart/2008/layout/LinedList"/>
    <dgm:cxn modelId="{D3D70033-6DD9-4AD6-8AB7-F7D58140D6CB}" type="presParOf" srcId="{28C0AE3C-F9DC-4BA2-89A2-3BAE8936C980}" destId="{F462FA61-B6F8-4809-94E8-539821B54A6A}" srcOrd="0" destOrd="0" presId="urn:microsoft.com/office/officeart/2008/layout/LinedList"/>
    <dgm:cxn modelId="{C9BE150F-8200-44ED-B9DF-56DB84FE9717}" type="presParOf" srcId="{28C0AE3C-F9DC-4BA2-89A2-3BAE8936C980}" destId="{F72494D6-5A90-4BFD-9426-CF692D452178}" srcOrd="1" destOrd="0" presId="urn:microsoft.com/office/officeart/2008/layout/LinedList"/>
    <dgm:cxn modelId="{361CF32B-540B-400C-9CAB-9838DD1143DF}" type="presParOf" srcId="{24355F64-D7CD-4B48-AC1C-E171D83AF2F4}" destId="{BA20DA69-66A7-42E0-ABCC-F37BE3761C67}" srcOrd="6" destOrd="0" presId="urn:microsoft.com/office/officeart/2008/layout/LinedList"/>
    <dgm:cxn modelId="{0D088FEF-82CF-45EA-95BA-4B79D7FAAA0D}" type="presParOf" srcId="{24355F64-D7CD-4B48-AC1C-E171D83AF2F4}" destId="{B7CFCF5F-5C57-455B-BBF6-6E9A0D49D443}" srcOrd="7" destOrd="0" presId="urn:microsoft.com/office/officeart/2008/layout/LinedList"/>
    <dgm:cxn modelId="{C1714F5A-2864-4842-962B-78AD0F46A4B6}" type="presParOf" srcId="{B7CFCF5F-5C57-455B-BBF6-6E9A0D49D443}" destId="{83D7694F-F4CF-4FE5-872B-750583C874F7}" srcOrd="0" destOrd="0" presId="urn:microsoft.com/office/officeart/2008/layout/LinedList"/>
    <dgm:cxn modelId="{E6393C9A-DA06-4420-9751-8B7892264A2D}" type="presParOf" srcId="{B7CFCF5F-5C57-455B-BBF6-6E9A0D49D443}" destId="{6089438D-2068-4FB7-A431-D0E9B45AF981}"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7D1DBF8-38A1-4C43-A9E5-A2C0236BBD1A}">
      <dsp:nvSpPr>
        <dsp:cNvPr id="0" name=""/>
        <dsp:cNvSpPr/>
      </dsp:nvSpPr>
      <dsp:spPr>
        <a:xfrm>
          <a:off x="0" y="221360"/>
          <a:ext cx="5000124" cy="2471039"/>
        </a:xfrm>
        <a:prstGeom prst="roundRect">
          <a:avLst/>
        </a:prstGeom>
        <a:gradFill rotWithShape="0">
          <a:gsLst>
            <a:gs pos="0">
              <a:schemeClr val="accent5">
                <a:hueOff val="0"/>
                <a:satOff val="0"/>
                <a:lumOff val="0"/>
                <a:alphaOff val="0"/>
                <a:tint val="100000"/>
                <a:shade val="100000"/>
                <a:satMod val="130000"/>
              </a:schemeClr>
            </a:gs>
            <a:gs pos="100000">
              <a:schemeClr val="accent5">
                <a:hueOff val="0"/>
                <a:satOff val="0"/>
                <a:lumOff val="0"/>
                <a:alphaOff val="0"/>
                <a:tint val="50000"/>
                <a:shade val="100000"/>
                <a:satMod val="350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kern="1200"/>
            <a:t>The objective of this project is to configure Amazon S3 event notifications to trigger Amazon SNS topics, which then notify subscribers (via email) whenever new objects are uploaded to the S3 bucket.</a:t>
          </a:r>
        </a:p>
      </dsp:txBody>
      <dsp:txXfrm>
        <a:off x="120626" y="341986"/>
        <a:ext cx="4758872" cy="2229787"/>
      </dsp:txXfrm>
    </dsp:sp>
    <dsp:sp modelId="{B6BAAE7E-0656-4B2C-9765-54C986B2E56E}">
      <dsp:nvSpPr>
        <dsp:cNvPr id="0" name=""/>
        <dsp:cNvSpPr/>
      </dsp:nvSpPr>
      <dsp:spPr>
        <a:xfrm>
          <a:off x="0" y="2761519"/>
          <a:ext cx="5000124" cy="2471039"/>
        </a:xfrm>
        <a:prstGeom prst="roundRect">
          <a:avLst/>
        </a:prstGeom>
        <a:gradFill rotWithShape="0">
          <a:gsLst>
            <a:gs pos="0">
              <a:schemeClr val="accent5">
                <a:hueOff val="-9933876"/>
                <a:satOff val="39811"/>
                <a:lumOff val="8628"/>
                <a:alphaOff val="0"/>
                <a:tint val="100000"/>
                <a:shade val="100000"/>
                <a:satMod val="130000"/>
              </a:schemeClr>
            </a:gs>
            <a:gs pos="100000">
              <a:schemeClr val="accent5">
                <a:hueOff val="-9933876"/>
                <a:satOff val="39811"/>
                <a:lumOff val="8628"/>
                <a:alphaOff val="0"/>
                <a:tint val="50000"/>
                <a:shade val="100000"/>
                <a:satMod val="350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kern="1200"/>
            <a:t>This demonstrates event-driven cloud architecture used in automation and monitoring.</a:t>
          </a:r>
        </a:p>
      </dsp:txBody>
      <dsp:txXfrm>
        <a:off x="120626" y="2882145"/>
        <a:ext cx="4758872" cy="2229787"/>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72223E0-B8AB-47B1-AC4A-D6E3F80E112B}">
      <dsp:nvSpPr>
        <dsp:cNvPr id="0" name=""/>
        <dsp:cNvSpPr/>
      </dsp:nvSpPr>
      <dsp:spPr>
        <a:xfrm>
          <a:off x="0" y="126680"/>
          <a:ext cx="5000124" cy="1233179"/>
        </a:xfrm>
        <a:prstGeom prst="roundRect">
          <a:avLst/>
        </a:prstGeom>
        <a:gradFill rotWithShape="0">
          <a:gsLst>
            <a:gs pos="0">
              <a:schemeClr val="accent5">
                <a:hueOff val="0"/>
                <a:satOff val="0"/>
                <a:lumOff val="0"/>
                <a:alphaOff val="0"/>
                <a:tint val="100000"/>
                <a:shade val="100000"/>
                <a:satMod val="130000"/>
              </a:schemeClr>
            </a:gs>
            <a:gs pos="100000">
              <a:schemeClr val="accent5">
                <a:hueOff val="0"/>
                <a:satOff val="0"/>
                <a:lumOff val="0"/>
                <a:alphaOff val="0"/>
                <a:tint val="50000"/>
                <a:shade val="100000"/>
                <a:satMod val="350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kern="1200"/>
            <a:t>- Amazon S3 (Object storage and event generation)</a:t>
          </a:r>
        </a:p>
      </dsp:txBody>
      <dsp:txXfrm>
        <a:off x="60199" y="186879"/>
        <a:ext cx="4879726" cy="1112781"/>
      </dsp:txXfrm>
    </dsp:sp>
    <dsp:sp modelId="{4388AE66-79A5-453F-ADCB-6D954A98D82A}">
      <dsp:nvSpPr>
        <dsp:cNvPr id="0" name=""/>
        <dsp:cNvSpPr/>
      </dsp:nvSpPr>
      <dsp:spPr>
        <a:xfrm>
          <a:off x="0" y="1449140"/>
          <a:ext cx="5000124" cy="1233179"/>
        </a:xfrm>
        <a:prstGeom prst="roundRect">
          <a:avLst/>
        </a:prstGeom>
        <a:gradFill rotWithShape="0">
          <a:gsLst>
            <a:gs pos="0">
              <a:schemeClr val="accent5">
                <a:hueOff val="-3311292"/>
                <a:satOff val="13270"/>
                <a:lumOff val="2876"/>
                <a:alphaOff val="0"/>
                <a:tint val="100000"/>
                <a:shade val="100000"/>
                <a:satMod val="130000"/>
              </a:schemeClr>
            </a:gs>
            <a:gs pos="100000">
              <a:schemeClr val="accent5">
                <a:hueOff val="-3311292"/>
                <a:satOff val="13270"/>
                <a:lumOff val="2876"/>
                <a:alphaOff val="0"/>
                <a:tint val="50000"/>
                <a:shade val="100000"/>
                <a:satMod val="350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kern="1200"/>
            <a:t>- Amazon SNS (Simple Notification Service)</a:t>
          </a:r>
        </a:p>
      </dsp:txBody>
      <dsp:txXfrm>
        <a:off x="60199" y="1509339"/>
        <a:ext cx="4879726" cy="1112781"/>
      </dsp:txXfrm>
    </dsp:sp>
    <dsp:sp modelId="{4A4A35AE-C2E5-4DC6-9F10-42E07C35943B}">
      <dsp:nvSpPr>
        <dsp:cNvPr id="0" name=""/>
        <dsp:cNvSpPr/>
      </dsp:nvSpPr>
      <dsp:spPr>
        <a:xfrm>
          <a:off x="0" y="2771600"/>
          <a:ext cx="5000124" cy="1233179"/>
        </a:xfrm>
        <a:prstGeom prst="roundRect">
          <a:avLst/>
        </a:prstGeom>
        <a:gradFill rotWithShape="0">
          <a:gsLst>
            <a:gs pos="0">
              <a:schemeClr val="accent5">
                <a:hueOff val="-6622584"/>
                <a:satOff val="26541"/>
                <a:lumOff val="5752"/>
                <a:alphaOff val="0"/>
                <a:tint val="100000"/>
                <a:shade val="100000"/>
                <a:satMod val="130000"/>
              </a:schemeClr>
            </a:gs>
            <a:gs pos="100000">
              <a:schemeClr val="accent5">
                <a:hueOff val="-6622584"/>
                <a:satOff val="26541"/>
                <a:lumOff val="5752"/>
                <a:alphaOff val="0"/>
                <a:tint val="50000"/>
                <a:shade val="100000"/>
                <a:satMod val="350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kern="1200"/>
            <a:t>- IAM (Access policies)</a:t>
          </a:r>
        </a:p>
      </dsp:txBody>
      <dsp:txXfrm>
        <a:off x="60199" y="2831799"/>
        <a:ext cx="4879726" cy="1112781"/>
      </dsp:txXfrm>
    </dsp:sp>
    <dsp:sp modelId="{95AA65DC-89A8-40C7-BC87-AF4E1ACA0A80}">
      <dsp:nvSpPr>
        <dsp:cNvPr id="0" name=""/>
        <dsp:cNvSpPr/>
      </dsp:nvSpPr>
      <dsp:spPr>
        <a:xfrm>
          <a:off x="0" y="4094060"/>
          <a:ext cx="5000124" cy="1233179"/>
        </a:xfrm>
        <a:prstGeom prst="roundRect">
          <a:avLst/>
        </a:prstGeom>
        <a:gradFill rotWithShape="0">
          <a:gsLst>
            <a:gs pos="0">
              <a:schemeClr val="accent5">
                <a:hueOff val="-9933876"/>
                <a:satOff val="39811"/>
                <a:lumOff val="8628"/>
                <a:alphaOff val="0"/>
                <a:tint val="100000"/>
                <a:shade val="100000"/>
                <a:satMod val="130000"/>
              </a:schemeClr>
            </a:gs>
            <a:gs pos="100000">
              <a:schemeClr val="accent5">
                <a:hueOff val="-9933876"/>
                <a:satOff val="39811"/>
                <a:lumOff val="8628"/>
                <a:alphaOff val="0"/>
                <a:tint val="50000"/>
                <a:shade val="100000"/>
                <a:satMod val="350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kern="1200"/>
            <a:t>- Email (SNS subscription delivery)</a:t>
          </a:r>
        </a:p>
      </dsp:txBody>
      <dsp:txXfrm>
        <a:off x="60199" y="4154259"/>
        <a:ext cx="4879726" cy="1112781"/>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A469CA5-B3E5-4CCD-8AA3-B48C1D066FFB}">
      <dsp:nvSpPr>
        <dsp:cNvPr id="0" name=""/>
        <dsp:cNvSpPr/>
      </dsp:nvSpPr>
      <dsp:spPr>
        <a:xfrm>
          <a:off x="0" y="2663"/>
          <a:ext cx="5000124" cy="0"/>
        </a:xfrm>
        <a:prstGeom prst="line">
          <a:avLst/>
        </a:prstGeom>
        <a:gradFill rotWithShape="0">
          <a:gsLst>
            <a:gs pos="0">
              <a:schemeClr val="dk2">
                <a:hueOff val="0"/>
                <a:satOff val="0"/>
                <a:lumOff val="0"/>
                <a:alphaOff val="0"/>
                <a:tint val="100000"/>
                <a:shade val="100000"/>
                <a:satMod val="130000"/>
              </a:schemeClr>
            </a:gs>
            <a:gs pos="100000">
              <a:schemeClr val="dk2">
                <a:hueOff val="0"/>
                <a:satOff val="0"/>
                <a:lumOff val="0"/>
                <a:alphaOff val="0"/>
                <a:tint val="50000"/>
                <a:shade val="100000"/>
                <a:satMod val="350000"/>
              </a:schemeClr>
            </a:gs>
          </a:gsLst>
          <a:lin ang="16200000" scaled="0"/>
        </a:gradFill>
        <a:ln w="9525" cap="flat" cmpd="sng" algn="ctr">
          <a:solidFill>
            <a:schemeClr val="dk2">
              <a:hueOff val="0"/>
              <a:satOff val="0"/>
              <a:lumOff val="0"/>
              <a:alphaOff val="0"/>
            </a:schemeClr>
          </a:solidFill>
          <a:prstDash val="solid"/>
        </a:ln>
        <a:effectLst>
          <a:outerShdw blurRad="40000" dist="23000" dir="5400000" rotWithShape="0">
            <a:srgbClr val="000000">
              <a:alpha val="35000"/>
            </a:srgbClr>
          </a:outerShdw>
        </a:effectLst>
      </dsp:spPr>
      <dsp:style>
        <a:lnRef idx="1">
          <a:scrgbClr r="0" g="0" b="0"/>
        </a:lnRef>
        <a:fillRef idx="3">
          <a:scrgbClr r="0" g="0" b="0"/>
        </a:fillRef>
        <a:effectRef idx="2">
          <a:scrgbClr r="0" g="0" b="0"/>
        </a:effectRef>
        <a:fontRef idx="minor">
          <a:schemeClr val="lt1"/>
        </a:fontRef>
      </dsp:style>
    </dsp:sp>
    <dsp:sp modelId="{203198C8-3BB8-4151-9BBA-CD966C34ACD6}">
      <dsp:nvSpPr>
        <dsp:cNvPr id="0" name=""/>
        <dsp:cNvSpPr/>
      </dsp:nvSpPr>
      <dsp:spPr>
        <a:xfrm>
          <a:off x="0" y="2663"/>
          <a:ext cx="5000124" cy="90809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5250" tIns="95250" rIns="95250" bIns="95250" numCol="1" spcCol="1270" anchor="t" anchorCtr="0">
          <a:noAutofit/>
        </a:bodyPr>
        <a:lstStyle/>
        <a:p>
          <a:pPr marL="0" lvl="0" indent="0" algn="l" defTabSz="1111250">
            <a:lnSpc>
              <a:spcPct val="90000"/>
            </a:lnSpc>
            <a:spcBef>
              <a:spcPct val="0"/>
            </a:spcBef>
            <a:spcAft>
              <a:spcPct val="35000"/>
            </a:spcAft>
            <a:buNone/>
          </a:pPr>
          <a:r>
            <a:rPr lang="en-US" sz="2500" kern="1200"/>
            <a:t>1. Created an SNS Topic.</a:t>
          </a:r>
        </a:p>
      </dsp:txBody>
      <dsp:txXfrm>
        <a:off x="0" y="2663"/>
        <a:ext cx="5000124" cy="908098"/>
      </dsp:txXfrm>
    </dsp:sp>
    <dsp:sp modelId="{40B02968-5AC5-4CD4-9D63-F82C467AE56D}">
      <dsp:nvSpPr>
        <dsp:cNvPr id="0" name=""/>
        <dsp:cNvSpPr/>
      </dsp:nvSpPr>
      <dsp:spPr>
        <a:xfrm>
          <a:off x="0" y="910762"/>
          <a:ext cx="5000124" cy="0"/>
        </a:xfrm>
        <a:prstGeom prst="line">
          <a:avLst/>
        </a:prstGeom>
        <a:gradFill rotWithShape="0">
          <a:gsLst>
            <a:gs pos="0">
              <a:schemeClr val="dk2">
                <a:hueOff val="0"/>
                <a:satOff val="0"/>
                <a:lumOff val="0"/>
                <a:alphaOff val="0"/>
                <a:tint val="100000"/>
                <a:shade val="100000"/>
                <a:satMod val="130000"/>
              </a:schemeClr>
            </a:gs>
            <a:gs pos="100000">
              <a:schemeClr val="dk2">
                <a:hueOff val="0"/>
                <a:satOff val="0"/>
                <a:lumOff val="0"/>
                <a:alphaOff val="0"/>
                <a:tint val="50000"/>
                <a:shade val="100000"/>
                <a:satMod val="350000"/>
              </a:schemeClr>
            </a:gs>
          </a:gsLst>
          <a:lin ang="16200000" scaled="0"/>
        </a:gradFill>
        <a:ln w="9525" cap="flat" cmpd="sng" algn="ctr">
          <a:solidFill>
            <a:schemeClr val="dk2">
              <a:hueOff val="0"/>
              <a:satOff val="0"/>
              <a:lumOff val="0"/>
              <a:alphaOff val="0"/>
            </a:schemeClr>
          </a:solidFill>
          <a:prstDash val="solid"/>
        </a:ln>
        <a:effectLst>
          <a:outerShdw blurRad="40000" dist="23000" dir="5400000" rotWithShape="0">
            <a:srgbClr val="000000">
              <a:alpha val="35000"/>
            </a:srgbClr>
          </a:outerShdw>
        </a:effectLst>
      </dsp:spPr>
      <dsp:style>
        <a:lnRef idx="1">
          <a:scrgbClr r="0" g="0" b="0"/>
        </a:lnRef>
        <a:fillRef idx="3">
          <a:scrgbClr r="0" g="0" b="0"/>
        </a:fillRef>
        <a:effectRef idx="2">
          <a:scrgbClr r="0" g="0" b="0"/>
        </a:effectRef>
        <a:fontRef idx="minor">
          <a:schemeClr val="lt1"/>
        </a:fontRef>
      </dsp:style>
    </dsp:sp>
    <dsp:sp modelId="{2A14690A-3A92-435F-923D-0C75133E5D62}">
      <dsp:nvSpPr>
        <dsp:cNvPr id="0" name=""/>
        <dsp:cNvSpPr/>
      </dsp:nvSpPr>
      <dsp:spPr>
        <a:xfrm>
          <a:off x="0" y="910762"/>
          <a:ext cx="5000124" cy="90809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5250" tIns="95250" rIns="95250" bIns="95250" numCol="1" spcCol="1270" anchor="t" anchorCtr="0">
          <a:noAutofit/>
        </a:bodyPr>
        <a:lstStyle/>
        <a:p>
          <a:pPr marL="0" lvl="0" indent="0" algn="l" defTabSz="1111250">
            <a:lnSpc>
              <a:spcPct val="90000"/>
            </a:lnSpc>
            <a:spcBef>
              <a:spcPct val="0"/>
            </a:spcBef>
            <a:spcAft>
              <a:spcPct val="35000"/>
            </a:spcAft>
            <a:buNone/>
          </a:pPr>
          <a:r>
            <a:rPr lang="en-US" sz="2500" kern="1200"/>
            <a:t>2. Subscribed via Email (confirmed subscription).</a:t>
          </a:r>
        </a:p>
      </dsp:txBody>
      <dsp:txXfrm>
        <a:off x="0" y="910762"/>
        <a:ext cx="5000124" cy="908098"/>
      </dsp:txXfrm>
    </dsp:sp>
    <dsp:sp modelId="{A6AB4C2B-D903-4217-AE36-3BA89F7F72A4}">
      <dsp:nvSpPr>
        <dsp:cNvPr id="0" name=""/>
        <dsp:cNvSpPr/>
      </dsp:nvSpPr>
      <dsp:spPr>
        <a:xfrm>
          <a:off x="0" y="1818861"/>
          <a:ext cx="5000124" cy="0"/>
        </a:xfrm>
        <a:prstGeom prst="line">
          <a:avLst/>
        </a:prstGeom>
        <a:gradFill rotWithShape="0">
          <a:gsLst>
            <a:gs pos="0">
              <a:schemeClr val="dk2">
                <a:hueOff val="0"/>
                <a:satOff val="0"/>
                <a:lumOff val="0"/>
                <a:alphaOff val="0"/>
                <a:tint val="100000"/>
                <a:shade val="100000"/>
                <a:satMod val="130000"/>
              </a:schemeClr>
            </a:gs>
            <a:gs pos="100000">
              <a:schemeClr val="dk2">
                <a:hueOff val="0"/>
                <a:satOff val="0"/>
                <a:lumOff val="0"/>
                <a:alphaOff val="0"/>
                <a:tint val="50000"/>
                <a:shade val="100000"/>
                <a:satMod val="350000"/>
              </a:schemeClr>
            </a:gs>
          </a:gsLst>
          <a:lin ang="16200000" scaled="0"/>
        </a:gradFill>
        <a:ln w="9525" cap="flat" cmpd="sng" algn="ctr">
          <a:solidFill>
            <a:schemeClr val="dk2">
              <a:hueOff val="0"/>
              <a:satOff val="0"/>
              <a:lumOff val="0"/>
              <a:alphaOff val="0"/>
            </a:schemeClr>
          </a:solidFill>
          <a:prstDash val="solid"/>
        </a:ln>
        <a:effectLst>
          <a:outerShdw blurRad="40000" dist="23000" dir="5400000" rotWithShape="0">
            <a:srgbClr val="000000">
              <a:alpha val="35000"/>
            </a:srgbClr>
          </a:outerShdw>
        </a:effectLst>
      </dsp:spPr>
      <dsp:style>
        <a:lnRef idx="1">
          <a:scrgbClr r="0" g="0" b="0"/>
        </a:lnRef>
        <a:fillRef idx="3">
          <a:scrgbClr r="0" g="0" b="0"/>
        </a:fillRef>
        <a:effectRef idx="2">
          <a:scrgbClr r="0" g="0" b="0"/>
        </a:effectRef>
        <a:fontRef idx="minor">
          <a:schemeClr val="lt1"/>
        </a:fontRef>
      </dsp:style>
    </dsp:sp>
    <dsp:sp modelId="{848B87A6-4056-4A1F-850F-21F17FC538CE}">
      <dsp:nvSpPr>
        <dsp:cNvPr id="0" name=""/>
        <dsp:cNvSpPr/>
      </dsp:nvSpPr>
      <dsp:spPr>
        <a:xfrm>
          <a:off x="0" y="1818861"/>
          <a:ext cx="5000124" cy="90809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5250" tIns="95250" rIns="95250" bIns="95250" numCol="1" spcCol="1270" anchor="t" anchorCtr="0">
          <a:noAutofit/>
        </a:bodyPr>
        <a:lstStyle/>
        <a:p>
          <a:pPr marL="0" lvl="0" indent="0" algn="l" defTabSz="1111250">
            <a:lnSpc>
              <a:spcPct val="90000"/>
            </a:lnSpc>
            <a:spcBef>
              <a:spcPct val="0"/>
            </a:spcBef>
            <a:spcAft>
              <a:spcPct val="35000"/>
            </a:spcAft>
            <a:buNone/>
          </a:pPr>
          <a:r>
            <a:rPr lang="en-US" sz="2500" kern="1200"/>
            <a:t>3. Created an S3 Bucket.</a:t>
          </a:r>
        </a:p>
      </dsp:txBody>
      <dsp:txXfrm>
        <a:off x="0" y="1818861"/>
        <a:ext cx="5000124" cy="908098"/>
      </dsp:txXfrm>
    </dsp:sp>
    <dsp:sp modelId="{64FF850B-21A2-416E-AF06-1B163C4F5286}">
      <dsp:nvSpPr>
        <dsp:cNvPr id="0" name=""/>
        <dsp:cNvSpPr/>
      </dsp:nvSpPr>
      <dsp:spPr>
        <a:xfrm>
          <a:off x="0" y="2726960"/>
          <a:ext cx="5000124" cy="0"/>
        </a:xfrm>
        <a:prstGeom prst="line">
          <a:avLst/>
        </a:prstGeom>
        <a:gradFill rotWithShape="0">
          <a:gsLst>
            <a:gs pos="0">
              <a:schemeClr val="dk2">
                <a:hueOff val="0"/>
                <a:satOff val="0"/>
                <a:lumOff val="0"/>
                <a:alphaOff val="0"/>
                <a:tint val="100000"/>
                <a:shade val="100000"/>
                <a:satMod val="130000"/>
              </a:schemeClr>
            </a:gs>
            <a:gs pos="100000">
              <a:schemeClr val="dk2">
                <a:hueOff val="0"/>
                <a:satOff val="0"/>
                <a:lumOff val="0"/>
                <a:alphaOff val="0"/>
                <a:tint val="50000"/>
                <a:shade val="100000"/>
                <a:satMod val="350000"/>
              </a:schemeClr>
            </a:gs>
          </a:gsLst>
          <a:lin ang="16200000" scaled="0"/>
        </a:gradFill>
        <a:ln w="9525" cap="flat" cmpd="sng" algn="ctr">
          <a:solidFill>
            <a:schemeClr val="dk2">
              <a:hueOff val="0"/>
              <a:satOff val="0"/>
              <a:lumOff val="0"/>
              <a:alphaOff val="0"/>
            </a:schemeClr>
          </a:solidFill>
          <a:prstDash val="solid"/>
        </a:ln>
        <a:effectLst>
          <a:outerShdw blurRad="40000" dist="23000" dir="5400000" rotWithShape="0">
            <a:srgbClr val="000000">
              <a:alpha val="35000"/>
            </a:srgbClr>
          </a:outerShdw>
        </a:effectLst>
      </dsp:spPr>
      <dsp:style>
        <a:lnRef idx="1">
          <a:scrgbClr r="0" g="0" b="0"/>
        </a:lnRef>
        <a:fillRef idx="3">
          <a:scrgbClr r="0" g="0" b="0"/>
        </a:fillRef>
        <a:effectRef idx="2">
          <a:scrgbClr r="0" g="0" b="0"/>
        </a:effectRef>
        <a:fontRef idx="minor">
          <a:schemeClr val="lt1"/>
        </a:fontRef>
      </dsp:style>
    </dsp:sp>
    <dsp:sp modelId="{7C94670A-B14C-4EB9-8845-8D5C80F740D8}">
      <dsp:nvSpPr>
        <dsp:cNvPr id="0" name=""/>
        <dsp:cNvSpPr/>
      </dsp:nvSpPr>
      <dsp:spPr>
        <a:xfrm>
          <a:off x="0" y="2726960"/>
          <a:ext cx="5000124" cy="90809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5250" tIns="95250" rIns="95250" bIns="95250" numCol="1" spcCol="1270" anchor="t" anchorCtr="0">
          <a:noAutofit/>
        </a:bodyPr>
        <a:lstStyle/>
        <a:p>
          <a:pPr marL="0" lvl="0" indent="0" algn="l" defTabSz="1111250">
            <a:lnSpc>
              <a:spcPct val="90000"/>
            </a:lnSpc>
            <a:spcBef>
              <a:spcPct val="0"/>
            </a:spcBef>
            <a:spcAft>
              <a:spcPct val="35000"/>
            </a:spcAft>
            <a:buNone/>
          </a:pPr>
          <a:r>
            <a:rPr lang="en-US" sz="2500" kern="1200"/>
            <a:t>4. Configured Event Notifications on S3.</a:t>
          </a:r>
        </a:p>
      </dsp:txBody>
      <dsp:txXfrm>
        <a:off x="0" y="2726960"/>
        <a:ext cx="5000124" cy="908098"/>
      </dsp:txXfrm>
    </dsp:sp>
    <dsp:sp modelId="{156CB360-933C-4054-B46C-65E12E91B997}">
      <dsp:nvSpPr>
        <dsp:cNvPr id="0" name=""/>
        <dsp:cNvSpPr/>
      </dsp:nvSpPr>
      <dsp:spPr>
        <a:xfrm>
          <a:off x="0" y="3635058"/>
          <a:ext cx="5000124" cy="0"/>
        </a:xfrm>
        <a:prstGeom prst="line">
          <a:avLst/>
        </a:prstGeom>
        <a:gradFill rotWithShape="0">
          <a:gsLst>
            <a:gs pos="0">
              <a:schemeClr val="dk2">
                <a:hueOff val="0"/>
                <a:satOff val="0"/>
                <a:lumOff val="0"/>
                <a:alphaOff val="0"/>
                <a:tint val="100000"/>
                <a:shade val="100000"/>
                <a:satMod val="130000"/>
              </a:schemeClr>
            </a:gs>
            <a:gs pos="100000">
              <a:schemeClr val="dk2">
                <a:hueOff val="0"/>
                <a:satOff val="0"/>
                <a:lumOff val="0"/>
                <a:alphaOff val="0"/>
                <a:tint val="50000"/>
                <a:shade val="100000"/>
                <a:satMod val="350000"/>
              </a:schemeClr>
            </a:gs>
          </a:gsLst>
          <a:lin ang="16200000" scaled="0"/>
        </a:gradFill>
        <a:ln w="9525" cap="flat" cmpd="sng" algn="ctr">
          <a:solidFill>
            <a:schemeClr val="dk2">
              <a:hueOff val="0"/>
              <a:satOff val="0"/>
              <a:lumOff val="0"/>
              <a:alphaOff val="0"/>
            </a:schemeClr>
          </a:solidFill>
          <a:prstDash val="solid"/>
        </a:ln>
        <a:effectLst>
          <a:outerShdw blurRad="40000" dist="23000" dir="5400000" rotWithShape="0">
            <a:srgbClr val="000000">
              <a:alpha val="35000"/>
            </a:srgbClr>
          </a:outerShdw>
        </a:effectLst>
      </dsp:spPr>
      <dsp:style>
        <a:lnRef idx="1">
          <a:scrgbClr r="0" g="0" b="0"/>
        </a:lnRef>
        <a:fillRef idx="3">
          <a:scrgbClr r="0" g="0" b="0"/>
        </a:fillRef>
        <a:effectRef idx="2">
          <a:scrgbClr r="0" g="0" b="0"/>
        </a:effectRef>
        <a:fontRef idx="minor">
          <a:schemeClr val="lt1"/>
        </a:fontRef>
      </dsp:style>
    </dsp:sp>
    <dsp:sp modelId="{34F8D48A-6B9C-4878-B5C2-AF39AC437A81}">
      <dsp:nvSpPr>
        <dsp:cNvPr id="0" name=""/>
        <dsp:cNvSpPr/>
      </dsp:nvSpPr>
      <dsp:spPr>
        <a:xfrm>
          <a:off x="0" y="3635058"/>
          <a:ext cx="5000124" cy="90809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5250" tIns="95250" rIns="95250" bIns="95250" numCol="1" spcCol="1270" anchor="t" anchorCtr="0">
          <a:noAutofit/>
        </a:bodyPr>
        <a:lstStyle/>
        <a:p>
          <a:pPr marL="0" lvl="0" indent="0" algn="l" defTabSz="1111250">
            <a:lnSpc>
              <a:spcPct val="90000"/>
            </a:lnSpc>
            <a:spcBef>
              <a:spcPct val="0"/>
            </a:spcBef>
            <a:spcAft>
              <a:spcPct val="35000"/>
            </a:spcAft>
            <a:buNone/>
          </a:pPr>
          <a:r>
            <a:rPr lang="en-US" sz="2500" kern="1200"/>
            <a:t>5. Uploaded a file to the bucket.</a:t>
          </a:r>
        </a:p>
      </dsp:txBody>
      <dsp:txXfrm>
        <a:off x="0" y="3635058"/>
        <a:ext cx="5000124" cy="908098"/>
      </dsp:txXfrm>
    </dsp:sp>
    <dsp:sp modelId="{58CD31C8-9862-47B9-ADB5-932F5D1B720C}">
      <dsp:nvSpPr>
        <dsp:cNvPr id="0" name=""/>
        <dsp:cNvSpPr/>
      </dsp:nvSpPr>
      <dsp:spPr>
        <a:xfrm>
          <a:off x="0" y="4543157"/>
          <a:ext cx="5000124" cy="0"/>
        </a:xfrm>
        <a:prstGeom prst="line">
          <a:avLst/>
        </a:prstGeom>
        <a:gradFill rotWithShape="0">
          <a:gsLst>
            <a:gs pos="0">
              <a:schemeClr val="dk2">
                <a:hueOff val="0"/>
                <a:satOff val="0"/>
                <a:lumOff val="0"/>
                <a:alphaOff val="0"/>
                <a:tint val="100000"/>
                <a:shade val="100000"/>
                <a:satMod val="130000"/>
              </a:schemeClr>
            </a:gs>
            <a:gs pos="100000">
              <a:schemeClr val="dk2">
                <a:hueOff val="0"/>
                <a:satOff val="0"/>
                <a:lumOff val="0"/>
                <a:alphaOff val="0"/>
                <a:tint val="50000"/>
                <a:shade val="100000"/>
                <a:satMod val="350000"/>
              </a:schemeClr>
            </a:gs>
          </a:gsLst>
          <a:lin ang="16200000" scaled="0"/>
        </a:gradFill>
        <a:ln w="9525" cap="flat" cmpd="sng" algn="ctr">
          <a:solidFill>
            <a:schemeClr val="dk2">
              <a:hueOff val="0"/>
              <a:satOff val="0"/>
              <a:lumOff val="0"/>
              <a:alphaOff val="0"/>
            </a:schemeClr>
          </a:solidFill>
          <a:prstDash val="solid"/>
        </a:ln>
        <a:effectLst>
          <a:outerShdw blurRad="40000" dist="23000" dir="5400000" rotWithShape="0">
            <a:srgbClr val="000000">
              <a:alpha val="35000"/>
            </a:srgbClr>
          </a:outerShdw>
        </a:effectLst>
      </dsp:spPr>
      <dsp:style>
        <a:lnRef idx="1">
          <a:scrgbClr r="0" g="0" b="0"/>
        </a:lnRef>
        <a:fillRef idx="3">
          <a:scrgbClr r="0" g="0" b="0"/>
        </a:fillRef>
        <a:effectRef idx="2">
          <a:scrgbClr r="0" g="0" b="0"/>
        </a:effectRef>
        <a:fontRef idx="minor">
          <a:schemeClr val="lt1"/>
        </a:fontRef>
      </dsp:style>
    </dsp:sp>
    <dsp:sp modelId="{72AE0D2C-1389-4420-A0F7-4AFC0D3F04A1}">
      <dsp:nvSpPr>
        <dsp:cNvPr id="0" name=""/>
        <dsp:cNvSpPr/>
      </dsp:nvSpPr>
      <dsp:spPr>
        <a:xfrm>
          <a:off x="0" y="4543157"/>
          <a:ext cx="5000124" cy="90809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5250" tIns="95250" rIns="95250" bIns="95250" numCol="1" spcCol="1270" anchor="t" anchorCtr="0">
          <a:noAutofit/>
        </a:bodyPr>
        <a:lstStyle/>
        <a:p>
          <a:pPr marL="0" lvl="0" indent="0" algn="l" defTabSz="1111250">
            <a:lnSpc>
              <a:spcPct val="90000"/>
            </a:lnSpc>
            <a:spcBef>
              <a:spcPct val="0"/>
            </a:spcBef>
            <a:spcAft>
              <a:spcPct val="35000"/>
            </a:spcAft>
            <a:buNone/>
          </a:pPr>
          <a:r>
            <a:rPr lang="en-US" sz="2500" kern="1200"/>
            <a:t>6. Verified email notifications.</a:t>
          </a:r>
        </a:p>
      </dsp:txBody>
      <dsp:txXfrm>
        <a:off x="0" y="4543157"/>
        <a:ext cx="5000124" cy="908098"/>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C3E9BDC-0F38-4969-83CB-1C5F34935C56}">
      <dsp:nvSpPr>
        <dsp:cNvPr id="0" name=""/>
        <dsp:cNvSpPr/>
      </dsp:nvSpPr>
      <dsp:spPr>
        <a:xfrm>
          <a:off x="0" y="498185"/>
          <a:ext cx="5000124" cy="2184134"/>
        </a:xfrm>
        <a:prstGeom prst="roundRect">
          <a:avLst/>
        </a:prstGeom>
        <a:gradFill rotWithShape="0">
          <a:gsLst>
            <a:gs pos="0">
              <a:schemeClr val="accent5">
                <a:hueOff val="0"/>
                <a:satOff val="0"/>
                <a:lumOff val="0"/>
                <a:alphaOff val="0"/>
                <a:tint val="100000"/>
                <a:shade val="100000"/>
                <a:satMod val="130000"/>
              </a:schemeClr>
            </a:gs>
            <a:gs pos="100000">
              <a:schemeClr val="accent5">
                <a:hueOff val="0"/>
                <a:satOff val="0"/>
                <a:lumOff val="0"/>
                <a:alphaOff val="0"/>
                <a:tint val="50000"/>
                <a:shade val="100000"/>
                <a:satMod val="350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kern="1200"/>
            <a:t>- Subscription remained in 'Pending Confirmation' until verified via email.</a:t>
          </a:r>
        </a:p>
      </dsp:txBody>
      <dsp:txXfrm>
        <a:off x="106621" y="604806"/>
        <a:ext cx="4786882" cy="1970892"/>
      </dsp:txXfrm>
    </dsp:sp>
    <dsp:sp modelId="{F33A4214-1A8B-4C5C-8D79-72D61D23FD15}">
      <dsp:nvSpPr>
        <dsp:cNvPr id="0" name=""/>
        <dsp:cNvSpPr/>
      </dsp:nvSpPr>
      <dsp:spPr>
        <a:xfrm>
          <a:off x="0" y="2771599"/>
          <a:ext cx="5000124" cy="2184134"/>
        </a:xfrm>
        <a:prstGeom prst="roundRect">
          <a:avLst/>
        </a:prstGeom>
        <a:gradFill rotWithShape="0">
          <a:gsLst>
            <a:gs pos="0">
              <a:schemeClr val="accent5">
                <a:hueOff val="-9933876"/>
                <a:satOff val="39811"/>
                <a:lumOff val="8628"/>
                <a:alphaOff val="0"/>
                <a:tint val="100000"/>
                <a:shade val="100000"/>
                <a:satMod val="130000"/>
              </a:schemeClr>
            </a:gs>
            <a:gs pos="100000">
              <a:schemeClr val="accent5">
                <a:hueOff val="-9933876"/>
                <a:satOff val="39811"/>
                <a:lumOff val="8628"/>
                <a:alphaOff val="0"/>
                <a:tint val="50000"/>
                <a:shade val="100000"/>
                <a:satMod val="350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kern="1200"/>
            <a:t>- Had to replace default access policy with a custom SNS policy linking S3 Bucket ARN and SNS Topic ARN.</a:t>
          </a:r>
        </a:p>
      </dsp:txBody>
      <dsp:txXfrm>
        <a:off x="106621" y="2878220"/>
        <a:ext cx="4786882" cy="1970892"/>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88486B8-F0BE-4F4C-B68B-DA103B715106}">
      <dsp:nvSpPr>
        <dsp:cNvPr id="0" name=""/>
        <dsp:cNvSpPr/>
      </dsp:nvSpPr>
      <dsp:spPr>
        <a:xfrm>
          <a:off x="0" y="0"/>
          <a:ext cx="5000124" cy="0"/>
        </a:xfrm>
        <a:prstGeom prst="line">
          <a:avLst/>
        </a:prstGeom>
        <a:gradFill rotWithShape="0">
          <a:gsLst>
            <a:gs pos="0">
              <a:schemeClr val="accent2">
                <a:hueOff val="0"/>
                <a:satOff val="0"/>
                <a:lumOff val="0"/>
                <a:alphaOff val="0"/>
                <a:tint val="100000"/>
                <a:shade val="100000"/>
                <a:satMod val="130000"/>
              </a:schemeClr>
            </a:gs>
            <a:gs pos="100000">
              <a:schemeClr val="accent2">
                <a:hueOff val="0"/>
                <a:satOff val="0"/>
                <a:lumOff val="0"/>
                <a:alphaOff val="0"/>
                <a:tint val="50000"/>
                <a:shade val="100000"/>
                <a:satMod val="350000"/>
              </a:schemeClr>
            </a:gs>
          </a:gsLst>
          <a:lin ang="16200000" scaled="0"/>
        </a:gradFill>
        <a:ln w="9525" cap="flat" cmpd="sng" algn="ctr">
          <a:solidFill>
            <a:schemeClr val="accent2">
              <a:hueOff val="0"/>
              <a:satOff val="0"/>
              <a:lumOff val="0"/>
              <a:alphaOff val="0"/>
            </a:schemeClr>
          </a:solidFill>
          <a:prstDash val="solid"/>
        </a:ln>
        <a:effectLst>
          <a:outerShdw blurRad="40000" dist="23000" dir="5400000" rotWithShape="0">
            <a:srgbClr val="000000">
              <a:alpha val="35000"/>
            </a:srgbClr>
          </a:outerShdw>
        </a:effectLst>
      </dsp:spPr>
      <dsp:style>
        <a:lnRef idx="1">
          <a:scrgbClr r="0" g="0" b="0"/>
        </a:lnRef>
        <a:fillRef idx="3">
          <a:scrgbClr r="0" g="0" b="0"/>
        </a:fillRef>
        <a:effectRef idx="2">
          <a:scrgbClr r="0" g="0" b="0"/>
        </a:effectRef>
        <a:fontRef idx="minor">
          <a:schemeClr val="lt1"/>
        </a:fontRef>
      </dsp:style>
    </dsp:sp>
    <dsp:sp modelId="{F29F9D31-4F97-484D-A2FD-A5EC3B8A164B}">
      <dsp:nvSpPr>
        <dsp:cNvPr id="0" name=""/>
        <dsp:cNvSpPr/>
      </dsp:nvSpPr>
      <dsp:spPr>
        <a:xfrm>
          <a:off x="0" y="0"/>
          <a:ext cx="5000124" cy="13634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4780" tIns="144780" rIns="144780" bIns="144780" numCol="1" spcCol="1270" anchor="t" anchorCtr="0">
          <a:noAutofit/>
        </a:bodyPr>
        <a:lstStyle/>
        <a:p>
          <a:pPr marL="0" lvl="0" indent="0" algn="l" defTabSz="1689100">
            <a:lnSpc>
              <a:spcPct val="90000"/>
            </a:lnSpc>
            <a:spcBef>
              <a:spcPct val="0"/>
            </a:spcBef>
            <a:spcAft>
              <a:spcPct val="35000"/>
            </a:spcAft>
            <a:buNone/>
          </a:pPr>
          <a:r>
            <a:rPr lang="en-US" sz="3800" kern="1200"/>
            <a:t>- SNS Topic: Active</a:t>
          </a:r>
        </a:p>
      </dsp:txBody>
      <dsp:txXfrm>
        <a:off x="0" y="0"/>
        <a:ext cx="5000124" cy="1363480"/>
      </dsp:txXfrm>
    </dsp:sp>
    <dsp:sp modelId="{0D524395-C296-4AFC-8692-DCB4912E0389}">
      <dsp:nvSpPr>
        <dsp:cNvPr id="0" name=""/>
        <dsp:cNvSpPr/>
      </dsp:nvSpPr>
      <dsp:spPr>
        <a:xfrm>
          <a:off x="0" y="1363480"/>
          <a:ext cx="5000124" cy="0"/>
        </a:xfrm>
        <a:prstGeom prst="line">
          <a:avLst/>
        </a:prstGeom>
        <a:gradFill rotWithShape="0">
          <a:gsLst>
            <a:gs pos="0">
              <a:schemeClr val="accent3">
                <a:hueOff val="0"/>
                <a:satOff val="0"/>
                <a:lumOff val="0"/>
                <a:alphaOff val="0"/>
                <a:tint val="100000"/>
                <a:shade val="100000"/>
                <a:satMod val="130000"/>
              </a:schemeClr>
            </a:gs>
            <a:gs pos="100000">
              <a:schemeClr val="accent3">
                <a:hueOff val="0"/>
                <a:satOff val="0"/>
                <a:lumOff val="0"/>
                <a:alphaOff val="0"/>
                <a:tint val="50000"/>
                <a:shade val="100000"/>
                <a:satMod val="350000"/>
              </a:schemeClr>
            </a:gs>
          </a:gsLst>
          <a:lin ang="16200000" scaled="0"/>
        </a:gradFill>
        <a:ln w="9525" cap="flat" cmpd="sng" algn="ctr">
          <a:solidFill>
            <a:schemeClr val="accent3">
              <a:hueOff val="0"/>
              <a:satOff val="0"/>
              <a:lumOff val="0"/>
              <a:alphaOff val="0"/>
            </a:schemeClr>
          </a:solidFill>
          <a:prstDash val="solid"/>
        </a:ln>
        <a:effectLst>
          <a:outerShdw blurRad="40000" dist="23000" dir="5400000" rotWithShape="0">
            <a:srgbClr val="000000">
              <a:alpha val="35000"/>
            </a:srgbClr>
          </a:outerShdw>
        </a:effectLst>
      </dsp:spPr>
      <dsp:style>
        <a:lnRef idx="1">
          <a:scrgbClr r="0" g="0" b="0"/>
        </a:lnRef>
        <a:fillRef idx="3">
          <a:scrgbClr r="0" g="0" b="0"/>
        </a:fillRef>
        <a:effectRef idx="2">
          <a:scrgbClr r="0" g="0" b="0"/>
        </a:effectRef>
        <a:fontRef idx="minor">
          <a:schemeClr val="lt1"/>
        </a:fontRef>
      </dsp:style>
    </dsp:sp>
    <dsp:sp modelId="{AE38211C-D5E9-4061-A489-CE438DA2C005}">
      <dsp:nvSpPr>
        <dsp:cNvPr id="0" name=""/>
        <dsp:cNvSpPr/>
      </dsp:nvSpPr>
      <dsp:spPr>
        <a:xfrm>
          <a:off x="0" y="1363480"/>
          <a:ext cx="5000124" cy="13634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4780" tIns="144780" rIns="144780" bIns="144780" numCol="1" spcCol="1270" anchor="t" anchorCtr="0">
          <a:noAutofit/>
        </a:bodyPr>
        <a:lstStyle/>
        <a:p>
          <a:pPr marL="0" lvl="0" indent="0" algn="l" defTabSz="1689100">
            <a:lnSpc>
              <a:spcPct val="90000"/>
            </a:lnSpc>
            <a:spcBef>
              <a:spcPct val="0"/>
            </a:spcBef>
            <a:spcAft>
              <a:spcPct val="35000"/>
            </a:spcAft>
            <a:buNone/>
          </a:pPr>
          <a:r>
            <a:rPr lang="en-US" sz="3800" kern="1200"/>
            <a:t>- Subscription: Confirmed</a:t>
          </a:r>
        </a:p>
      </dsp:txBody>
      <dsp:txXfrm>
        <a:off x="0" y="1363480"/>
        <a:ext cx="5000124" cy="1363480"/>
      </dsp:txXfrm>
    </dsp:sp>
    <dsp:sp modelId="{93B746F7-79E9-40E0-970C-BC43E85B0C51}">
      <dsp:nvSpPr>
        <dsp:cNvPr id="0" name=""/>
        <dsp:cNvSpPr/>
      </dsp:nvSpPr>
      <dsp:spPr>
        <a:xfrm>
          <a:off x="0" y="2726960"/>
          <a:ext cx="5000124" cy="0"/>
        </a:xfrm>
        <a:prstGeom prst="line">
          <a:avLst/>
        </a:prstGeom>
        <a:gradFill rotWithShape="0">
          <a:gsLst>
            <a:gs pos="0">
              <a:schemeClr val="accent4">
                <a:hueOff val="0"/>
                <a:satOff val="0"/>
                <a:lumOff val="0"/>
                <a:alphaOff val="0"/>
                <a:tint val="100000"/>
                <a:shade val="100000"/>
                <a:satMod val="130000"/>
              </a:schemeClr>
            </a:gs>
            <a:gs pos="100000">
              <a:schemeClr val="accent4">
                <a:hueOff val="0"/>
                <a:satOff val="0"/>
                <a:lumOff val="0"/>
                <a:alphaOff val="0"/>
                <a:tint val="50000"/>
                <a:shade val="100000"/>
                <a:satMod val="350000"/>
              </a:schemeClr>
            </a:gs>
          </a:gsLst>
          <a:lin ang="16200000" scaled="0"/>
        </a:gradFill>
        <a:ln w="9525" cap="flat" cmpd="sng" algn="ctr">
          <a:solidFill>
            <a:schemeClr val="accent4">
              <a:hueOff val="0"/>
              <a:satOff val="0"/>
              <a:lumOff val="0"/>
              <a:alphaOff val="0"/>
            </a:schemeClr>
          </a:solidFill>
          <a:prstDash val="solid"/>
        </a:ln>
        <a:effectLst>
          <a:outerShdw blurRad="40000" dist="23000" dir="5400000" rotWithShape="0">
            <a:srgbClr val="000000">
              <a:alpha val="35000"/>
            </a:srgbClr>
          </a:outerShdw>
        </a:effectLst>
      </dsp:spPr>
      <dsp:style>
        <a:lnRef idx="1">
          <a:scrgbClr r="0" g="0" b="0"/>
        </a:lnRef>
        <a:fillRef idx="3">
          <a:scrgbClr r="0" g="0" b="0"/>
        </a:fillRef>
        <a:effectRef idx="2">
          <a:scrgbClr r="0" g="0" b="0"/>
        </a:effectRef>
        <a:fontRef idx="minor">
          <a:schemeClr val="lt1"/>
        </a:fontRef>
      </dsp:style>
    </dsp:sp>
    <dsp:sp modelId="{F462FA61-B6F8-4809-94E8-539821B54A6A}">
      <dsp:nvSpPr>
        <dsp:cNvPr id="0" name=""/>
        <dsp:cNvSpPr/>
      </dsp:nvSpPr>
      <dsp:spPr>
        <a:xfrm>
          <a:off x="0" y="2726960"/>
          <a:ext cx="5000124" cy="13634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4780" tIns="144780" rIns="144780" bIns="144780" numCol="1" spcCol="1270" anchor="t" anchorCtr="0">
          <a:noAutofit/>
        </a:bodyPr>
        <a:lstStyle/>
        <a:p>
          <a:pPr marL="0" lvl="0" indent="0" algn="l" defTabSz="1689100">
            <a:lnSpc>
              <a:spcPct val="90000"/>
            </a:lnSpc>
            <a:spcBef>
              <a:spcPct val="0"/>
            </a:spcBef>
            <a:spcAft>
              <a:spcPct val="35000"/>
            </a:spcAft>
            <a:buNone/>
          </a:pPr>
          <a:r>
            <a:rPr lang="en-US" sz="3800" kern="1200"/>
            <a:t>- S3 Bucket: Configured event notification</a:t>
          </a:r>
        </a:p>
      </dsp:txBody>
      <dsp:txXfrm>
        <a:off x="0" y="2726960"/>
        <a:ext cx="5000124" cy="1363480"/>
      </dsp:txXfrm>
    </dsp:sp>
    <dsp:sp modelId="{BA20DA69-66A7-42E0-ABCC-F37BE3761C67}">
      <dsp:nvSpPr>
        <dsp:cNvPr id="0" name=""/>
        <dsp:cNvSpPr/>
      </dsp:nvSpPr>
      <dsp:spPr>
        <a:xfrm>
          <a:off x="0" y="4090440"/>
          <a:ext cx="5000124" cy="0"/>
        </a:xfrm>
        <a:prstGeom prst="line">
          <a:avLst/>
        </a:prstGeom>
        <a:gradFill rotWithShape="0">
          <a:gsLst>
            <a:gs pos="0">
              <a:schemeClr val="accent5">
                <a:hueOff val="0"/>
                <a:satOff val="0"/>
                <a:lumOff val="0"/>
                <a:alphaOff val="0"/>
                <a:tint val="100000"/>
                <a:shade val="100000"/>
                <a:satMod val="130000"/>
              </a:schemeClr>
            </a:gs>
            <a:gs pos="100000">
              <a:schemeClr val="accent5">
                <a:hueOff val="0"/>
                <a:satOff val="0"/>
                <a:lumOff val="0"/>
                <a:alphaOff val="0"/>
                <a:tint val="50000"/>
                <a:shade val="100000"/>
                <a:satMod val="350000"/>
              </a:schemeClr>
            </a:gs>
          </a:gsLst>
          <a:lin ang="16200000" scaled="0"/>
        </a:gradFill>
        <a:ln w="9525" cap="flat" cmpd="sng" algn="ctr">
          <a:solidFill>
            <a:schemeClr val="accent5">
              <a:hueOff val="0"/>
              <a:satOff val="0"/>
              <a:lumOff val="0"/>
              <a:alphaOff val="0"/>
            </a:schemeClr>
          </a:solidFill>
          <a:prstDash val="solid"/>
        </a:ln>
        <a:effectLst>
          <a:outerShdw blurRad="40000" dist="23000" dir="5400000" rotWithShape="0">
            <a:srgbClr val="000000">
              <a:alpha val="35000"/>
            </a:srgbClr>
          </a:outerShdw>
        </a:effectLst>
      </dsp:spPr>
      <dsp:style>
        <a:lnRef idx="1">
          <a:scrgbClr r="0" g="0" b="0"/>
        </a:lnRef>
        <a:fillRef idx="3">
          <a:scrgbClr r="0" g="0" b="0"/>
        </a:fillRef>
        <a:effectRef idx="2">
          <a:scrgbClr r="0" g="0" b="0"/>
        </a:effectRef>
        <a:fontRef idx="minor">
          <a:schemeClr val="lt1"/>
        </a:fontRef>
      </dsp:style>
    </dsp:sp>
    <dsp:sp modelId="{83D7694F-F4CF-4FE5-872B-750583C874F7}">
      <dsp:nvSpPr>
        <dsp:cNvPr id="0" name=""/>
        <dsp:cNvSpPr/>
      </dsp:nvSpPr>
      <dsp:spPr>
        <a:xfrm>
          <a:off x="0" y="4090440"/>
          <a:ext cx="5000124" cy="13634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4780" tIns="144780" rIns="144780" bIns="144780" numCol="1" spcCol="1270" anchor="t" anchorCtr="0">
          <a:noAutofit/>
        </a:bodyPr>
        <a:lstStyle/>
        <a:p>
          <a:pPr marL="0" lvl="0" indent="0" algn="l" defTabSz="1689100">
            <a:lnSpc>
              <a:spcPct val="90000"/>
            </a:lnSpc>
            <a:spcBef>
              <a:spcPct val="0"/>
            </a:spcBef>
            <a:spcAft>
              <a:spcPct val="35000"/>
            </a:spcAft>
            <a:buNone/>
          </a:pPr>
          <a:r>
            <a:rPr lang="en-US" sz="3800" kern="1200"/>
            <a:t>- Email: Notification received on file upload</a:t>
          </a:r>
        </a:p>
      </dsp:txBody>
      <dsp:txXfrm>
        <a:off x="0" y="4090440"/>
        <a:ext cx="5000124" cy="1363480"/>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5.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1/11/2026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1/11/2026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1/11/2026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1/11/2026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15.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16.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577D6B2E-37A3-429E-A37C-F30ED64872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5CEAD642-85CF-4750-8432-7C80C901F0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8792" y="-1"/>
            <a:ext cx="9169464" cy="6868071"/>
          </a:xfrm>
          <a:prstGeom prst="rect">
            <a:avLst/>
          </a:prstGeom>
          <a:gradFill>
            <a:gsLst>
              <a:gs pos="0">
                <a:srgbClr val="000000"/>
              </a:gs>
              <a:gs pos="100000">
                <a:schemeClr val="accent1">
                  <a:lumMod val="7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FA33EEAE-15D5-4119-8C1E-89D943F911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31469" y="-3"/>
            <a:ext cx="8829202" cy="6868074"/>
          </a:xfrm>
          <a:prstGeom prst="rect">
            <a:avLst/>
          </a:prstGeom>
          <a:gradFill>
            <a:gsLst>
              <a:gs pos="21000">
                <a:schemeClr val="accent1">
                  <a:lumMod val="50000"/>
                  <a:alpha val="83000"/>
                </a:schemeClr>
              </a:gs>
              <a:gs pos="100000">
                <a:schemeClr val="accent1">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730D8B3B-9B80-4025-B934-26DC7D7CD2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1400" y="0"/>
            <a:ext cx="2717530" cy="6868072"/>
          </a:xfrm>
          <a:prstGeom prst="rect">
            <a:avLst/>
          </a:prstGeom>
          <a:gradFill>
            <a:gsLst>
              <a:gs pos="0">
                <a:schemeClr val="accent1">
                  <a:lumMod val="75000"/>
                  <a:alpha val="0"/>
                </a:schemeClr>
              </a:gs>
              <a:gs pos="99000">
                <a:srgbClr val="000000">
                  <a:alpha val="41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1064D5D5-227B-4F66-9AEA-46F570E793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1906" y="-3"/>
            <a:ext cx="9175185" cy="6868076"/>
          </a:xfrm>
          <a:prstGeom prst="rect">
            <a:avLst/>
          </a:prstGeom>
          <a:gradFill>
            <a:gsLst>
              <a:gs pos="3000">
                <a:schemeClr val="accent1">
                  <a:lumMod val="75000"/>
                  <a:alpha val="0"/>
                </a:schemeClr>
              </a:gs>
              <a:gs pos="100000">
                <a:srgbClr val="000000">
                  <a:alpha val="73000"/>
                </a:srgb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646B67A4-D328-4747-A82B-65E84FA463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2505509" y="212908"/>
            <a:ext cx="6861931" cy="6448394"/>
          </a:xfrm>
          <a:prstGeom prst="rect">
            <a:avLst/>
          </a:prstGeom>
          <a:gradFill>
            <a:gsLst>
              <a:gs pos="3000">
                <a:schemeClr val="accent1">
                  <a:lumMod val="75000"/>
                  <a:alpha val="0"/>
                </a:schemeClr>
              </a:gs>
              <a:gs pos="100000">
                <a:srgbClr val="000000">
                  <a:alpha val="27000"/>
                </a:srgb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B5A1B09C-1565-46F8-B70F-621C5EB48A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993193">
            <a:off x="269287" y="1712598"/>
            <a:ext cx="4967533" cy="3741293"/>
          </a:xfrm>
          <a:prstGeom prst="ellipse">
            <a:avLst/>
          </a:prstGeom>
          <a:gradFill>
            <a:gsLst>
              <a:gs pos="0">
                <a:schemeClr val="accent1">
                  <a:alpha val="26000"/>
                </a:schemeClr>
              </a:gs>
              <a:gs pos="85000">
                <a:schemeClr val="accent1">
                  <a:lumMod val="60000"/>
                  <a:lumOff val="40000"/>
                  <a:alpha val="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ctrTitle"/>
          </p:nvPr>
        </p:nvSpPr>
        <p:spPr>
          <a:xfrm>
            <a:off x="3121925" y="818984"/>
            <a:ext cx="5036024" cy="3178689"/>
          </a:xfrm>
        </p:spPr>
        <p:txBody>
          <a:bodyPr>
            <a:normAutofit/>
          </a:bodyPr>
          <a:lstStyle/>
          <a:p>
            <a:pPr algn="l"/>
            <a:r>
              <a:rPr lang="en-US" sz="4200">
                <a:solidFill>
                  <a:srgbClr val="FFFFFF"/>
                </a:solidFill>
              </a:rPr>
              <a:t>AWS Project: S3 Event Notifications with SNS</a:t>
            </a:r>
          </a:p>
        </p:txBody>
      </p:sp>
      <p:sp>
        <p:nvSpPr>
          <p:cNvPr id="22" name="Rectangle 21">
            <a:extLst>
              <a:ext uri="{FF2B5EF4-FFF2-40B4-BE49-F238E27FC236}">
                <a16:creationId xmlns:a16="http://schemas.microsoft.com/office/drawing/2014/main" id="{8C516CC8-80AC-446C-A56E-9F54B72104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4490110"/>
            <a:ext cx="9163282" cy="2377962"/>
          </a:xfrm>
          <a:prstGeom prst="rect">
            <a:avLst/>
          </a:prstGeom>
          <a:gradFill>
            <a:gsLst>
              <a:gs pos="0">
                <a:schemeClr val="accent1">
                  <a:lumMod val="75000"/>
                  <a:alpha val="50000"/>
                </a:schemeClr>
              </a:gs>
              <a:gs pos="99000">
                <a:srgbClr val="000000">
                  <a:alpha val="34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p:cNvSpPr>
            <a:spLocks noGrp="1"/>
          </p:cNvSpPr>
          <p:nvPr>
            <p:ph type="subTitle" idx="1"/>
          </p:nvPr>
        </p:nvSpPr>
        <p:spPr>
          <a:xfrm>
            <a:off x="3214047" y="4960961"/>
            <a:ext cx="5291920" cy="1078054"/>
          </a:xfrm>
        </p:spPr>
        <p:txBody>
          <a:bodyPr>
            <a:normAutofit/>
          </a:bodyPr>
          <a:lstStyle/>
          <a:p>
            <a:pPr algn="l"/>
            <a:r>
              <a:rPr lang="en-US">
                <a:solidFill>
                  <a:srgbClr val="FFFFFF"/>
                </a:solidFill>
              </a:rPr>
              <a:t>Hands-on Cloud Computing Project by Sphoorthy</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256B2C21-A230-48C0-8DF1-C46611373C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13" y="1914812"/>
            <a:ext cx="6858000" cy="3028377"/>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3847E18C-932D-4C95-AABA-FEC7C9499A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14" y="1924949"/>
            <a:ext cx="6857999" cy="302837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3150CB11-0C61-439E-910F-5787759E72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263195" y="4092815"/>
            <a:ext cx="2501979" cy="302838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Freeform: Shape 16">
            <a:extLst>
              <a:ext uri="{FF2B5EF4-FFF2-40B4-BE49-F238E27FC236}">
                <a16:creationId xmlns:a16="http://schemas.microsoft.com/office/drawing/2014/main" id="{43F8A58B-5155-44CE-A5FF-7647B47D0A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376302" y="969718"/>
            <a:ext cx="292526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9" name="Rectangle 18">
            <a:extLst>
              <a:ext uri="{FF2B5EF4-FFF2-40B4-BE49-F238E27FC236}">
                <a16:creationId xmlns:a16="http://schemas.microsoft.com/office/drawing/2014/main" id="{443F2ACA-E6D6-4028-82DD-F03C262D5D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22" y="1914808"/>
            <a:ext cx="6858003" cy="3028376"/>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39858" y="1683756"/>
            <a:ext cx="2336449" cy="2396359"/>
          </a:xfrm>
        </p:spPr>
        <p:txBody>
          <a:bodyPr anchor="b">
            <a:normAutofit/>
          </a:bodyPr>
          <a:lstStyle/>
          <a:p>
            <a:pPr algn="r"/>
            <a:r>
              <a:rPr lang="en-US" sz="3500">
                <a:solidFill>
                  <a:srgbClr val="FFFFFF"/>
                </a:solidFill>
              </a:rPr>
              <a:t>Objective / Scope</a:t>
            </a:r>
          </a:p>
        </p:txBody>
      </p:sp>
      <p:graphicFrame>
        <p:nvGraphicFramePr>
          <p:cNvPr id="23" name="Content Placeholder 2">
            <a:extLst>
              <a:ext uri="{FF2B5EF4-FFF2-40B4-BE49-F238E27FC236}">
                <a16:creationId xmlns:a16="http://schemas.microsoft.com/office/drawing/2014/main" id="{B39C9F17-9AA1-5847-C3A9-F07E5D1BCDD9}"/>
              </a:ext>
            </a:extLst>
          </p:cNvPr>
          <p:cNvGraphicFramePr>
            <a:graphicFrameLocks noGrp="1"/>
          </p:cNvGraphicFramePr>
          <p:nvPr>
            <p:ph idx="1"/>
            <p:extLst>
              <p:ext uri="{D42A27DB-BD31-4B8C-83A1-F6EECF244321}">
                <p14:modId xmlns:p14="http://schemas.microsoft.com/office/powerpoint/2010/main" val="359378725"/>
              </p:ext>
            </p:extLst>
          </p:nvPr>
        </p:nvGraphicFramePr>
        <p:xfrm>
          <a:off x="3678789" y="750440"/>
          <a:ext cx="5000124" cy="545392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256B2C21-A230-48C0-8DF1-C46611373C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13" y="1914812"/>
            <a:ext cx="6858000" cy="3028377"/>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3847E18C-932D-4C95-AABA-FEC7C9499A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14" y="1924949"/>
            <a:ext cx="6857999" cy="302837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3150CB11-0C61-439E-910F-5787759E72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263195" y="4092815"/>
            <a:ext cx="2501979" cy="302838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Freeform: Shape 16">
            <a:extLst>
              <a:ext uri="{FF2B5EF4-FFF2-40B4-BE49-F238E27FC236}">
                <a16:creationId xmlns:a16="http://schemas.microsoft.com/office/drawing/2014/main" id="{43F8A58B-5155-44CE-A5FF-7647B47D0A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376302" y="969718"/>
            <a:ext cx="292526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9" name="Rectangle 18">
            <a:extLst>
              <a:ext uri="{FF2B5EF4-FFF2-40B4-BE49-F238E27FC236}">
                <a16:creationId xmlns:a16="http://schemas.microsoft.com/office/drawing/2014/main" id="{443F2ACA-E6D6-4028-82DD-F03C262D5D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22" y="1914808"/>
            <a:ext cx="6858003" cy="3028376"/>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39858" y="1683756"/>
            <a:ext cx="2336449" cy="2396359"/>
          </a:xfrm>
        </p:spPr>
        <p:txBody>
          <a:bodyPr anchor="b">
            <a:normAutofit/>
          </a:bodyPr>
          <a:lstStyle/>
          <a:p>
            <a:pPr algn="r"/>
            <a:r>
              <a:rPr lang="en-US" sz="3500">
                <a:solidFill>
                  <a:srgbClr val="FFFFFF"/>
                </a:solidFill>
              </a:rPr>
              <a:t>Services Integrated</a:t>
            </a:r>
          </a:p>
        </p:txBody>
      </p:sp>
      <p:graphicFrame>
        <p:nvGraphicFramePr>
          <p:cNvPr id="5" name="Content Placeholder 2">
            <a:extLst>
              <a:ext uri="{FF2B5EF4-FFF2-40B4-BE49-F238E27FC236}">
                <a16:creationId xmlns:a16="http://schemas.microsoft.com/office/drawing/2014/main" id="{DF6B63BE-C5F6-047E-A2C9-3C767146B415}"/>
              </a:ext>
            </a:extLst>
          </p:cNvPr>
          <p:cNvGraphicFramePr>
            <a:graphicFrameLocks noGrp="1"/>
          </p:cNvGraphicFramePr>
          <p:nvPr>
            <p:ph idx="1"/>
            <p:extLst>
              <p:ext uri="{D42A27DB-BD31-4B8C-83A1-F6EECF244321}">
                <p14:modId xmlns:p14="http://schemas.microsoft.com/office/powerpoint/2010/main" val="2570101672"/>
              </p:ext>
            </p:extLst>
          </p:nvPr>
        </p:nvGraphicFramePr>
        <p:xfrm>
          <a:off x="3678789" y="750440"/>
          <a:ext cx="5000124" cy="545392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256B2C21-A230-48C0-8DF1-C46611373C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13" y="1914812"/>
            <a:ext cx="6858000" cy="3028377"/>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3847E18C-932D-4C95-AABA-FEC7C9499A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14" y="1924949"/>
            <a:ext cx="6857999" cy="302837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3150CB11-0C61-439E-910F-5787759E72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263195" y="4092815"/>
            <a:ext cx="2501979" cy="302838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Freeform: Shape 16">
            <a:extLst>
              <a:ext uri="{FF2B5EF4-FFF2-40B4-BE49-F238E27FC236}">
                <a16:creationId xmlns:a16="http://schemas.microsoft.com/office/drawing/2014/main" id="{43F8A58B-5155-44CE-A5FF-7647B47D0A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376302" y="969718"/>
            <a:ext cx="292526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9" name="Rectangle 18">
            <a:extLst>
              <a:ext uri="{FF2B5EF4-FFF2-40B4-BE49-F238E27FC236}">
                <a16:creationId xmlns:a16="http://schemas.microsoft.com/office/drawing/2014/main" id="{443F2ACA-E6D6-4028-82DD-F03C262D5D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22" y="1914808"/>
            <a:ext cx="6858003" cy="3028376"/>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39858" y="1683756"/>
            <a:ext cx="2336449" cy="2396359"/>
          </a:xfrm>
        </p:spPr>
        <p:txBody>
          <a:bodyPr anchor="b">
            <a:normAutofit/>
          </a:bodyPr>
          <a:lstStyle/>
          <a:p>
            <a:pPr algn="r"/>
            <a:r>
              <a:rPr lang="en-US" sz="3500">
                <a:solidFill>
                  <a:srgbClr val="FFFFFF"/>
                </a:solidFill>
              </a:rPr>
              <a:t>Steps Performed</a:t>
            </a:r>
          </a:p>
        </p:txBody>
      </p:sp>
      <p:graphicFrame>
        <p:nvGraphicFramePr>
          <p:cNvPr id="5" name="Content Placeholder 2">
            <a:extLst>
              <a:ext uri="{FF2B5EF4-FFF2-40B4-BE49-F238E27FC236}">
                <a16:creationId xmlns:a16="http://schemas.microsoft.com/office/drawing/2014/main" id="{EBE99599-DB52-200F-C771-B66A56ED649C}"/>
              </a:ext>
            </a:extLst>
          </p:cNvPr>
          <p:cNvGraphicFramePr>
            <a:graphicFrameLocks noGrp="1"/>
          </p:cNvGraphicFramePr>
          <p:nvPr>
            <p:ph idx="1"/>
            <p:extLst>
              <p:ext uri="{D42A27DB-BD31-4B8C-83A1-F6EECF244321}">
                <p14:modId xmlns:p14="http://schemas.microsoft.com/office/powerpoint/2010/main" val="1654937229"/>
              </p:ext>
            </p:extLst>
          </p:nvPr>
        </p:nvGraphicFramePr>
        <p:xfrm>
          <a:off x="3678789" y="750440"/>
          <a:ext cx="5000124" cy="545392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1199E1B1-A8C0-4FE8-A5A8-1CB41D69F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1" y="0"/>
            <a:ext cx="9143999"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84A8DE83-DE75-4B41-9DB4-A7EC0B0DE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096642"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A7009A0A-BEF5-4EAC-AF15-E4F9F002E2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1"/>
            <a:ext cx="9144001"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524784" y="248038"/>
            <a:ext cx="5297791" cy="1159200"/>
          </a:xfrm>
        </p:spPr>
        <p:txBody>
          <a:bodyPr vert="horz" lIns="91440" tIns="45720" rIns="91440" bIns="45720" rtlCol="0" anchor="ctr">
            <a:normAutofit/>
          </a:bodyPr>
          <a:lstStyle/>
          <a:p>
            <a:pPr algn="l" defTabSz="914400">
              <a:lnSpc>
                <a:spcPct val="90000"/>
              </a:lnSpc>
            </a:pPr>
            <a:r>
              <a:rPr lang="en-US" sz="3500" kern="1200" dirty="0">
                <a:solidFill>
                  <a:srgbClr val="FFFFFF"/>
                </a:solidFill>
                <a:latin typeface="+mj-lt"/>
                <a:ea typeface="+mj-ea"/>
                <a:cs typeface="+mj-cs"/>
              </a:rPr>
              <a:t>Screenshot: project output </a:t>
            </a:r>
          </a:p>
        </p:txBody>
      </p:sp>
      <p:pic>
        <p:nvPicPr>
          <p:cNvPr id="3" name="Picture 2" descr="project output 1.png"/>
          <p:cNvPicPr>
            <a:picLocks noChangeAspect="1"/>
          </p:cNvPicPr>
          <p:nvPr/>
        </p:nvPicPr>
        <p:blipFill>
          <a:blip r:embed="rId2"/>
          <a:stretch>
            <a:fillRect/>
          </a:stretch>
        </p:blipFill>
        <p:spPr>
          <a:xfrm>
            <a:off x="324168" y="2535719"/>
            <a:ext cx="8495662" cy="3313308"/>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9144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17399" y="643467"/>
            <a:ext cx="8408193" cy="744836"/>
          </a:xfrm>
        </p:spPr>
        <p:txBody>
          <a:bodyPr>
            <a:normAutofit/>
          </a:bodyPr>
          <a:lstStyle/>
          <a:p>
            <a:r>
              <a:rPr lang="en-US" sz="2800" dirty="0">
                <a:solidFill>
                  <a:schemeClr val="bg1"/>
                </a:solidFill>
              </a:rPr>
              <a:t>Screenshot: project output</a:t>
            </a:r>
          </a:p>
        </p:txBody>
      </p:sp>
      <p:pic>
        <p:nvPicPr>
          <p:cNvPr id="3" name="Picture 2" descr="project outpit 2.png"/>
          <p:cNvPicPr>
            <a:picLocks noChangeAspect="1"/>
          </p:cNvPicPr>
          <p:nvPr/>
        </p:nvPicPr>
        <p:blipFill>
          <a:blip r:embed="rId2"/>
          <a:stretch>
            <a:fillRect/>
          </a:stretch>
        </p:blipFill>
        <p:spPr>
          <a:xfrm>
            <a:off x="482600" y="1950309"/>
            <a:ext cx="8178799" cy="3844035"/>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91E5A9A7-95C6-4F4F-B00E-C82E07FE62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22632" y="1922631"/>
            <a:ext cx="6875818" cy="3030558"/>
          </a:xfrm>
          <a:prstGeom prst="rect">
            <a:avLst/>
          </a:prstGeom>
          <a:gradFill>
            <a:gsLst>
              <a:gs pos="0">
                <a:srgbClr val="000000"/>
              </a:gs>
              <a:gs pos="100000">
                <a:schemeClr val="accent1">
                  <a:lumMod val="75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D07DD2DE-F619-49DD-B5E7-03A290FF4E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663321" y="3165298"/>
            <a:ext cx="4355594" cy="3028952"/>
          </a:xfrm>
          <a:prstGeom prst="rect">
            <a:avLst/>
          </a:prstGeom>
          <a:gradFill>
            <a:gsLst>
              <a:gs pos="0">
                <a:schemeClr val="accent1">
                  <a:alpha val="50000"/>
                </a:schemeClr>
              </a:gs>
              <a:gs pos="100000">
                <a:schemeClr val="accent1">
                  <a:lumMod val="50000"/>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85149191-5F60-4A28-AAFF-039F96B0F3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1742858" y="2085760"/>
            <a:ext cx="6857572" cy="2686051"/>
          </a:xfrm>
          <a:prstGeom prst="rect">
            <a:avLst/>
          </a:prstGeom>
          <a:gradFill>
            <a:gsLst>
              <a:gs pos="0">
                <a:srgbClr val="000000">
                  <a:alpha val="59000"/>
                </a:srgbClr>
              </a:gs>
              <a:gs pos="69000">
                <a:schemeClr val="accent1">
                  <a:alpha val="0"/>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Freeform: Shape 15">
            <a:extLst>
              <a:ext uri="{FF2B5EF4-FFF2-40B4-BE49-F238E27FC236}">
                <a16:creationId xmlns:a16="http://schemas.microsoft.com/office/drawing/2014/main" id="{F8260ED5-17F7-4158-B241-D51DD4CF1B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1161554" y="1712395"/>
            <a:ext cx="4808302" cy="3066500"/>
          </a:xfrm>
          <a:custGeom>
            <a:avLst/>
            <a:gdLst>
              <a:gd name="connsiteX0" fmla="*/ 48844 w 4808302"/>
              <a:gd name="connsiteY0" fmla="*/ 2888671 h 4088666"/>
              <a:gd name="connsiteX1" fmla="*/ 0 w 4808302"/>
              <a:gd name="connsiteY1" fmla="*/ 2404151 h 4088666"/>
              <a:gd name="connsiteX2" fmla="*/ 2404151 w 4808302"/>
              <a:gd name="connsiteY2" fmla="*/ 0 h 4088666"/>
              <a:gd name="connsiteX3" fmla="*/ 4808302 w 4808302"/>
              <a:gd name="connsiteY3" fmla="*/ 2404151 h 4088666"/>
              <a:gd name="connsiteX4" fmla="*/ 4700216 w 4808302"/>
              <a:gd name="connsiteY4" fmla="*/ 3119072 h 4088666"/>
              <a:gd name="connsiteX5" fmla="*/ 4643143 w 4808302"/>
              <a:gd name="connsiteY5" fmla="*/ 3275009 h 4088666"/>
              <a:gd name="connsiteX6" fmla="*/ 690093 w 4808302"/>
              <a:gd name="connsiteY6" fmla="*/ 4088666 h 4088666"/>
              <a:gd name="connsiteX7" fmla="*/ 548991 w 4808302"/>
              <a:gd name="connsiteY7" fmla="*/ 3933414 h 4088666"/>
              <a:gd name="connsiteX8" fmla="*/ 48844 w 4808302"/>
              <a:gd name="connsiteY8" fmla="*/ 2888671 h 4088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08302" h="4088666">
                <a:moveTo>
                  <a:pt x="48844" y="2888671"/>
                </a:moveTo>
                <a:cubicBezTo>
                  <a:pt x="16818" y="2732167"/>
                  <a:pt x="0" y="2570123"/>
                  <a:pt x="0" y="2404151"/>
                </a:cubicBezTo>
                <a:cubicBezTo>
                  <a:pt x="0" y="1076375"/>
                  <a:pt x="1076375" y="0"/>
                  <a:pt x="2404151" y="0"/>
                </a:cubicBezTo>
                <a:cubicBezTo>
                  <a:pt x="3731927" y="0"/>
                  <a:pt x="4808302" y="1076375"/>
                  <a:pt x="4808302" y="2404151"/>
                </a:cubicBezTo>
                <a:cubicBezTo>
                  <a:pt x="4808302" y="2653109"/>
                  <a:pt x="4770461" y="2893229"/>
                  <a:pt x="4700216" y="3119072"/>
                </a:cubicBezTo>
                <a:lnTo>
                  <a:pt x="4643143" y="3275009"/>
                </a:lnTo>
                <a:lnTo>
                  <a:pt x="690093" y="4088666"/>
                </a:lnTo>
                <a:lnTo>
                  <a:pt x="548991" y="3933414"/>
                </a:lnTo>
                <a:cubicBezTo>
                  <a:pt x="304015" y="3636572"/>
                  <a:pt x="128908" y="3279932"/>
                  <a:pt x="48844" y="2888671"/>
                </a:cubicBezTo>
                <a:close/>
              </a:path>
            </a:pathLst>
          </a:custGeom>
          <a:gradFill>
            <a:gsLst>
              <a:gs pos="39000">
                <a:schemeClr val="accent1">
                  <a:lumMod val="60000"/>
                  <a:lumOff val="40000"/>
                  <a:alpha val="0"/>
                </a:schemeClr>
              </a:gs>
              <a:gs pos="100000">
                <a:schemeClr val="accent1">
                  <a:lumMod val="75000"/>
                  <a:alpha val="26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p:cNvSpPr>
            <a:spLocks noGrp="1"/>
          </p:cNvSpPr>
          <p:nvPr>
            <p:ph type="title"/>
          </p:nvPr>
        </p:nvSpPr>
        <p:spPr>
          <a:xfrm>
            <a:off x="495030" y="2767106"/>
            <a:ext cx="2160621" cy="3071906"/>
          </a:xfrm>
        </p:spPr>
        <p:txBody>
          <a:bodyPr vert="horz" lIns="91440" tIns="45720" rIns="91440" bIns="45720" rtlCol="0" anchor="t">
            <a:normAutofit/>
          </a:bodyPr>
          <a:lstStyle/>
          <a:p>
            <a:pPr algn="l" defTabSz="914400">
              <a:lnSpc>
                <a:spcPct val="90000"/>
              </a:lnSpc>
            </a:pPr>
            <a:r>
              <a:rPr lang="en-US" sz="3200" kern="1200" dirty="0">
                <a:solidFill>
                  <a:srgbClr val="FFFFFF"/>
                </a:solidFill>
                <a:latin typeface="+mj-lt"/>
                <a:ea typeface="+mj-ea"/>
                <a:cs typeface="+mj-cs"/>
              </a:rPr>
              <a:t>Screenshot: project output </a:t>
            </a:r>
          </a:p>
        </p:txBody>
      </p:sp>
      <p:pic>
        <p:nvPicPr>
          <p:cNvPr id="3" name="Picture 2" descr="project output 3.png"/>
          <p:cNvPicPr>
            <a:picLocks noChangeAspect="1"/>
          </p:cNvPicPr>
          <p:nvPr/>
        </p:nvPicPr>
        <p:blipFill>
          <a:blip r:embed="rId2"/>
          <a:stretch>
            <a:fillRect/>
          </a:stretch>
        </p:blipFill>
        <p:spPr>
          <a:xfrm>
            <a:off x="3376821" y="1803207"/>
            <a:ext cx="5419311" cy="3251585"/>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9144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17399" y="643467"/>
            <a:ext cx="8408193" cy="744836"/>
          </a:xfrm>
        </p:spPr>
        <p:txBody>
          <a:bodyPr>
            <a:normAutofit/>
          </a:bodyPr>
          <a:lstStyle/>
          <a:p>
            <a:r>
              <a:rPr lang="en-US" sz="2800" dirty="0">
                <a:solidFill>
                  <a:schemeClr val="bg1"/>
                </a:solidFill>
              </a:rPr>
              <a:t>Screenshot: project output </a:t>
            </a:r>
          </a:p>
        </p:txBody>
      </p:sp>
      <p:pic>
        <p:nvPicPr>
          <p:cNvPr id="3" name="Picture 2" descr="project output 4.png"/>
          <p:cNvPicPr>
            <a:picLocks noChangeAspect="1"/>
          </p:cNvPicPr>
          <p:nvPr/>
        </p:nvPicPr>
        <p:blipFill>
          <a:blip r:embed="rId2"/>
          <a:stretch>
            <a:fillRect/>
          </a:stretch>
        </p:blipFill>
        <p:spPr>
          <a:xfrm>
            <a:off x="482600" y="2257014"/>
            <a:ext cx="8178799" cy="3230624"/>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1199E1B1-A8C0-4FE8-A5A8-1CB41D69F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1" y="0"/>
            <a:ext cx="9143999"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84A8DE83-DE75-4B41-9DB4-A7EC0B0DE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096642"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A7009A0A-BEF5-4EAC-AF15-E4F9F002E2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1"/>
            <a:ext cx="9144001"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524784" y="248038"/>
            <a:ext cx="5297791" cy="1159200"/>
          </a:xfrm>
        </p:spPr>
        <p:txBody>
          <a:bodyPr vert="horz" lIns="91440" tIns="45720" rIns="91440" bIns="45720" rtlCol="0" anchor="ctr">
            <a:normAutofit/>
          </a:bodyPr>
          <a:lstStyle/>
          <a:p>
            <a:pPr algn="l" defTabSz="914400">
              <a:lnSpc>
                <a:spcPct val="90000"/>
              </a:lnSpc>
            </a:pPr>
            <a:r>
              <a:rPr lang="en-US" sz="3500" kern="1200" dirty="0">
                <a:solidFill>
                  <a:srgbClr val="FFFFFF"/>
                </a:solidFill>
                <a:latin typeface="+mj-lt"/>
                <a:ea typeface="+mj-ea"/>
                <a:cs typeface="+mj-cs"/>
              </a:rPr>
              <a:t>Screenshot: project output5</a:t>
            </a:r>
          </a:p>
        </p:txBody>
      </p:sp>
      <p:pic>
        <p:nvPicPr>
          <p:cNvPr id="3" name="Picture 2" descr="project output5.png"/>
          <p:cNvPicPr>
            <a:picLocks noChangeAspect="1"/>
          </p:cNvPicPr>
          <p:nvPr/>
        </p:nvPicPr>
        <p:blipFill>
          <a:blip r:embed="rId2"/>
          <a:stretch>
            <a:fillRect/>
          </a:stretch>
        </p:blipFill>
        <p:spPr>
          <a:xfrm>
            <a:off x="324168" y="2556958"/>
            <a:ext cx="8495662" cy="327083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9144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17399" y="643467"/>
            <a:ext cx="8408193" cy="744836"/>
          </a:xfrm>
        </p:spPr>
        <p:txBody>
          <a:bodyPr>
            <a:normAutofit/>
          </a:bodyPr>
          <a:lstStyle/>
          <a:p>
            <a:r>
              <a:rPr lang="en-US" sz="2800" dirty="0">
                <a:solidFill>
                  <a:schemeClr val="bg1"/>
                </a:solidFill>
              </a:rPr>
              <a:t>Screenshot: project output </a:t>
            </a:r>
          </a:p>
        </p:txBody>
      </p:sp>
      <p:pic>
        <p:nvPicPr>
          <p:cNvPr id="3" name="Picture 2" descr="project output 6.png"/>
          <p:cNvPicPr>
            <a:picLocks noChangeAspect="1"/>
          </p:cNvPicPr>
          <p:nvPr/>
        </p:nvPicPr>
        <p:blipFill>
          <a:blip r:embed="rId2"/>
          <a:stretch>
            <a:fillRect/>
          </a:stretch>
        </p:blipFill>
        <p:spPr>
          <a:xfrm>
            <a:off x="482600" y="2062767"/>
            <a:ext cx="8178799" cy="3619119"/>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E914257E-1E2A-4AC7-89EC-1FB65C9C0A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03E1C8F1-97F5-489C-8308-958F096572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
            <a:ext cx="8452002" cy="2008639"/>
          </a:xfrm>
          <a:custGeom>
            <a:avLst/>
            <a:gdLst>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742561 w 11269336"/>
              <a:gd name="connsiteY18" fmla="*/ 500437 h 2323145"/>
              <a:gd name="connsiteX19" fmla="*/ 9561831 w 11269336"/>
              <a:gd name="connsiteY19" fmla="*/ 547649 h 2323145"/>
              <a:gd name="connsiteX20" fmla="*/ 9380600 w 11269336"/>
              <a:gd name="connsiteY20" fmla="*/ 549821 h 2323145"/>
              <a:gd name="connsiteX21" fmla="*/ 9139429 w 11269336"/>
              <a:gd name="connsiteY21" fmla="*/ 696446 h 2323145"/>
              <a:gd name="connsiteX22" fmla="*/ 9114263 w 11269336"/>
              <a:gd name="connsiteY22" fmla="*/ 709213 h 2323145"/>
              <a:gd name="connsiteX23" fmla="*/ 9028928 w 11269336"/>
              <a:gd name="connsiteY23" fmla="*/ 745350 h 2323145"/>
              <a:gd name="connsiteX24" fmla="*/ 8977138 w 11269336"/>
              <a:gd name="connsiteY24" fmla="*/ 774970 h 2323145"/>
              <a:gd name="connsiteX25" fmla="*/ 8947030 w 11269336"/>
              <a:gd name="connsiteY25" fmla="*/ 814934 h 2323145"/>
              <a:gd name="connsiteX26" fmla="*/ 8914746 w 11269336"/>
              <a:gd name="connsiteY26" fmla="*/ 826428 h 2323145"/>
              <a:gd name="connsiteX27" fmla="*/ 8917778 w 11269336"/>
              <a:gd name="connsiteY27" fmla="*/ 835198 h 2323145"/>
              <a:gd name="connsiteX28" fmla="*/ 8905560 w 11269336"/>
              <a:gd name="connsiteY28" fmla="*/ 838358 h 2323145"/>
              <a:gd name="connsiteX29" fmla="*/ 8897564 w 11269336"/>
              <a:gd name="connsiteY29" fmla="*/ 834287 h 2323145"/>
              <a:gd name="connsiteX30" fmla="*/ 8878040 w 11269336"/>
              <a:gd name="connsiteY30" fmla="*/ 844150 h 2323145"/>
              <a:gd name="connsiteX31" fmla="*/ 8882654 w 11269336"/>
              <a:gd name="connsiteY31" fmla="*/ 892768 h 2323145"/>
              <a:gd name="connsiteX32" fmla="*/ 8837498 w 11269336"/>
              <a:gd name="connsiteY32" fmla="*/ 885664 h 2323145"/>
              <a:gd name="connsiteX33" fmla="*/ 8795998 w 11269336"/>
              <a:gd name="connsiteY33" fmla="*/ 863337 h 2323145"/>
              <a:gd name="connsiteX34" fmla="*/ 8776970 w 11269336"/>
              <a:gd name="connsiteY34" fmla="*/ 885177 h 2323145"/>
              <a:gd name="connsiteX35" fmla="*/ 8755719 w 11269336"/>
              <a:gd name="connsiteY35" fmla="*/ 889754 h 2323145"/>
              <a:gd name="connsiteX36" fmla="*/ 8743257 w 11269336"/>
              <a:gd name="connsiteY36" fmla="*/ 904723 h 2323145"/>
              <a:gd name="connsiteX37" fmla="*/ 8721366 w 11269336"/>
              <a:gd name="connsiteY37" fmla="*/ 904711 h 2323145"/>
              <a:gd name="connsiteX38" fmla="*/ 8678353 w 11269336"/>
              <a:gd name="connsiteY38" fmla="*/ 926318 h 2323145"/>
              <a:gd name="connsiteX39" fmla="*/ 8636849 w 11269336"/>
              <a:gd name="connsiteY39" fmla="*/ 937900 h 2323145"/>
              <a:gd name="connsiteX40" fmla="*/ 8620213 w 11269336"/>
              <a:gd name="connsiteY40" fmla="*/ 943068 h 2323145"/>
              <a:gd name="connsiteX41" fmla="*/ 8612581 w 11269336"/>
              <a:gd name="connsiteY41" fmla="*/ 952695 h 2323145"/>
              <a:gd name="connsiteX42" fmla="*/ 8589038 w 11269336"/>
              <a:gd name="connsiteY42" fmla="*/ 963892 h 2323145"/>
              <a:gd name="connsiteX43" fmla="*/ 8579950 w 11269336"/>
              <a:gd name="connsiteY43" fmla="*/ 960899 h 2323145"/>
              <a:gd name="connsiteX44" fmla="*/ 8579319 w 11269336"/>
              <a:gd name="connsiteY44" fmla="*/ 965630 h 2323145"/>
              <a:gd name="connsiteX45" fmla="*/ 8547429 w 11269336"/>
              <a:gd name="connsiteY45" fmla="*/ 984506 h 2323145"/>
              <a:gd name="connsiteX46" fmla="*/ 8478704 w 11269336"/>
              <a:gd name="connsiteY46" fmla="*/ 1025490 h 2323145"/>
              <a:gd name="connsiteX47" fmla="*/ 8461421 w 11269336"/>
              <a:gd name="connsiteY47" fmla="*/ 1035512 h 2323145"/>
              <a:gd name="connsiteX48" fmla="*/ 8445003 w 11269336"/>
              <a:gd name="connsiteY48" fmla="*/ 1036851 h 2323145"/>
              <a:gd name="connsiteX49" fmla="*/ 8357350 w 11269336"/>
              <a:gd name="connsiteY49" fmla="*/ 1060213 h 2323145"/>
              <a:gd name="connsiteX50" fmla="*/ 8335565 w 11269336"/>
              <a:gd name="connsiteY50" fmla="*/ 1061151 h 2323145"/>
              <a:gd name="connsiteX51" fmla="*/ 8325267 w 11269336"/>
              <a:gd name="connsiteY51" fmla="*/ 1055919 h 2323145"/>
              <a:gd name="connsiteX52" fmla="*/ 8293586 w 11269336"/>
              <a:gd name="connsiteY52" fmla="*/ 1076144 h 2323145"/>
              <a:gd name="connsiteX53" fmla="*/ 8242405 w 11269336"/>
              <a:gd name="connsiteY53" fmla="*/ 1095960 h 2323145"/>
              <a:gd name="connsiteX54" fmla="*/ 8218531 w 11269336"/>
              <a:gd name="connsiteY54" fmla="*/ 1107622 h 2323145"/>
              <a:gd name="connsiteX55" fmla="*/ 8197391 w 11269336"/>
              <a:gd name="connsiteY55" fmla="*/ 1107746 h 2323145"/>
              <a:gd name="connsiteX56" fmla="*/ 8081474 w 11269336"/>
              <a:gd name="connsiteY56" fmla="*/ 1130125 h 2323145"/>
              <a:gd name="connsiteX57" fmla="*/ 8053585 w 11269336"/>
              <a:gd name="connsiteY57" fmla="*/ 1129169 h 2323145"/>
              <a:gd name="connsiteX58" fmla="*/ 8038422 w 11269336"/>
              <a:gd name="connsiteY58" fmla="*/ 1119092 h 2323145"/>
              <a:gd name="connsiteX59" fmla="*/ 8029450 w 11269336"/>
              <a:gd name="connsiteY59" fmla="*/ 1125592 h 2323145"/>
              <a:gd name="connsiteX60" fmla="*/ 7959552 w 11269336"/>
              <a:gd name="connsiteY60" fmla="*/ 1140188 h 2323145"/>
              <a:gd name="connsiteX61" fmla="*/ 7914188 w 11269336"/>
              <a:gd name="connsiteY61" fmla="*/ 1150862 h 2323145"/>
              <a:gd name="connsiteX62" fmla="*/ 7914918 w 11269336"/>
              <a:gd name="connsiteY62" fmla="*/ 1168758 h 2323145"/>
              <a:gd name="connsiteX63" fmla="*/ 7875510 w 11269336"/>
              <a:gd name="connsiteY63" fmla="*/ 1183153 h 2323145"/>
              <a:gd name="connsiteX64" fmla="*/ 7829932 w 11269336"/>
              <a:gd name="connsiteY64" fmla="*/ 1180782 h 2323145"/>
              <a:gd name="connsiteX65" fmla="*/ 7779182 w 11269336"/>
              <a:gd name="connsiteY65" fmla="*/ 1192665 h 2323145"/>
              <a:gd name="connsiteX66" fmla="*/ 7748774 w 11269336"/>
              <a:gd name="connsiteY66" fmla="*/ 1199586 h 2323145"/>
              <a:gd name="connsiteX67" fmla="*/ 7671846 w 11269336"/>
              <a:gd name="connsiteY67" fmla="*/ 1231966 h 2323145"/>
              <a:gd name="connsiteX68" fmla="*/ 7554146 w 11269336"/>
              <a:gd name="connsiteY68" fmla="*/ 1319748 h 2323145"/>
              <a:gd name="connsiteX69" fmla="*/ 7515052 w 11269336"/>
              <a:gd name="connsiteY69" fmla="*/ 1336718 h 2323145"/>
              <a:gd name="connsiteX70" fmla="*/ 7507193 w 11269336"/>
              <a:gd name="connsiteY70" fmla="*/ 1334617 h 2323145"/>
              <a:gd name="connsiteX71" fmla="*/ 7461694 w 11269336"/>
              <a:gd name="connsiteY71" fmla="*/ 1375866 h 2323145"/>
              <a:gd name="connsiteX72" fmla="*/ 7377571 w 11269336"/>
              <a:gd name="connsiteY72" fmla="*/ 1400128 h 2323145"/>
              <a:gd name="connsiteX73" fmla="*/ 7311261 w 11269336"/>
              <a:gd name="connsiteY73" fmla="*/ 1412652 h 2323145"/>
              <a:gd name="connsiteX74" fmla="*/ 7275307 w 11269336"/>
              <a:gd name="connsiteY74" fmla="*/ 1422171 h 2323145"/>
              <a:gd name="connsiteX75" fmla="*/ 7247783 w 11269336"/>
              <a:gd name="connsiteY75" fmla="*/ 1426330 h 2323145"/>
              <a:gd name="connsiteX76" fmla="*/ 7185047 w 11269336"/>
              <a:gd name="connsiteY76" fmla="*/ 1451812 h 2323145"/>
              <a:gd name="connsiteX77" fmla="*/ 7084117 w 11269336"/>
              <a:gd name="connsiteY77" fmla="*/ 1500281 h 2323145"/>
              <a:gd name="connsiteX78" fmla="*/ 7062011 w 11269336"/>
              <a:gd name="connsiteY78" fmla="*/ 1509183 h 2323145"/>
              <a:gd name="connsiteX79" fmla="*/ 7040555 w 11269336"/>
              <a:gd name="connsiteY79" fmla="*/ 1511207 h 2323145"/>
              <a:gd name="connsiteX80" fmla="*/ 7033438 w 11269336"/>
              <a:gd name="connsiteY80" fmla="*/ 1506772 h 2323145"/>
              <a:gd name="connsiteX81" fmla="*/ 7020886 w 11269336"/>
              <a:gd name="connsiteY81" fmla="*/ 1510764 h 2323145"/>
              <a:gd name="connsiteX82" fmla="*/ 7017033 w 11269336"/>
              <a:gd name="connsiteY82" fmla="*/ 1510650 h 2323145"/>
              <a:gd name="connsiteX83" fmla="*/ 6995460 w 11269336"/>
              <a:gd name="connsiteY83" fmla="*/ 1511173 h 2323145"/>
              <a:gd name="connsiteX84" fmla="*/ 6962144 w 11269336"/>
              <a:gd name="connsiteY84" fmla="*/ 1541508 h 2323145"/>
              <a:gd name="connsiteX85" fmla="*/ 6910674 w 11269336"/>
              <a:gd name="connsiteY85" fmla="*/ 1554793 h 2323145"/>
              <a:gd name="connsiteX86" fmla="*/ 6732152 w 11269336"/>
              <a:gd name="connsiteY86" fmla="*/ 1642538 h 2323145"/>
              <a:gd name="connsiteX87" fmla="*/ 6694106 w 11269336"/>
              <a:gd name="connsiteY87" fmla="*/ 1632377 h 2323145"/>
              <a:gd name="connsiteX88" fmla="*/ 6617223 w 11269336"/>
              <a:gd name="connsiteY88" fmla="*/ 1659889 h 2323145"/>
              <a:gd name="connsiteX89" fmla="*/ 6521138 w 11269336"/>
              <a:gd name="connsiteY89" fmla="*/ 1744340 h 2323145"/>
              <a:gd name="connsiteX90" fmla="*/ 6380677 w 11269336"/>
              <a:gd name="connsiteY90" fmla="*/ 1796883 h 2323145"/>
              <a:gd name="connsiteX91" fmla="*/ 6374897 w 11269336"/>
              <a:gd name="connsiteY91" fmla="*/ 1809910 h 2323145"/>
              <a:gd name="connsiteX92" fmla="*/ 6364545 w 11269336"/>
              <a:gd name="connsiteY92" fmla="*/ 1820090 h 2323145"/>
              <a:gd name="connsiteX93" fmla="*/ 6362126 w 11269336"/>
              <a:gd name="connsiteY93" fmla="*/ 1819991 h 2323145"/>
              <a:gd name="connsiteX94" fmla="*/ 6346673 w 11269336"/>
              <a:gd name="connsiteY94" fmla="*/ 1827824 h 2323145"/>
              <a:gd name="connsiteX95" fmla="*/ 6345588 w 11269336"/>
              <a:gd name="connsiteY95" fmla="*/ 1832232 h 2323145"/>
              <a:gd name="connsiteX96" fmla="*/ 6335708 w 11269336"/>
              <a:gd name="connsiteY96" fmla="*/ 1838451 h 2323145"/>
              <a:gd name="connsiteX97" fmla="*/ 6318182 w 11269336"/>
              <a:gd name="connsiteY97" fmla="*/ 1852975 h 2323145"/>
              <a:gd name="connsiteX98" fmla="*/ 6313084 w 11269336"/>
              <a:gd name="connsiteY98" fmla="*/ 1853561 h 2323145"/>
              <a:gd name="connsiteX99" fmla="*/ 6283816 w 11269336"/>
              <a:gd name="connsiteY99" fmla="*/ 1872148 h 2323145"/>
              <a:gd name="connsiteX100" fmla="*/ 6282550 w 11269336"/>
              <a:gd name="connsiteY100" fmla="*/ 1871392 h 2323145"/>
              <a:gd name="connsiteX101" fmla="*/ 6270527 w 11269336"/>
              <a:gd name="connsiteY101" fmla="*/ 1872208 h 2323145"/>
              <a:gd name="connsiteX102" fmla="*/ 6249518 w 11269336"/>
              <a:gd name="connsiteY102" fmla="*/ 1876079 h 2323145"/>
              <a:gd name="connsiteX103" fmla="*/ 6190386 w 11269336"/>
              <a:gd name="connsiteY103" fmla="*/ 1872478 h 2323145"/>
              <a:gd name="connsiteX104" fmla="*/ 6159777 w 11269336"/>
              <a:gd name="connsiteY104" fmla="*/ 1891745 h 2323145"/>
              <a:gd name="connsiteX105" fmla="*/ 6153131 w 11269336"/>
              <a:gd name="connsiteY105" fmla="*/ 1895079 h 2323145"/>
              <a:gd name="connsiteX106" fmla="*/ 6152798 w 11269336"/>
              <a:gd name="connsiteY106" fmla="*/ 1894920 h 2323145"/>
              <a:gd name="connsiteX107" fmla="*/ 6145388 w 11269336"/>
              <a:gd name="connsiteY107" fmla="*/ 1897990 h 2323145"/>
              <a:gd name="connsiteX108" fmla="*/ 6141014 w 11269336"/>
              <a:gd name="connsiteY108" fmla="*/ 1901155 h 2323145"/>
              <a:gd name="connsiteX109" fmla="*/ 6128122 w 11269336"/>
              <a:gd name="connsiteY109" fmla="*/ 1907623 h 2323145"/>
              <a:gd name="connsiteX110" fmla="*/ 6122351 w 11269336"/>
              <a:gd name="connsiteY110" fmla="*/ 1908359 h 2323145"/>
              <a:gd name="connsiteX111" fmla="*/ 6064750 w 11269336"/>
              <a:gd name="connsiteY111" fmla="*/ 1896394 h 2323145"/>
              <a:gd name="connsiteX112" fmla="*/ 5964230 w 11269336"/>
              <a:gd name="connsiteY112" fmla="*/ 1910038 h 2323145"/>
              <a:gd name="connsiteX113" fmla="*/ 5865399 w 11269336"/>
              <a:gd name="connsiteY113" fmla="*/ 1926966 h 2323145"/>
              <a:gd name="connsiteX114" fmla="*/ 5829951 w 11269336"/>
              <a:gd name="connsiteY114" fmla="*/ 1934755 h 2323145"/>
              <a:gd name="connsiteX115" fmla="*/ 5765285 w 11269336"/>
              <a:gd name="connsiteY115" fmla="*/ 1941322 h 2323145"/>
              <a:gd name="connsiteX116" fmla="*/ 5734750 w 11269336"/>
              <a:gd name="connsiteY116" fmla="*/ 1939793 h 2323145"/>
              <a:gd name="connsiteX117" fmla="*/ 5733569 w 11269336"/>
              <a:gd name="connsiteY117" fmla="*/ 1940505 h 2323145"/>
              <a:gd name="connsiteX118" fmla="*/ 5730329 w 11269336"/>
              <a:gd name="connsiteY118" fmla="*/ 1937845 h 2323145"/>
              <a:gd name="connsiteX119" fmla="*/ 5724661 w 11269336"/>
              <a:gd name="connsiteY119" fmla="*/ 1937455 h 2323145"/>
              <a:gd name="connsiteX120" fmla="*/ 5710186 w 11269336"/>
              <a:gd name="connsiteY120" fmla="*/ 1941370 h 2323145"/>
              <a:gd name="connsiteX121" fmla="*/ 5704910 w 11269336"/>
              <a:gd name="connsiteY121" fmla="*/ 1943663 h 2323145"/>
              <a:gd name="connsiteX122" fmla="*/ 5696836 w 11269336"/>
              <a:gd name="connsiteY122" fmla="*/ 1945271 h 2323145"/>
              <a:gd name="connsiteX123" fmla="*/ 5696583 w 11269336"/>
              <a:gd name="connsiteY123" fmla="*/ 1945050 h 2323145"/>
              <a:gd name="connsiteX124" fmla="*/ 5689123 w 11269336"/>
              <a:gd name="connsiteY124" fmla="*/ 1947067 h 2323145"/>
              <a:gd name="connsiteX125" fmla="*/ 5653291 w 11269336"/>
              <a:gd name="connsiteY125" fmla="*/ 1960245 h 2323145"/>
              <a:gd name="connsiteX126" fmla="*/ 5599385 w 11269336"/>
              <a:gd name="connsiteY126" fmla="*/ 1945198 h 2323145"/>
              <a:gd name="connsiteX127" fmla="*/ 5578300 w 11269336"/>
              <a:gd name="connsiteY127" fmla="*/ 1944963 h 2323145"/>
              <a:gd name="connsiteX128" fmla="*/ 5566758 w 11269336"/>
              <a:gd name="connsiteY128" fmla="*/ 1943441 h 2323145"/>
              <a:gd name="connsiteX129" fmla="*/ 5565857 w 11269336"/>
              <a:gd name="connsiteY129" fmla="*/ 1942445 h 2323145"/>
              <a:gd name="connsiteX130" fmla="*/ 5531534 w 11269336"/>
              <a:gd name="connsiteY130" fmla="*/ 1955208 h 2323145"/>
              <a:gd name="connsiteX131" fmla="*/ 5526552 w 11269336"/>
              <a:gd name="connsiteY131" fmla="*/ 1954799 h 2323145"/>
              <a:gd name="connsiteX132" fmla="*/ 5504723 w 11269336"/>
              <a:gd name="connsiteY132" fmla="*/ 1965811 h 2323145"/>
              <a:gd name="connsiteX133" fmla="*/ 5493156 w 11269336"/>
              <a:gd name="connsiteY133" fmla="*/ 1970063 h 2323145"/>
              <a:gd name="connsiteX134" fmla="*/ 5490486 w 11269336"/>
              <a:gd name="connsiteY134" fmla="*/ 1974227 h 2323145"/>
              <a:gd name="connsiteX135" fmla="*/ 5473107 w 11269336"/>
              <a:gd name="connsiteY135" fmla="*/ 1979001 h 2323145"/>
              <a:gd name="connsiteX136" fmla="*/ 5470885 w 11269336"/>
              <a:gd name="connsiteY136" fmla="*/ 1978432 h 2323145"/>
              <a:gd name="connsiteX137" fmla="*/ 5457393 w 11269336"/>
              <a:gd name="connsiteY137" fmla="*/ 1986525 h 2323145"/>
              <a:gd name="connsiteX138" fmla="*/ 5447102 w 11269336"/>
              <a:gd name="connsiteY138" fmla="*/ 1998329 h 2323145"/>
              <a:gd name="connsiteX139" fmla="*/ 5296127 w 11269336"/>
              <a:gd name="connsiteY139" fmla="*/ 2023208 h 2323145"/>
              <a:gd name="connsiteX140" fmla="*/ 5174645 w 11269336"/>
              <a:gd name="connsiteY140" fmla="*/ 2088358 h 2323145"/>
              <a:gd name="connsiteX141" fmla="*/ 5092476 w 11269336"/>
              <a:gd name="connsiteY141" fmla="*/ 2100737 h 2323145"/>
              <a:gd name="connsiteX142" fmla="*/ 5060738 w 11269336"/>
              <a:gd name="connsiteY142" fmla="*/ 2083274 h 2323145"/>
              <a:gd name="connsiteX143" fmla="*/ 4860988 w 11269336"/>
              <a:gd name="connsiteY143" fmla="*/ 2135698 h 2323145"/>
              <a:gd name="connsiteX144" fmla="*/ 4807902 w 11269336"/>
              <a:gd name="connsiteY144" fmla="*/ 2138894 h 2323145"/>
              <a:gd name="connsiteX145" fmla="*/ 4765388 w 11269336"/>
              <a:gd name="connsiteY145" fmla="*/ 2162525 h 2323145"/>
              <a:gd name="connsiteX146" fmla="*/ 4745033 w 11269336"/>
              <a:gd name="connsiteY146" fmla="*/ 2158859 h 2323145"/>
              <a:gd name="connsiteX147" fmla="*/ 4741475 w 11269336"/>
              <a:gd name="connsiteY147" fmla="*/ 2157998 h 2323145"/>
              <a:gd name="connsiteX148" fmla="*/ 4728247 w 11269336"/>
              <a:gd name="connsiteY148" fmla="*/ 2159526 h 2323145"/>
              <a:gd name="connsiteX149" fmla="*/ 4723263 w 11269336"/>
              <a:gd name="connsiteY149" fmla="*/ 2153742 h 2323145"/>
              <a:gd name="connsiteX150" fmla="*/ 4702453 w 11269336"/>
              <a:gd name="connsiteY150" fmla="*/ 2151586 h 2323145"/>
              <a:gd name="connsiteX151" fmla="*/ 4678455 w 11269336"/>
              <a:gd name="connsiteY151" fmla="*/ 2156131 h 2323145"/>
              <a:gd name="connsiteX152" fmla="*/ 4593061 w 11269336"/>
              <a:gd name="connsiteY152" fmla="*/ 2171597 h 2323145"/>
              <a:gd name="connsiteX153" fmla="*/ 4579902 w 11269336"/>
              <a:gd name="connsiteY153" fmla="*/ 2177927 h 2323145"/>
              <a:gd name="connsiteX154" fmla="*/ 4533444 w 11269336"/>
              <a:gd name="connsiteY154" fmla="*/ 2181200 h 2323145"/>
              <a:gd name="connsiteX155" fmla="*/ 4492832 w 11269336"/>
              <a:gd name="connsiteY155" fmla="*/ 2188033 h 2323145"/>
              <a:gd name="connsiteX156" fmla="*/ 4467257 w 11269336"/>
              <a:gd name="connsiteY156" fmla="*/ 2196121 h 2323145"/>
              <a:gd name="connsiteX157" fmla="*/ 4459937 w 11269336"/>
              <a:gd name="connsiteY157" fmla="*/ 2195182 h 2323145"/>
              <a:gd name="connsiteX158" fmla="*/ 4433312 w 11269336"/>
              <a:gd name="connsiteY158" fmla="*/ 2199004 h 2323145"/>
              <a:gd name="connsiteX159" fmla="*/ 4420601 w 11269336"/>
              <a:gd name="connsiteY159" fmla="*/ 2205158 h 2323145"/>
              <a:gd name="connsiteX160" fmla="*/ 4405765 w 11269336"/>
              <a:gd name="connsiteY160" fmla="*/ 2199902 h 2323145"/>
              <a:gd name="connsiteX161" fmla="*/ 4401354 w 11269336"/>
              <a:gd name="connsiteY161" fmla="*/ 2194745 h 2323145"/>
              <a:gd name="connsiteX162" fmla="*/ 4383151 w 11269336"/>
              <a:gd name="connsiteY162" fmla="*/ 2201140 h 2323145"/>
              <a:gd name="connsiteX163" fmla="*/ 4366646 w 11269336"/>
              <a:gd name="connsiteY163" fmla="*/ 2198564 h 2323145"/>
              <a:gd name="connsiteX164" fmla="*/ 4354009 w 11269336"/>
              <a:gd name="connsiteY164" fmla="*/ 2204984 h 2323145"/>
              <a:gd name="connsiteX165" fmla="*/ 4348284 w 11269336"/>
              <a:gd name="connsiteY165" fmla="*/ 2205270 h 2323145"/>
              <a:gd name="connsiteX166" fmla="*/ 4333906 w 11269336"/>
              <a:gd name="connsiteY166" fmla="*/ 2205251 h 2323145"/>
              <a:gd name="connsiteX167" fmla="*/ 4308819 w 11269336"/>
              <a:gd name="connsiteY167" fmla="*/ 2203822 h 2323145"/>
              <a:gd name="connsiteX168" fmla="*/ 4301210 w 11269336"/>
              <a:gd name="connsiteY168" fmla="*/ 2204456 h 2323145"/>
              <a:gd name="connsiteX169" fmla="*/ 4283095 w 11269336"/>
              <a:gd name="connsiteY169" fmla="*/ 2198177 h 2323145"/>
              <a:gd name="connsiteX170" fmla="*/ 4250119 w 11269336"/>
              <a:gd name="connsiteY170" fmla="*/ 2196342 h 2323145"/>
              <a:gd name="connsiteX171" fmla="*/ 4189203 w 11269336"/>
              <a:gd name="connsiteY171" fmla="*/ 2178994 h 2323145"/>
              <a:gd name="connsiteX172" fmla="*/ 4154035 w 11269336"/>
              <a:gd name="connsiteY172" fmla="*/ 2171950 h 2323145"/>
              <a:gd name="connsiteX173" fmla="*/ 4129569 w 11269336"/>
              <a:gd name="connsiteY173" fmla="*/ 2163850 h 2323145"/>
              <a:gd name="connsiteX174" fmla="*/ 4061250 w 11269336"/>
              <a:gd name="connsiteY174" fmla="*/ 2159236 h 2323145"/>
              <a:gd name="connsiteX175" fmla="*/ 3945480 w 11269336"/>
              <a:gd name="connsiteY175" fmla="*/ 2158279 h 2323145"/>
              <a:gd name="connsiteX176" fmla="*/ 3921468 w 11269336"/>
              <a:gd name="connsiteY176" fmla="*/ 2156588 h 2323145"/>
              <a:gd name="connsiteX177" fmla="*/ 3903348 w 11269336"/>
              <a:gd name="connsiteY177" fmla="*/ 2149220 h 2323145"/>
              <a:gd name="connsiteX178" fmla="*/ 3901342 w 11269336"/>
              <a:gd name="connsiteY178" fmla="*/ 2142355 h 2323145"/>
              <a:gd name="connsiteX179" fmla="*/ 3888539 w 11269336"/>
              <a:gd name="connsiteY179" fmla="*/ 2140476 h 2323145"/>
              <a:gd name="connsiteX180" fmla="*/ 3885662 w 11269336"/>
              <a:gd name="connsiteY180" fmla="*/ 2138740 h 2323145"/>
              <a:gd name="connsiteX181" fmla="*/ 3868627 w 11269336"/>
              <a:gd name="connsiteY181" fmla="*/ 2130023 h 2323145"/>
              <a:gd name="connsiteX182" fmla="*/ 3819177 w 11269336"/>
              <a:gd name="connsiteY182" fmla="*/ 2142111 h 2323145"/>
              <a:gd name="connsiteX183" fmla="*/ 3769100 w 11269336"/>
              <a:gd name="connsiteY183" fmla="*/ 2131731 h 2323145"/>
              <a:gd name="connsiteX184" fmla="*/ 3562752 w 11269336"/>
              <a:gd name="connsiteY184" fmla="*/ 2131785 h 2323145"/>
              <a:gd name="connsiteX185" fmla="*/ 3541402 w 11269336"/>
              <a:gd name="connsiteY185" fmla="*/ 2106821 h 2323145"/>
              <a:gd name="connsiteX186" fmla="*/ 3460591 w 11269336"/>
              <a:gd name="connsiteY186" fmla="*/ 2097951 h 2323145"/>
              <a:gd name="connsiteX187" fmla="*/ 3320348 w 11269336"/>
              <a:gd name="connsiteY187" fmla="*/ 2130191 h 2323145"/>
              <a:gd name="connsiteX188" fmla="*/ 3170922 w 11269336"/>
              <a:gd name="connsiteY188" fmla="*/ 2115957 h 2323145"/>
              <a:gd name="connsiteX189" fmla="*/ 3156256 w 11269336"/>
              <a:gd name="connsiteY189" fmla="*/ 2124773 h 2323145"/>
              <a:gd name="connsiteX190" fmla="*/ 3140298 w 11269336"/>
              <a:gd name="connsiteY190" fmla="*/ 2129182 h 2323145"/>
              <a:gd name="connsiteX191" fmla="*/ 3138514 w 11269336"/>
              <a:gd name="connsiteY191" fmla="*/ 2128069 h 2323145"/>
              <a:gd name="connsiteX192" fmla="*/ 3120467 w 11269336"/>
              <a:gd name="connsiteY192" fmla="*/ 2128281 h 2323145"/>
              <a:gd name="connsiteX193" fmla="*/ 3116175 w 11269336"/>
              <a:gd name="connsiteY193" fmla="*/ 2131633 h 2323145"/>
              <a:gd name="connsiteX194" fmla="*/ 3103685 w 11269336"/>
              <a:gd name="connsiteY194" fmla="*/ 2132814 h 2323145"/>
              <a:gd name="connsiteX195" fmla="*/ 3078794 w 11269336"/>
              <a:gd name="connsiteY195" fmla="*/ 2137935 h 2323145"/>
              <a:gd name="connsiteX196" fmla="*/ 3074407 w 11269336"/>
              <a:gd name="connsiteY196" fmla="*/ 2136274 h 2323145"/>
              <a:gd name="connsiteX197" fmla="*/ 3037285 w 11269336"/>
              <a:gd name="connsiteY197" fmla="*/ 2139919 h 2323145"/>
              <a:gd name="connsiteX198" fmla="*/ 3036901 w 11269336"/>
              <a:gd name="connsiteY198" fmla="*/ 2138726 h 2323145"/>
              <a:gd name="connsiteX199" fmla="*/ 3026996 w 11269336"/>
              <a:gd name="connsiteY199" fmla="*/ 2134322 h 2323145"/>
              <a:gd name="connsiteX200" fmla="*/ 3007772 w 11269336"/>
              <a:gd name="connsiteY200" fmla="*/ 2128742 h 2323145"/>
              <a:gd name="connsiteX201" fmla="*/ 2965030 w 11269336"/>
              <a:gd name="connsiteY201" fmla="*/ 2100494 h 2323145"/>
              <a:gd name="connsiteX202" fmla="*/ 2926342 w 11269336"/>
              <a:gd name="connsiteY202" fmla="*/ 2104155 h 2323145"/>
              <a:gd name="connsiteX203" fmla="*/ 2918608 w 11269336"/>
              <a:gd name="connsiteY203" fmla="*/ 2104215 h 2323145"/>
              <a:gd name="connsiteX204" fmla="*/ 2918475 w 11269336"/>
              <a:gd name="connsiteY204" fmla="*/ 2103937 h 2323145"/>
              <a:gd name="connsiteX205" fmla="*/ 2910360 w 11269336"/>
              <a:gd name="connsiteY205" fmla="*/ 2103444 h 2323145"/>
              <a:gd name="connsiteX206" fmla="*/ 2904507 w 11269336"/>
              <a:gd name="connsiteY206" fmla="*/ 2104326 h 2323145"/>
              <a:gd name="connsiteX207" fmla="*/ 2889503 w 11269336"/>
              <a:gd name="connsiteY207" fmla="*/ 2104443 h 2323145"/>
              <a:gd name="connsiteX208" fmla="*/ 2884480 w 11269336"/>
              <a:gd name="connsiteY208" fmla="*/ 2102626 h 2323145"/>
              <a:gd name="connsiteX209" fmla="*/ 2882689 w 11269336"/>
              <a:gd name="connsiteY209" fmla="*/ 2099228 h 2323145"/>
              <a:gd name="connsiteX210" fmla="*/ 2881291 w 11269336"/>
              <a:gd name="connsiteY210" fmla="*/ 2099618 h 2323145"/>
              <a:gd name="connsiteX211" fmla="*/ 2853979 w 11269336"/>
              <a:gd name="connsiteY211" fmla="*/ 2090388 h 2323145"/>
              <a:gd name="connsiteX212" fmla="*/ 2791790 w 11269336"/>
              <a:gd name="connsiteY212" fmla="*/ 2080332 h 2323145"/>
              <a:gd name="connsiteX213" fmla="*/ 2755844 w 11269336"/>
              <a:gd name="connsiteY213" fmla="*/ 2078874 h 2323145"/>
              <a:gd name="connsiteX214" fmla="*/ 2657742 w 11269336"/>
              <a:gd name="connsiteY214" fmla="*/ 2070179 h 2323145"/>
              <a:gd name="connsiteX215" fmla="*/ 2559549 w 11269336"/>
              <a:gd name="connsiteY215" fmla="*/ 2057873 h 2323145"/>
              <a:gd name="connsiteX216" fmla="*/ 2512054 w 11269336"/>
              <a:gd name="connsiteY216" fmla="*/ 2031671 h 2323145"/>
              <a:gd name="connsiteX217" fmla="*/ 2506437 w 11269336"/>
              <a:gd name="connsiteY217" fmla="*/ 2030918 h 2323145"/>
              <a:gd name="connsiteX218" fmla="*/ 2491752 w 11269336"/>
              <a:gd name="connsiteY218" fmla="*/ 2033906 h 2323145"/>
              <a:gd name="connsiteX219" fmla="*/ 2486338 w 11269336"/>
              <a:gd name="connsiteY219" fmla="*/ 2035862 h 2323145"/>
              <a:gd name="connsiteX220" fmla="*/ 2478186 w 11269336"/>
              <a:gd name="connsiteY220" fmla="*/ 2036953 h 2323145"/>
              <a:gd name="connsiteX221" fmla="*/ 2477950 w 11269336"/>
              <a:gd name="connsiteY221" fmla="*/ 2036715 h 2323145"/>
              <a:gd name="connsiteX222" fmla="*/ 2470381 w 11269336"/>
              <a:gd name="connsiteY222" fmla="*/ 2038256 h 2323145"/>
              <a:gd name="connsiteX223" fmla="*/ 2433781 w 11269336"/>
              <a:gd name="connsiteY223" fmla="*/ 2049140 h 2323145"/>
              <a:gd name="connsiteX224" fmla="*/ 2381172 w 11269336"/>
              <a:gd name="connsiteY224" fmla="*/ 2030645 h 2323145"/>
              <a:gd name="connsiteX225" fmla="*/ 2360198 w 11269336"/>
              <a:gd name="connsiteY225" fmla="*/ 2029059 h 2323145"/>
              <a:gd name="connsiteX226" fmla="*/ 2348815 w 11269336"/>
              <a:gd name="connsiteY226" fmla="*/ 2026798 h 2323145"/>
              <a:gd name="connsiteX227" fmla="*/ 2347988 w 11269336"/>
              <a:gd name="connsiteY227" fmla="*/ 2025745 h 2323145"/>
              <a:gd name="connsiteX228" fmla="*/ 2312920 w 11269336"/>
              <a:gd name="connsiteY228" fmla="*/ 2036311 h 2323145"/>
              <a:gd name="connsiteX229" fmla="*/ 2307986 w 11269336"/>
              <a:gd name="connsiteY229" fmla="*/ 2035583 h 2323145"/>
              <a:gd name="connsiteX230" fmla="*/ 2285481 w 11269336"/>
              <a:gd name="connsiteY230" fmla="*/ 2045197 h 2323145"/>
              <a:gd name="connsiteX231" fmla="*/ 2273666 w 11269336"/>
              <a:gd name="connsiteY231" fmla="*/ 2048710 h 2323145"/>
              <a:gd name="connsiteX232" fmla="*/ 2270719 w 11269336"/>
              <a:gd name="connsiteY232" fmla="*/ 2052702 h 2323145"/>
              <a:gd name="connsiteX233" fmla="*/ 2253080 w 11269336"/>
              <a:gd name="connsiteY233" fmla="*/ 2056363 h 2323145"/>
              <a:gd name="connsiteX234" fmla="*/ 2250906 w 11269336"/>
              <a:gd name="connsiteY234" fmla="*/ 2055654 h 2323145"/>
              <a:gd name="connsiteX235" fmla="*/ 2236905 w 11269336"/>
              <a:gd name="connsiteY235" fmla="*/ 2062882 h 2323145"/>
              <a:gd name="connsiteX236" fmla="*/ 2225830 w 11269336"/>
              <a:gd name="connsiteY236" fmla="*/ 2074027 h 2323145"/>
              <a:gd name="connsiteX237" fmla="*/ 2073776 w 11269336"/>
              <a:gd name="connsiteY237" fmla="*/ 2089244 h 2323145"/>
              <a:gd name="connsiteX238" fmla="*/ 1948256 w 11269336"/>
              <a:gd name="connsiteY238" fmla="*/ 2146616 h 2323145"/>
              <a:gd name="connsiteX239" fmla="*/ 1865582 w 11269336"/>
              <a:gd name="connsiteY239" fmla="*/ 2153738 h 2323145"/>
              <a:gd name="connsiteX240" fmla="*/ 1835210 w 11269336"/>
              <a:gd name="connsiteY240" fmla="*/ 2134244 h 2323145"/>
              <a:gd name="connsiteX241" fmla="*/ 1632661 w 11269336"/>
              <a:gd name="connsiteY241" fmla="*/ 2173882 h 2323145"/>
              <a:gd name="connsiteX242" fmla="*/ 1579590 w 11269336"/>
              <a:gd name="connsiteY242" fmla="*/ 2173680 h 2323145"/>
              <a:gd name="connsiteX243" fmla="*/ 1535601 w 11269336"/>
              <a:gd name="connsiteY243" fmla="*/ 2194590 h 2323145"/>
              <a:gd name="connsiteX244" fmla="*/ 1515594 w 11269336"/>
              <a:gd name="connsiteY244" fmla="*/ 2189622 h 2323145"/>
              <a:gd name="connsiteX245" fmla="*/ 1512113 w 11269336"/>
              <a:gd name="connsiteY245" fmla="*/ 2188534 h 2323145"/>
              <a:gd name="connsiteX246" fmla="*/ 1498838 w 11269336"/>
              <a:gd name="connsiteY246" fmla="*/ 2189213 h 2323145"/>
              <a:gd name="connsiteX247" fmla="*/ 1494279 w 11269336"/>
              <a:gd name="connsiteY247" fmla="*/ 2183112 h 2323145"/>
              <a:gd name="connsiteX248" fmla="*/ 1473714 w 11269336"/>
              <a:gd name="connsiteY248" fmla="*/ 2179625 h 2323145"/>
              <a:gd name="connsiteX249" fmla="*/ 1449503 w 11269336"/>
              <a:gd name="connsiteY249" fmla="*/ 2182633 h 2323145"/>
              <a:gd name="connsiteX250" fmla="*/ 1335495 w 11269336"/>
              <a:gd name="connsiteY250" fmla="*/ 2203940 h 2323145"/>
              <a:gd name="connsiteX251" fmla="*/ 1266687 w 11269336"/>
              <a:gd name="connsiteY251" fmla="*/ 2212688 h 2323145"/>
              <a:gd name="connsiteX252" fmla="*/ 1239614 w 11269336"/>
              <a:gd name="connsiteY252" fmla="*/ 2209727 h 2323145"/>
              <a:gd name="connsiteX253" fmla="*/ 1202436 w 11269336"/>
              <a:gd name="connsiteY253" fmla="*/ 2209817 h 2323145"/>
              <a:gd name="connsiteX254" fmla="*/ 1136097 w 11269336"/>
              <a:gd name="connsiteY254" fmla="*/ 2205112 h 2323145"/>
              <a:gd name="connsiteX255" fmla="*/ 1048229 w 11269336"/>
              <a:gd name="connsiteY255" fmla="*/ 2207249 h 2323145"/>
              <a:gd name="connsiteX256" fmla="*/ 988232 w 11269336"/>
              <a:gd name="connsiteY256" fmla="*/ 2235635 h 2323145"/>
              <a:gd name="connsiteX257" fmla="*/ 981959 w 11269336"/>
              <a:gd name="connsiteY257" fmla="*/ 2231607 h 2323145"/>
              <a:gd name="connsiteX258" fmla="*/ 938600 w 11269336"/>
              <a:gd name="connsiteY258" fmla="*/ 2238113 h 2323145"/>
              <a:gd name="connsiteX259" fmla="*/ 791788 w 11269336"/>
              <a:gd name="connsiteY259" fmla="*/ 2293224 h 2323145"/>
              <a:gd name="connsiteX260" fmla="*/ 706914 w 11269336"/>
              <a:gd name="connsiteY260" fmla="*/ 2305046 h 2323145"/>
              <a:gd name="connsiteX261" fmla="*/ 675971 w 11269336"/>
              <a:gd name="connsiteY261" fmla="*/ 2304030 h 2323145"/>
              <a:gd name="connsiteX262" fmla="*/ 624180 w 11269336"/>
              <a:gd name="connsiteY262" fmla="*/ 2302650 h 2323145"/>
              <a:gd name="connsiteX263" fmla="*/ 583453 w 11269336"/>
              <a:gd name="connsiteY263" fmla="*/ 2288788 h 2323145"/>
              <a:gd name="connsiteX264" fmla="*/ 540946 w 11269336"/>
              <a:gd name="connsiteY264" fmla="*/ 2292721 h 2323145"/>
              <a:gd name="connsiteX265" fmla="*/ 533680 w 11269336"/>
              <a:gd name="connsiteY265" fmla="*/ 2310233 h 2323145"/>
              <a:gd name="connsiteX266" fmla="*/ 487366 w 11269336"/>
              <a:gd name="connsiteY266" fmla="*/ 2309053 h 2323145"/>
              <a:gd name="connsiteX267" fmla="*/ 416820 w 11269336"/>
              <a:gd name="connsiteY267" fmla="*/ 2305443 h 2323145"/>
              <a:gd name="connsiteX268" fmla="*/ 376805 w 11269336"/>
              <a:gd name="connsiteY268" fmla="*/ 2307647 h 2323145"/>
              <a:gd name="connsiteX269" fmla="*/ 266777 w 11269336"/>
              <a:gd name="connsiteY269" fmla="*/ 2309012 h 2323145"/>
              <a:gd name="connsiteX270" fmla="*/ 156013 w 11269336"/>
              <a:gd name="connsiteY270" fmla="*/ 2306832 h 2323145"/>
              <a:gd name="connsiteX271" fmla="*/ 87258 w 11269336"/>
              <a:gd name="connsiteY271" fmla="*/ 2285511 h 2323145"/>
              <a:gd name="connsiteX272" fmla="*/ 23798 w 11269336"/>
              <a:gd name="connsiteY272" fmla="*/ 2281822 h 2323145"/>
              <a:gd name="connsiteX273" fmla="*/ 0 w 11269336"/>
              <a:gd name="connsiteY273" fmla="*/ 2285369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742561 w 11269336"/>
              <a:gd name="connsiteY18" fmla="*/ 500437 h 2323145"/>
              <a:gd name="connsiteX19" fmla="*/ 9561831 w 11269336"/>
              <a:gd name="connsiteY19" fmla="*/ 547649 h 2323145"/>
              <a:gd name="connsiteX20" fmla="*/ 9380600 w 11269336"/>
              <a:gd name="connsiteY20" fmla="*/ 549821 h 2323145"/>
              <a:gd name="connsiteX21" fmla="*/ 9139429 w 11269336"/>
              <a:gd name="connsiteY21" fmla="*/ 696446 h 2323145"/>
              <a:gd name="connsiteX22" fmla="*/ 9114263 w 11269336"/>
              <a:gd name="connsiteY22" fmla="*/ 709213 h 2323145"/>
              <a:gd name="connsiteX23" fmla="*/ 9028928 w 11269336"/>
              <a:gd name="connsiteY23" fmla="*/ 745350 h 2323145"/>
              <a:gd name="connsiteX24" fmla="*/ 8977138 w 11269336"/>
              <a:gd name="connsiteY24" fmla="*/ 774970 h 2323145"/>
              <a:gd name="connsiteX25" fmla="*/ 8947030 w 11269336"/>
              <a:gd name="connsiteY25" fmla="*/ 814934 h 2323145"/>
              <a:gd name="connsiteX26" fmla="*/ 8914746 w 11269336"/>
              <a:gd name="connsiteY26" fmla="*/ 826428 h 2323145"/>
              <a:gd name="connsiteX27" fmla="*/ 8917778 w 11269336"/>
              <a:gd name="connsiteY27" fmla="*/ 835198 h 2323145"/>
              <a:gd name="connsiteX28" fmla="*/ 8905560 w 11269336"/>
              <a:gd name="connsiteY28" fmla="*/ 838358 h 2323145"/>
              <a:gd name="connsiteX29" fmla="*/ 8897564 w 11269336"/>
              <a:gd name="connsiteY29" fmla="*/ 834287 h 2323145"/>
              <a:gd name="connsiteX30" fmla="*/ 8878040 w 11269336"/>
              <a:gd name="connsiteY30" fmla="*/ 844150 h 2323145"/>
              <a:gd name="connsiteX31" fmla="*/ 8882654 w 11269336"/>
              <a:gd name="connsiteY31" fmla="*/ 892768 h 2323145"/>
              <a:gd name="connsiteX32" fmla="*/ 8837498 w 11269336"/>
              <a:gd name="connsiteY32" fmla="*/ 885664 h 2323145"/>
              <a:gd name="connsiteX33" fmla="*/ 8795998 w 11269336"/>
              <a:gd name="connsiteY33" fmla="*/ 863337 h 2323145"/>
              <a:gd name="connsiteX34" fmla="*/ 8776970 w 11269336"/>
              <a:gd name="connsiteY34" fmla="*/ 885177 h 2323145"/>
              <a:gd name="connsiteX35" fmla="*/ 8755719 w 11269336"/>
              <a:gd name="connsiteY35" fmla="*/ 889754 h 2323145"/>
              <a:gd name="connsiteX36" fmla="*/ 8743257 w 11269336"/>
              <a:gd name="connsiteY36" fmla="*/ 904723 h 2323145"/>
              <a:gd name="connsiteX37" fmla="*/ 8721366 w 11269336"/>
              <a:gd name="connsiteY37" fmla="*/ 904711 h 2323145"/>
              <a:gd name="connsiteX38" fmla="*/ 8678353 w 11269336"/>
              <a:gd name="connsiteY38" fmla="*/ 926318 h 2323145"/>
              <a:gd name="connsiteX39" fmla="*/ 8636849 w 11269336"/>
              <a:gd name="connsiteY39" fmla="*/ 937900 h 2323145"/>
              <a:gd name="connsiteX40" fmla="*/ 8620213 w 11269336"/>
              <a:gd name="connsiteY40" fmla="*/ 943068 h 2323145"/>
              <a:gd name="connsiteX41" fmla="*/ 8612581 w 11269336"/>
              <a:gd name="connsiteY41" fmla="*/ 952695 h 2323145"/>
              <a:gd name="connsiteX42" fmla="*/ 8589038 w 11269336"/>
              <a:gd name="connsiteY42" fmla="*/ 963892 h 2323145"/>
              <a:gd name="connsiteX43" fmla="*/ 8579950 w 11269336"/>
              <a:gd name="connsiteY43" fmla="*/ 960899 h 2323145"/>
              <a:gd name="connsiteX44" fmla="*/ 8579319 w 11269336"/>
              <a:gd name="connsiteY44" fmla="*/ 965630 h 2323145"/>
              <a:gd name="connsiteX45" fmla="*/ 8547429 w 11269336"/>
              <a:gd name="connsiteY45" fmla="*/ 984506 h 2323145"/>
              <a:gd name="connsiteX46" fmla="*/ 8478704 w 11269336"/>
              <a:gd name="connsiteY46" fmla="*/ 1025490 h 2323145"/>
              <a:gd name="connsiteX47" fmla="*/ 8461421 w 11269336"/>
              <a:gd name="connsiteY47" fmla="*/ 1035512 h 2323145"/>
              <a:gd name="connsiteX48" fmla="*/ 8445003 w 11269336"/>
              <a:gd name="connsiteY48" fmla="*/ 1036851 h 2323145"/>
              <a:gd name="connsiteX49" fmla="*/ 8357350 w 11269336"/>
              <a:gd name="connsiteY49" fmla="*/ 1060213 h 2323145"/>
              <a:gd name="connsiteX50" fmla="*/ 8335565 w 11269336"/>
              <a:gd name="connsiteY50" fmla="*/ 1061151 h 2323145"/>
              <a:gd name="connsiteX51" fmla="*/ 8325267 w 11269336"/>
              <a:gd name="connsiteY51" fmla="*/ 1055919 h 2323145"/>
              <a:gd name="connsiteX52" fmla="*/ 8293586 w 11269336"/>
              <a:gd name="connsiteY52" fmla="*/ 1076144 h 2323145"/>
              <a:gd name="connsiteX53" fmla="*/ 8242405 w 11269336"/>
              <a:gd name="connsiteY53" fmla="*/ 1095960 h 2323145"/>
              <a:gd name="connsiteX54" fmla="*/ 8218531 w 11269336"/>
              <a:gd name="connsiteY54" fmla="*/ 1107622 h 2323145"/>
              <a:gd name="connsiteX55" fmla="*/ 8197391 w 11269336"/>
              <a:gd name="connsiteY55" fmla="*/ 1107746 h 2323145"/>
              <a:gd name="connsiteX56" fmla="*/ 8081474 w 11269336"/>
              <a:gd name="connsiteY56" fmla="*/ 1130125 h 2323145"/>
              <a:gd name="connsiteX57" fmla="*/ 8053585 w 11269336"/>
              <a:gd name="connsiteY57" fmla="*/ 1129169 h 2323145"/>
              <a:gd name="connsiteX58" fmla="*/ 8038422 w 11269336"/>
              <a:gd name="connsiteY58" fmla="*/ 1119092 h 2323145"/>
              <a:gd name="connsiteX59" fmla="*/ 8029450 w 11269336"/>
              <a:gd name="connsiteY59" fmla="*/ 1125592 h 2323145"/>
              <a:gd name="connsiteX60" fmla="*/ 7959552 w 11269336"/>
              <a:gd name="connsiteY60" fmla="*/ 1140188 h 2323145"/>
              <a:gd name="connsiteX61" fmla="*/ 7914188 w 11269336"/>
              <a:gd name="connsiteY61" fmla="*/ 1150862 h 2323145"/>
              <a:gd name="connsiteX62" fmla="*/ 7914918 w 11269336"/>
              <a:gd name="connsiteY62" fmla="*/ 1168758 h 2323145"/>
              <a:gd name="connsiteX63" fmla="*/ 7875510 w 11269336"/>
              <a:gd name="connsiteY63" fmla="*/ 1183153 h 2323145"/>
              <a:gd name="connsiteX64" fmla="*/ 7829932 w 11269336"/>
              <a:gd name="connsiteY64" fmla="*/ 1180782 h 2323145"/>
              <a:gd name="connsiteX65" fmla="*/ 7779182 w 11269336"/>
              <a:gd name="connsiteY65" fmla="*/ 1192665 h 2323145"/>
              <a:gd name="connsiteX66" fmla="*/ 7748774 w 11269336"/>
              <a:gd name="connsiteY66" fmla="*/ 1199586 h 2323145"/>
              <a:gd name="connsiteX67" fmla="*/ 7671846 w 11269336"/>
              <a:gd name="connsiteY67" fmla="*/ 1231966 h 2323145"/>
              <a:gd name="connsiteX68" fmla="*/ 7554146 w 11269336"/>
              <a:gd name="connsiteY68" fmla="*/ 1319748 h 2323145"/>
              <a:gd name="connsiteX69" fmla="*/ 7515052 w 11269336"/>
              <a:gd name="connsiteY69" fmla="*/ 1336718 h 2323145"/>
              <a:gd name="connsiteX70" fmla="*/ 7507193 w 11269336"/>
              <a:gd name="connsiteY70" fmla="*/ 1334617 h 2323145"/>
              <a:gd name="connsiteX71" fmla="*/ 7461694 w 11269336"/>
              <a:gd name="connsiteY71" fmla="*/ 1375866 h 2323145"/>
              <a:gd name="connsiteX72" fmla="*/ 7377571 w 11269336"/>
              <a:gd name="connsiteY72" fmla="*/ 1400128 h 2323145"/>
              <a:gd name="connsiteX73" fmla="*/ 7311261 w 11269336"/>
              <a:gd name="connsiteY73" fmla="*/ 1412652 h 2323145"/>
              <a:gd name="connsiteX74" fmla="*/ 7275307 w 11269336"/>
              <a:gd name="connsiteY74" fmla="*/ 1422171 h 2323145"/>
              <a:gd name="connsiteX75" fmla="*/ 7247783 w 11269336"/>
              <a:gd name="connsiteY75" fmla="*/ 1426330 h 2323145"/>
              <a:gd name="connsiteX76" fmla="*/ 7185047 w 11269336"/>
              <a:gd name="connsiteY76" fmla="*/ 1451812 h 2323145"/>
              <a:gd name="connsiteX77" fmla="*/ 7084117 w 11269336"/>
              <a:gd name="connsiteY77" fmla="*/ 1500281 h 2323145"/>
              <a:gd name="connsiteX78" fmla="*/ 7062011 w 11269336"/>
              <a:gd name="connsiteY78" fmla="*/ 1509183 h 2323145"/>
              <a:gd name="connsiteX79" fmla="*/ 7040555 w 11269336"/>
              <a:gd name="connsiteY79" fmla="*/ 1511207 h 2323145"/>
              <a:gd name="connsiteX80" fmla="*/ 7033438 w 11269336"/>
              <a:gd name="connsiteY80" fmla="*/ 1506772 h 2323145"/>
              <a:gd name="connsiteX81" fmla="*/ 7020886 w 11269336"/>
              <a:gd name="connsiteY81" fmla="*/ 1510764 h 2323145"/>
              <a:gd name="connsiteX82" fmla="*/ 7017033 w 11269336"/>
              <a:gd name="connsiteY82" fmla="*/ 1510650 h 2323145"/>
              <a:gd name="connsiteX83" fmla="*/ 6995460 w 11269336"/>
              <a:gd name="connsiteY83" fmla="*/ 1511173 h 2323145"/>
              <a:gd name="connsiteX84" fmla="*/ 6962144 w 11269336"/>
              <a:gd name="connsiteY84" fmla="*/ 1541508 h 2323145"/>
              <a:gd name="connsiteX85" fmla="*/ 6910674 w 11269336"/>
              <a:gd name="connsiteY85" fmla="*/ 1554793 h 2323145"/>
              <a:gd name="connsiteX86" fmla="*/ 6732152 w 11269336"/>
              <a:gd name="connsiteY86" fmla="*/ 1642538 h 2323145"/>
              <a:gd name="connsiteX87" fmla="*/ 6694106 w 11269336"/>
              <a:gd name="connsiteY87" fmla="*/ 1632377 h 2323145"/>
              <a:gd name="connsiteX88" fmla="*/ 6617223 w 11269336"/>
              <a:gd name="connsiteY88" fmla="*/ 1659889 h 2323145"/>
              <a:gd name="connsiteX89" fmla="*/ 6521138 w 11269336"/>
              <a:gd name="connsiteY89" fmla="*/ 1744340 h 2323145"/>
              <a:gd name="connsiteX90" fmla="*/ 6380677 w 11269336"/>
              <a:gd name="connsiteY90" fmla="*/ 1796883 h 2323145"/>
              <a:gd name="connsiteX91" fmla="*/ 6374897 w 11269336"/>
              <a:gd name="connsiteY91" fmla="*/ 1809910 h 2323145"/>
              <a:gd name="connsiteX92" fmla="*/ 6364545 w 11269336"/>
              <a:gd name="connsiteY92" fmla="*/ 1820090 h 2323145"/>
              <a:gd name="connsiteX93" fmla="*/ 6362126 w 11269336"/>
              <a:gd name="connsiteY93" fmla="*/ 1819991 h 2323145"/>
              <a:gd name="connsiteX94" fmla="*/ 6346673 w 11269336"/>
              <a:gd name="connsiteY94" fmla="*/ 1827824 h 2323145"/>
              <a:gd name="connsiteX95" fmla="*/ 6345588 w 11269336"/>
              <a:gd name="connsiteY95" fmla="*/ 1832232 h 2323145"/>
              <a:gd name="connsiteX96" fmla="*/ 6335708 w 11269336"/>
              <a:gd name="connsiteY96" fmla="*/ 1838451 h 2323145"/>
              <a:gd name="connsiteX97" fmla="*/ 6318182 w 11269336"/>
              <a:gd name="connsiteY97" fmla="*/ 1852975 h 2323145"/>
              <a:gd name="connsiteX98" fmla="*/ 6313084 w 11269336"/>
              <a:gd name="connsiteY98" fmla="*/ 1853561 h 2323145"/>
              <a:gd name="connsiteX99" fmla="*/ 6283816 w 11269336"/>
              <a:gd name="connsiteY99" fmla="*/ 1872148 h 2323145"/>
              <a:gd name="connsiteX100" fmla="*/ 6282550 w 11269336"/>
              <a:gd name="connsiteY100" fmla="*/ 1871392 h 2323145"/>
              <a:gd name="connsiteX101" fmla="*/ 6270527 w 11269336"/>
              <a:gd name="connsiteY101" fmla="*/ 1872208 h 2323145"/>
              <a:gd name="connsiteX102" fmla="*/ 6249518 w 11269336"/>
              <a:gd name="connsiteY102" fmla="*/ 1876079 h 2323145"/>
              <a:gd name="connsiteX103" fmla="*/ 6190386 w 11269336"/>
              <a:gd name="connsiteY103" fmla="*/ 1872478 h 2323145"/>
              <a:gd name="connsiteX104" fmla="*/ 6159777 w 11269336"/>
              <a:gd name="connsiteY104" fmla="*/ 1891745 h 2323145"/>
              <a:gd name="connsiteX105" fmla="*/ 6153131 w 11269336"/>
              <a:gd name="connsiteY105" fmla="*/ 1895079 h 2323145"/>
              <a:gd name="connsiteX106" fmla="*/ 6152798 w 11269336"/>
              <a:gd name="connsiteY106" fmla="*/ 1894920 h 2323145"/>
              <a:gd name="connsiteX107" fmla="*/ 6145388 w 11269336"/>
              <a:gd name="connsiteY107" fmla="*/ 1897990 h 2323145"/>
              <a:gd name="connsiteX108" fmla="*/ 6141014 w 11269336"/>
              <a:gd name="connsiteY108" fmla="*/ 1901155 h 2323145"/>
              <a:gd name="connsiteX109" fmla="*/ 6128122 w 11269336"/>
              <a:gd name="connsiteY109" fmla="*/ 1907623 h 2323145"/>
              <a:gd name="connsiteX110" fmla="*/ 6122351 w 11269336"/>
              <a:gd name="connsiteY110" fmla="*/ 1908359 h 2323145"/>
              <a:gd name="connsiteX111" fmla="*/ 6064750 w 11269336"/>
              <a:gd name="connsiteY111" fmla="*/ 1896394 h 2323145"/>
              <a:gd name="connsiteX112" fmla="*/ 5964230 w 11269336"/>
              <a:gd name="connsiteY112" fmla="*/ 1910038 h 2323145"/>
              <a:gd name="connsiteX113" fmla="*/ 5865399 w 11269336"/>
              <a:gd name="connsiteY113" fmla="*/ 1926966 h 2323145"/>
              <a:gd name="connsiteX114" fmla="*/ 5829951 w 11269336"/>
              <a:gd name="connsiteY114" fmla="*/ 1934755 h 2323145"/>
              <a:gd name="connsiteX115" fmla="*/ 5765285 w 11269336"/>
              <a:gd name="connsiteY115" fmla="*/ 1941322 h 2323145"/>
              <a:gd name="connsiteX116" fmla="*/ 5734750 w 11269336"/>
              <a:gd name="connsiteY116" fmla="*/ 1939793 h 2323145"/>
              <a:gd name="connsiteX117" fmla="*/ 5733569 w 11269336"/>
              <a:gd name="connsiteY117" fmla="*/ 1940505 h 2323145"/>
              <a:gd name="connsiteX118" fmla="*/ 5730329 w 11269336"/>
              <a:gd name="connsiteY118" fmla="*/ 1937845 h 2323145"/>
              <a:gd name="connsiteX119" fmla="*/ 5724661 w 11269336"/>
              <a:gd name="connsiteY119" fmla="*/ 1937455 h 2323145"/>
              <a:gd name="connsiteX120" fmla="*/ 5710186 w 11269336"/>
              <a:gd name="connsiteY120" fmla="*/ 1941370 h 2323145"/>
              <a:gd name="connsiteX121" fmla="*/ 5704910 w 11269336"/>
              <a:gd name="connsiteY121" fmla="*/ 1943663 h 2323145"/>
              <a:gd name="connsiteX122" fmla="*/ 5696836 w 11269336"/>
              <a:gd name="connsiteY122" fmla="*/ 1945271 h 2323145"/>
              <a:gd name="connsiteX123" fmla="*/ 5696583 w 11269336"/>
              <a:gd name="connsiteY123" fmla="*/ 1945050 h 2323145"/>
              <a:gd name="connsiteX124" fmla="*/ 5689123 w 11269336"/>
              <a:gd name="connsiteY124" fmla="*/ 1947067 h 2323145"/>
              <a:gd name="connsiteX125" fmla="*/ 5653291 w 11269336"/>
              <a:gd name="connsiteY125" fmla="*/ 1960245 h 2323145"/>
              <a:gd name="connsiteX126" fmla="*/ 5599385 w 11269336"/>
              <a:gd name="connsiteY126" fmla="*/ 1945198 h 2323145"/>
              <a:gd name="connsiteX127" fmla="*/ 5578300 w 11269336"/>
              <a:gd name="connsiteY127" fmla="*/ 1944963 h 2323145"/>
              <a:gd name="connsiteX128" fmla="*/ 5566758 w 11269336"/>
              <a:gd name="connsiteY128" fmla="*/ 1943441 h 2323145"/>
              <a:gd name="connsiteX129" fmla="*/ 5565857 w 11269336"/>
              <a:gd name="connsiteY129" fmla="*/ 1942445 h 2323145"/>
              <a:gd name="connsiteX130" fmla="*/ 5531534 w 11269336"/>
              <a:gd name="connsiteY130" fmla="*/ 1955208 h 2323145"/>
              <a:gd name="connsiteX131" fmla="*/ 5526552 w 11269336"/>
              <a:gd name="connsiteY131" fmla="*/ 1954799 h 2323145"/>
              <a:gd name="connsiteX132" fmla="*/ 5504723 w 11269336"/>
              <a:gd name="connsiteY132" fmla="*/ 1965811 h 2323145"/>
              <a:gd name="connsiteX133" fmla="*/ 5493156 w 11269336"/>
              <a:gd name="connsiteY133" fmla="*/ 1970063 h 2323145"/>
              <a:gd name="connsiteX134" fmla="*/ 5490486 w 11269336"/>
              <a:gd name="connsiteY134" fmla="*/ 1974227 h 2323145"/>
              <a:gd name="connsiteX135" fmla="*/ 5473107 w 11269336"/>
              <a:gd name="connsiteY135" fmla="*/ 1979001 h 2323145"/>
              <a:gd name="connsiteX136" fmla="*/ 5470885 w 11269336"/>
              <a:gd name="connsiteY136" fmla="*/ 1978432 h 2323145"/>
              <a:gd name="connsiteX137" fmla="*/ 5457393 w 11269336"/>
              <a:gd name="connsiteY137" fmla="*/ 1986525 h 2323145"/>
              <a:gd name="connsiteX138" fmla="*/ 5447102 w 11269336"/>
              <a:gd name="connsiteY138" fmla="*/ 1998329 h 2323145"/>
              <a:gd name="connsiteX139" fmla="*/ 5296127 w 11269336"/>
              <a:gd name="connsiteY139" fmla="*/ 2023208 h 2323145"/>
              <a:gd name="connsiteX140" fmla="*/ 5092476 w 11269336"/>
              <a:gd name="connsiteY140" fmla="*/ 2100737 h 2323145"/>
              <a:gd name="connsiteX141" fmla="*/ 5060738 w 11269336"/>
              <a:gd name="connsiteY141" fmla="*/ 2083274 h 2323145"/>
              <a:gd name="connsiteX142" fmla="*/ 4860988 w 11269336"/>
              <a:gd name="connsiteY142" fmla="*/ 2135698 h 2323145"/>
              <a:gd name="connsiteX143" fmla="*/ 4807902 w 11269336"/>
              <a:gd name="connsiteY143" fmla="*/ 2138894 h 2323145"/>
              <a:gd name="connsiteX144" fmla="*/ 4765388 w 11269336"/>
              <a:gd name="connsiteY144" fmla="*/ 2162525 h 2323145"/>
              <a:gd name="connsiteX145" fmla="*/ 4745033 w 11269336"/>
              <a:gd name="connsiteY145" fmla="*/ 2158859 h 2323145"/>
              <a:gd name="connsiteX146" fmla="*/ 4741475 w 11269336"/>
              <a:gd name="connsiteY146" fmla="*/ 2157998 h 2323145"/>
              <a:gd name="connsiteX147" fmla="*/ 4728247 w 11269336"/>
              <a:gd name="connsiteY147" fmla="*/ 2159526 h 2323145"/>
              <a:gd name="connsiteX148" fmla="*/ 4723263 w 11269336"/>
              <a:gd name="connsiteY148" fmla="*/ 2153742 h 2323145"/>
              <a:gd name="connsiteX149" fmla="*/ 4702453 w 11269336"/>
              <a:gd name="connsiteY149" fmla="*/ 2151586 h 2323145"/>
              <a:gd name="connsiteX150" fmla="*/ 4678455 w 11269336"/>
              <a:gd name="connsiteY150" fmla="*/ 2156131 h 2323145"/>
              <a:gd name="connsiteX151" fmla="*/ 4593061 w 11269336"/>
              <a:gd name="connsiteY151" fmla="*/ 2171597 h 2323145"/>
              <a:gd name="connsiteX152" fmla="*/ 4579902 w 11269336"/>
              <a:gd name="connsiteY152" fmla="*/ 2177927 h 2323145"/>
              <a:gd name="connsiteX153" fmla="*/ 4533444 w 11269336"/>
              <a:gd name="connsiteY153" fmla="*/ 2181200 h 2323145"/>
              <a:gd name="connsiteX154" fmla="*/ 4492832 w 11269336"/>
              <a:gd name="connsiteY154" fmla="*/ 2188033 h 2323145"/>
              <a:gd name="connsiteX155" fmla="*/ 4467257 w 11269336"/>
              <a:gd name="connsiteY155" fmla="*/ 2196121 h 2323145"/>
              <a:gd name="connsiteX156" fmla="*/ 4459937 w 11269336"/>
              <a:gd name="connsiteY156" fmla="*/ 2195182 h 2323145"/>
              <a:gd name="connsiteX157" fmla="*/ 4433312 w 11269336"/>
              <a:gd name="connsiteY157" fmla="*/ 2199004 h 2323145"/>
              <a:gd name="connsiteX158" fmla="*/ 4420601 w 11269336"/>
              <a:gd name="connsiteY158" fmla="*/ 2205158 h 2323145"/>
              <a:gd name="connsiteX159" fmla="*/ 4405765 w 11269336"/>
              <a:gd name="connsiteY159" fmla="*/ 2199902 h 2323145"/>
              <a:gd name="connsiteX160" fmla="*/ 4401354 w 11269336"/>
              <a:gd name="connsiteY160" fmla="*/ 2194745 h 2323145"/>
              <a:gd name="connsiteX161" fmla="*/ 4383151 w 11269336"/>
              <a:gd name="connsiteY161" fmla="*/ 2201140 h 2323145"/>
              <a:gd name="connsiteX162" fmla="*/ 4366646 w 11269336"/>
              <a:gd name="connsiteY162" fmla="*/ 2198564 h 2323145"/>
              <a:gd name="connsiteX163" fmla="*/ 4354009 w 11269336"/>
              <a:gd name="connsiteY163" fmla="*/ 2204984 h 2323145"/>
              <a:gd name="connsiteX164" fmla="*/ 4348284 w 11269336"/>
              <a:gd name="connsiteY164" fmla="*/ 2205270 h 2323145"/>
              <a:gd name="connsiteX165" fmla="*/ 4333906 w 11269336"/>
              <a:gd name="connsiteY165" fmla="*/ 2205251 h 2323145"/>
              <a:gd name="connsiteX166" fmla="*/ 4308819 w 11269336"/>
              <a:gd name="connsiteY166" fmla="*/ 2203822 h 2323145"/>
              <a:gd name="connsiteX167" fmla="*/ 4301210 w 11269336"/>
              <a:gd name="connsiteY167" fmla="*/ 2204456 h 2323145"/>
              <a:gd name="connsiteX168" fmla="*/ 4283095 w 11269336"/>
              <a:gd name="connsiteY168" fmla="*/ 2198177 h 2323145"/>
              <a:gd name="connsiteX169" fmla="*/ 4250119 w 11269336"/>
              <a:gd name="connsiteY169" fmla="*/ 2196342 h 2323145"/>
              <a:gd name="connsiteX170" fmla="*/ 4189203 w 11269336"/>
              <a:gd name="connsiteY170" fmla="*/ 2178994 h 2323145"/>
              <a:gd name="connsiteX171" fmla="*/ 4154035 w 11269336"/>
              <a:gd name="connsiteY171" fmla="*/ 2171950 h 2323145"/>
              <a:gd name="connsiteX172" fmla="*/ 4129569 w 11269336"/>
              <a:gd name="connsiteY172" fmla="*/ 2163850 h 2323145"/>
              <a:gd name="connsiteX173" fmla="*/ 4061250 w 11269336"/>
              <a:gd name="connsiteY173" fmla="*/ 2159236 h 2323145"/>
              <a:gd name="connsiteX174" fmla="*/ 3945480 w 11269336"/>
              <a:gd name="connsiteY174" fmla="*/ 2158279 h 2323145"/>
              <a:gd name="connsiteX175" fmla="*/ 3921468 w 11269336"/>
              <a:gd name="connsiteY175" fmla="*/ 2156588 h 2323145"/>
              <a:gd name="connsiteX176" fmla="*/ 3903348 w 11269336"/>
              <a:gd name="connsiteY176" fmla="*/ 2149220 h 2323145"/>
              <a:gd name="connsiteX177" fmla="*/ 3901342 w 11269336"/>
              <a:gd name="connsiteY177" fmla="*/ 2142355 h 2323145"/>
              <a:gd name="connsiteX178" fmla="*/ 3888539 w 11269336"/>
              <a:gd name="connsiteY178" fmla="*/ 2140476 h 2323145"/>
              <a:gd name="connsiteX179" fmla="*/ 3885662 w 11269336"/>
              <a:gd name="connsiteY179" fmla="*/ 2138740 h 2323145"/>
              <a:gd name="connsiteX180" fmla="*/ 3868627 w 11269336"/>
              <a:gd name="connsiteY180" fmla="*/ 2130023 h 2323145"/>
              <a:gd name="connsiteX181" fmla="*/ 3819177 w 11269336"/>
              <a:gd name="connsiteY181" fmla="*/ 2142111 h 2323145"/>
              <a:gd name="connsiteX182" fmla="*/ 3769100 w 11269336"/>
              <a:gd name="connsiteY182" fmla="*/ 2131731 h 2323145"/>
              <a:gd name="connsiteX183" fmla="*/ 3562752 w 11269336"/>
              <a:gd name="connsiteY183" fmla="*/ 2131785 h 2323145"/>
              <a:gd name="connsiteX184" fmla="*/ 3541402 w 11269336"/>
              <a:gd name="connsiteY184" fmla="*/ 2106821 h 2323145"/>
              <a:gd name="connsiteX185" fmla="*/ 3460591 w 11269336"/>
              <a:gd name="connsiteY185" fmla="*/ 2097951 h 2323145"/>
              <a:gd name="connsiteX186" fmla="*/ 3320348 w 11269336"/>
              <a:gd name="connsiteY186" fmla="*/ 2130191 h 2323145"/>
              <a:gd name="connsiteX187" fmla="*/ 3170922 w 11269336"/>
              <a:gd name="connsiteY187" fmla="*/ 2115957 h 2323145"/>
              <a:gd name="connsiteX188" fmla="*/ 3156256 w 11269336"/>
              <a:gd name="connsiteY188" fmla="*/ 2124773 h 2323145"/>
              <a:gd name="connsiteX189" fmla="*/ 3140298 w 11269336"/>
              <a:gd name="connsiteY189" fmla="*/ 2129182 h 2323145"/>
              <a:gd name="connsiteX190" fmla="*/ 3138514 w 11269336"/>
              <a:gd name="connsiteY190" fmla="*/ 2128069 h 2323145"/>
              <a:gd name="connsiteX191" fmla="*/ 3120467 w 11269336"/>
              <a:gd name="connsiteY191" fmla="*/ 2128281 h 2323145"/>
              <a:gd name="connsiteX192" fmla="*/ 3116175 w 11269336"/>
              <a:gd name="connsiteY192" fmla="*/ 2131633 h 2323145"/>
              <a:gd name="connsiteX193" fmla="*/ 3103685 w 11269336"/>
              <a:gd name="connsiteY193" fmla="*/ 2132814 h 2323145"/>
              <a:gd name="connsiteX194" fmla="*/ 3078794 w 11269336"/>
              <a:gd name="connsiteY194" fmla="*/ 2137935 h 2323145"/>
              <a:gd name="connsiteX195" fmla="*/ 3074407 w 11269336"/>
              <a:gd name="connsiteY195" fmla="*/ 2136274 h 2323145"/>
              <a:gd name="connsiteX196" fmla="*/ 3037285 w 11269336"/>
              <a:gd name="connsiteY196" fmla="*/ 2139919 h 2323145"/>
              <a:gd name="connsiteX197" fmla="*/ 3036901 w 11269336"/>
              <a:gd name="connsiteY197" fmla="*/ 2138726 h 2323145"/>
              <a:gd name="connsiteX198" fmla="*/ 3026996 w 11269336"/>
              <a:gd name="connsiteY198" fmla="*/ 2134322 h 2323145"/>
              <a:gd name="connsiteX199" fmla="*/ 3007772 w 11269336"/>
              <a:gd name="connsiteY199" fmla="*/ 2128742 h 2323145"/>
              <a:gd name="connsiteX200" fmla="*/ 2965030 w 11269336"/>
              <a:gd name="connsiteY200" fmla="*/ 2100494 h 2323145"/>
              <a:gd name="connsiteX201" fmla="*/ 2926342 w 11269336"/>
              <a:gd name="connsiteY201" fmla="*/ 2104155 h 2323145"/>
              <a:gd name="connsiteX202" fmla="*/ 2918608 w 11269336"/>
              <a:gd name="connsiteY202" fmla="*/ 2104215 h 2323145"/>
              <a:gd name="connsiteX203" fmla="*/ 2918475 w 11269336"/>
              <a:gd name="connsiteY203" fmla="*/ 2103937 h 2323145"/>
              <a:gd name="connsiteX204" fmla="*/ 2910360 w 11269336"/>
              <a:gd name="connsiteY204" fmla="*/ 2103444 h 2323145"/>
              <a:gd name="connsiteX205" fmla="*/ 2904507 w 11269336"/>
              <a:gd name="connsiteY205" fmla="*/ 2104326 h 2323145"/>
              <a:gd name="connsiteX206" fmla="*/ 2889503 w 11269336"/>
              <a:gd name="connsiteY206" fmla="*/ 2104443 h 2323145"/>
              <a:gd name="connsiteX207" fmla="*/ 2884480 w 11269336"/>
              <a:gd name="connsiteY207" fmla="*/ 2102626 h 2323145"/>
              <a:gd name="connsiteX208" fmla="*/ 2882689 w 11269336"/>
              <a:gd name="connsiteY208" fmla="*/ 2099228 h 2323145"/>
              <a:gd name="connsiteX209" fmla="*/ 2881291 w 11269336"/>
              <a:gd name="connsiteY209" fmla="*/ 2099618 h 2323145"/>
              <a:gd name="connsiteX210" fmla="*/ 2853979 w 11269336"/>
              <a:gd name="connsiteY210" fmla="*/ 2090388 h 2323145"/>
              <a:gd name="connsiteX211" fmla="*/ 2791790 w 11269336"/>
              <a:gd name="connsiteY211" fmla="*/ 2080332 h 2323145"/>
              <a:gd name="connsiteX212" fmla="*/ 2755844 w 11269336"/>
              <a:gd name="connsiteY212" fmla="*/ 2078874 h 2323145"/>
              <a:gd name="connsiteX213" fmla="*/ 2657742 w 11269336"/>
              <a:gd name="connsiteY213" fmla="*/ 2070179 h 2323145"/>
              <a:gd name="connsiteX214" fmla="*/ 2559549 w 11269336"/>
              <a:gd name="connsiteY214" fmla="*/ 2057873 h 2323145"/>
              <a:gd name="connsiteX215" fmla="*/ 2512054 w 11269336"/>
              <a:gd name="connsiteY215" fmla="*/ 2031671 h 2323145"/>
              <a:gd name="connsiteX216" fmla="*/ 2506437 w 11269336"/>
              <a:gd name="connsiteY216" fmla="*/ 2030918 h 2323145"/>
              <a:gd name="connsiteX217" fmla="*/ 2491752 w 11269336"/>
              <a:gd name="connsiteY217" fmla="*/ 2033906 h 2323145"/>
              <a:gd name="connsiteX218" fmla="*/ 2486338 w 11269336"/>
              <a:gd name="connsiteY218" fmla="*/ 2035862 h 2323145"/>
              <a:gd name="connsiteX219" fmla="*/ 2478186 w 11269336"/>
              <a:gd name="connsiteY219" fmla="*/ 2036953 h 2323145"/>
              <a:gd name="connsiteX220" fmla="*/ 2477950 w 11269336"/>
              <a:gd name="connsiteY220" fmla="*/ 2036715 h 2323145"/>
              <a:gd name="connsiteX221" fmla="*/ 2470381 w 11269336"/>
              <a:gd name="connsiteY221" fmla="*/ 2038256 h 2323145"/>
              <a:gd name="connsiteX222" fmla="*/ 2433781 w 11269336"/>
              <a:gd name="connsiteY222" fmla="*/ 2049140 h 2323145"/>
              <a:gd name="connsiteX223" fmla="*/ 2381172 w 11269336"/>
              <a:gd name="connsiteY223" fmla="*/ 2030645 h 2323145"/>
              <a:gd name="connsiteX224" fmla="*/ 2360198 w 11269336"/>
              <a:gd name="connsiteY224" fmla="*/ 2029059 h 2323145"/>
              <a:gd name="connsiteX225" fmla="*/ 2348815 w 11269336"/>
              <a:gd name="connsiteY225" fmla="*/ 2026798 h 2323145"/>
              <a:gd name="connsiteX226" fmla="*/ 2347988 w 11269336"/>
              <a:gd name="connsiteY226" fmla="*/ 2025745 h 2323145"/>
              <a:gd name="connsiteX227" fmla="*/ 2312920 w 11269336"/>
              <a:gd name="connsiteY227" fmla="*/ 2036311 h 2323145"/>
              <a:gd name="connsiteX228" fmla="*/ 2307986 w 11269336"/>
              <a:gd name="connsiteY228" fmla="*/ 2035583 h 2323145"/>
              <a:gd name="connsiteX229" fmla="*/ 2285481 w 11269336"/>
              <a:gd name="connsiteY229" fmla="*/ 2045197 h 2323145"/>
              <a:gd name="connsiteX230" fmla="*/ 2273666 w 11269336"/>
              <a:gd name="connsiteY230" fmla="*/ 2048710 h 2323145"/>
              <a:gd name="connsiteX231" fmla="*/ 2270719 w 11269336"/>
              <a:gd name="connsiteY231" fmla="*/ 2052702 h 2323145"/>
              <a:gd name="connsiteX232" fmla="*/ 2253080 w 11269336"/>
              <a:gd name="connsiteY232" fmla="*/ 2056363 h 2323145"/>
              <a:gd name="connsiteX233" fmla="*/ 2250906 w 11269336"/>
              <a:gd name="connsiteY233" fmla="*/ 2055654 h 2323145"/>
              <a:gd name="connsiteX234" fmla="*/ 2236905 w 11269336"/>
              <a:gd name="connsiteY234" fmla="*/ 2062882 h 2323145"/>
              <a:gd name="connsiteX235" fmla="*/ 2225830 w 11269336"/>
              <a:gd name="connsiteY235" fmla="*/ 2074027 h 2323145"/>
              <a:gd name="connsiteX236" fmla="*/ 2073776 w 11269336"/>
              <a:gd name="connsiteY236" fmla="*/ 2089244 h 2323145"/>
              <a:gd name="connsiteX237" fmla="*/ 1948256 w 11269336"/>
              <a:gd name="connsiteY237" fmla="*/ 2146616 h 2323145"/>
              <a:gd name="connsiteX238" fmla="*/ 1865582 w 11269336"/>
              <a:gd name="connsiteY238" fmla="*/ 2153738 h 2323145"/>
              <a:gd name="connsiteX239" fmla="*/ 1835210 w 11269336"/>
              <a:gd name="connsiteY239" fmla="*/ 2134244 h 2323145"/>
              <a:gd name="connsiteX240" fmla="*/ 1632661 w 11269336"/>
              <a:gd name="connsiteY240" fmla="*/ 2173882 h 2323145"/>
              <a:gd name="connsiteX241" fmla="*/ 1579590 w 11269336"/>
              <a:gd name="connsiteY241" fmla="*/ 2173680 h 2323145"/>
              <a:gd name="connsiteX242" fmla="*/ 1535601 w 11269336"/>
              <a:gd name="connsiteY242" fmla="*/ 2194590 h 2323145"/>
              <a:gd name="connsiteX243" fmla="*/ 1515594 w 11269336"/>
              <a:gd name="connsiteY243" fmla="*/ 2189622 h 2323145"/>
              <a:gd name="connsiteX244" fmla="*/ 1512113 w 11269336"/>
              <a:gd name="connsiteY244" fmla="*/ 2188534 h 2323145"/>
              <a:gd name="connsiteX245" fmla="*/ 1498838 w 11269336"/>
              <a:gd name="connsiteY245" fmla="*/ 2189213 h 2323145"/>
              <a:gd name="connsiteX246" fmla="*/ 1494279 w 11269336"/>
              <a:gd name="connsiteY246" fmla="*/ 2183112 h 2323145"/>
              <a:gd name="connsiteX247" fmla="*/ 1473714 w 11269336"/>
              <a:gd name="connsiteY247" fmla="*/ 2179625 h 2323145"/>
              <a:gd name="connsiteX248" fmla="*/ 1449503 w 11269336"/>
              <a:gd name="connsiteY248" fmla="*/ 2182633 h 2323145"/>
              <a:gd name="connsiteX249" fmla="*/ 1335495 w 11269336"/>
              <a:gd name="connsiteY249" fmla="*/ 2203940 h 2323145"/>
              <a:gd name="connsiteX250" fmla="*/ 1266687 w 11269336"/>
              <a:gd name="connsiteY250" fmla="*/ 2212688 h 2323145"/>
              <a:gd name="connsiteX251" fmla="*/ 1239614 w 11269336"/>
              <a:gd name="connsiteY251" fmla="*/ 2209727 h 2323145"/>
              <a:gd name="connsiteX252" fmla="*/ 1202436 w 11269336"/>
              <a:gd name="connsiteY252" fmla="*/ 2209817 h 2323145"/>
              <a:gd name="connsiteX253" fmla="*/ 1136097 w 11269336"/>
              <a:gd name="connsiteY253" fmla="*/ 2205112 h 2323145"/>
              <a:gd name="connsiteX254" fmla="*/ 1048229 w 11269336"/>
              <a:gd name="connsiteY254" fmla="*/ 2207249 h 2323145"/>
              <a:gd name="connsiteX255" fmla="*/ 988232 w 11269336"/>
              <a:gd name="connsiteY255" fmla="*/ 2235635 h 2323145"/>
              <a:gd name="connsiteX256" fmla="*/ 981959 w 11269336"/>
              <a:gd name="connsiteY256" fmla="*/ 2231607 h 2323145"/>
              <a:gd name="connsiteX257" fmla="*/ 938600 w 11269336"/>
              <a:gd name="connsiteY257" fmla="*/ 2238113 h 2323145"/>
              <a:gd name="connsiteX258" fmla="*/ 791788 w 11269336"/>
              <a:gd name="connsiteY258" fmla="*/ 2293224 h 2323145"/>
              <a:gd name="connsiteX259" fmla="*/ 706914 w 11269336"/>
              <a:gd name="connsiteY259" fmla="*/ 2305046 h 2323145"/>
              <a:gd name="connsiteX260" fmla="*/ 675971 w 11269336"/>
              <a:gd name="connsiteY260" fmla="*/ 2304030 h 2323145"/>
              <a:gd name="connsiteX261" fmla="*/ 624180 w 11269336"/>
              <a:gd name="connsiteY261" fmla="*/ 2302650 h 2323145"/>
              <a:gd name="connsiteX262" fmla="*/ 583453 w 11269336"/>
              <a:gd name="connsiteY262" fmla="*/ 2288788 h 2323145"/>
              <a:gd name="connsiteX263" fmla="*/ 540946 w 11269336"/>
              <a:gd name="connsiteY263" fmla="*/ 2292721 h 2323145"/>
              <a:gd name="connsiteX264" fmla="*/ 533680 w 11269336"/>
              <a:gd name="connsiteY264" fmla="*/ 2310233 h 2323145"/>
              <a:gd name="connsiteX265" fmla="*/ 487366 w 11269336"/>
              <a:gd name="connsiteY265" fmla="*/ 2309053 h 2323145"/>
              <a:gd name="connsiteX266" fmla="*/ 416820 w 11269336"/>
              <a:gd name="connsiteY266" fmla="*/ 2305443 h 2323145"/>
              <a:gd name="connsiteX267" fmla="*/ 376805 w 11269336"/>
              <a:gd name="connsiteY267" fmla="*/ 2307647 h 2323145"/>
              <a:gd name="connsiteX268" fmla="*/ 266777 w 11269336"/>
              <a:gd name="connsiteY268" fmla="*/ 2309012 h 2323145"/>
              <a:gd name="connsiteX269" fmla="*/ 156013 w 11269336"/>
              <a:gd name="connsiteY269" fmla="*/ 2306832 h 2323145"/>
              <a:gd name="connsiteX270" fmla="*/ 87258 w 11269336"/>
              <a:gd name="connsiteY270" fmla="*/ 2285511 h 2323145"/>
              <a:gd name="connsiteX271" fmla="*/ 23798 w 11269336"/>
              <a:gd name="connsiteY271" fmla="*/ 2281822 h 2323145"/>
              <a:gd name="connsiteX272" fmla="*/ 0 w 11269336"/>
              <a:gd name="connsiteY272" fmla="*/ 2285369 h 2323145"/>
              <a:gd name="connsiteX273" fmla="*/ 0 w 11269336"/>
              <a:gd name="connsiteY273"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742561 w 11269336"/>
              <a:gd name="connsiteY18" fmla="*/ 500437 h 2323145"/>
              <a:gd name="connsiteX19" fmla="*/ 9561831 w 11269336"/>
              <a:gd name="connsiteY19" fmla="*/ 547649 h 2323145"/>
              <a:gd name="connsiteX20" fmla="*/ 9380600 w 11269336"/>
              <a:gd name="connsiteY20" fmla="*/ 549821 h 2323145"/>
              <a:gd name="connsiteX21" fmla="*/ 9139429 w 11269336"/>
              <a:gd name="connsiteY21" fmla="*/ 696446 h 2323145"/>
              <a:gd name="connsiteX22" fmla="*/ 9114263 w 11269336"/>
              <a:gd name="connsiteY22" fmla="*/ 709213 h 2323145"/>
              <a:gd name="connsiteX23" fmla="*/ 9028928 w 11269336"/>
              <a:gd name="connsiteY23" fmla="*/ 745350 h 2323145"/>
              <a:gd name="connsiteX24" fmla="*/ 8977138 w 11269336"/>
              <a:gd name="connsiteY24" fmla="*/ 774970 h 2323145"/>
              <a:gd name="connsiteX25" fmla="*/ 8947030 w 11269336"/>
              <a:gd name="connsiteY25" fmla="*/ 814934 h 2323145"/>
              <a:gd name="connsiteX26" fmla="*/ 8914746 w 11269336"/>
              <a:gd name="connsiteY26" fmla="*/ 826428 h 2323145"/>
              <a:gd name="connsiteX27" fmla="*/ 8917778 w 11269336"/>
              <a:gd name="connsiteY27" fmla="*/ 835198 h 2323145"/>
              <a:gd name="connsiteX28" fmla="*/ 8905560 w 11269336"/>
              <a:gd name="connsiteY28" fmla="*/ 838358 h 2323145"/>
              <a:gd name="connsiteX29" fmla="*/ 8897564 w 11269336"/>
              <a:gd name="connsiteY29" fmla="*/ 834287 h 2323145"/>
              <a:gd name="connsiteX30" fmla="*/ 8878040 w 11269336"/>
              <a:gd name="connsiteY30" fmla="*/ 844150 h 2323145"/>
              <a:gd name="connsiteX31" fmla="*/ 8882654 w 11269336"/>
              <a:gd name="connsiteY31" fmla="*/ 892768 h 2323145"/>
              <a:gd name="connsiteX32" fmla="*/ 8837498 w 11269336"/>
              <a:gd name="connsiteY32" fmla="*/ 885664 h 2323145"/>
              <a:gd name="connsiteX33" fmla="*/ 8795998 w 11269336"/>
              <a:gd name="connsiteY33" fmla="*/ 863337 h 2323145"/>
              <a:gd name="connsiteX34" fmla="*/ 8776970 w 11269336"/>
              <a:gd name="connsiteY34" fmla="*/ 885177 h 2323145"/>
              <a:gd name="connsiteX35" fmla="*/ 8755719 w 11269336"/>
              <a:gd name="connsiteY35" fmla="*/ 889754 h 2323145"/>
              <a:gd name="connsiteX36" fmla="*/ 8743257 w 11269336"/>
              <a:gd name="connsiteY36" fmla="*/ 904723 h 2323145"/>
              <a:gd name="connsiteX37" fmla="*/ 8721366 w 11269336"/>
              <a:gd name="connsiteY37" fmla="*/ 904711 h 2323145"/>
              <a:gd name="connsiteX38" fmla="*/ 8678353 w 11269336"/>
              <a:gd name="connsiteY38" fmla="*/ 926318 h 2323145"/>
              <a:gd name="connsiteX39" fmla="*/ 8636849 w 11269336"/>
              <a:gd name="connsiteY39" fmla="*/ 937900 h 2323145"/>
              <a:gd name="connsiteX40" fmla="*/ 8620213 w 11269336"/>
              <a:gd name="connsiteY40" fmla="*/ 943068 h 2323145"/>
              <a:gd name="connsiteX41" fmla="*/ 8612581 w 11269336"/>
              <a:gd name="connsiteY41" fmla="*/ 952695 h 2323145"/>
              <a:gd name="connsiteX42" fmla="*/ 8589038 w 11269336"/>
              <a:gd name="connsiteY42" fmla="*/ 963892 h 2323145"/>
              <a:gd name="connsiteX43" fmla="*/ 8579950 w 11269336"/>
              <a:gd name="connsiteY43" fmla="*/ 960899 h 2323145"/>
              <a:gd name="connsiteX44" fmla="*/ 8579319 w 11269336"/>
              <a:gd name="connsiteY44" fmla="*/ 965630 h 2323145"/>
              <a:gd name="connsiteX45" fmla="*/ 8547429 w 11269336"/>
              <a:gd name="connsiteY45" fmla="*/ 984506 h 2323145"/>
              <a:gd name="connsiteX46" fmla="*/ 8478704 w 11269336"/>
              <a:gd name="connsiteY46" fmla="*/ 1025490 h 2323145"/>
              <a:gd name="connsiteX47" fmla="*/ 8461421 w 11269336"/>
              <a:gd name="connsiteY47" fmla="*/ 1035512 h 2323145"/>
              <a:gd name="connsiteX48" fmla="*/ 8445003 w 11269336"/>
              <a:gd name="connsiteY48" fmla="*/ 1036851 h 2323145"/>
              <a:gd name="connsiteX49" fmla="*/ 8357350 w 11269336"/>
              <a:gd name="connsiteY49" fmla="*/ 1060213 h 2323145"/>
              <a:gd name="connsiteX50" fmla="*/ 8335565 w 11269336"/>
              <a:gd name="connsiteY50" fmla="*/ 1061151 h 2323145"/>
              <a:gd name="connsiteX51" fmla="*/ 8325267 w 11269336"/>
              <a:gd name="connsiteY51" fmla="*/ 1055919 h 2323145"/>
              <a:gd name="connsiteX52" fmla="*/ 8293586 w 11269336"/>
              <a:gd name="connsiteY52" fmla="*/ 1076144 h 2323145"/>
              <a:gd name="connsiteX53" fmla="*/ 8242405 w 11269336"/>
              <a:gd name="connsiteY53" fmla="*/ 1095960 h 2323145"/>
              <a:gd name="connsiteX54" fmla="*/ 8218531 w 11269336"/>
              <a:gd name="connsiteY54" fmla="*/ 1107622 h 2323145"/>
              <a:gd name="connsiteX55" fmla="*/ 8197391 w 11269336"/>
              <a:gd name="connsiteY55" fmla="*/ 1107746 h 2323145"/>
              <a:gd name="connsiteX56" fmla="*/ 8081474 w 11269336"/>
              <a:gd name="connsiteY56" fmla="*/ 1130125 h 2323145"/>
              <a:gd name="connsiteX57" fmla="*/ 8053585 w 11269336"/>
              <a:gd name="connsiteY57" fmla="*/ 1129169 h 2323145"/>
              <a:gd name="connsiteX58" fmla="*/ 8038422 w 11269336"/>
              <a:gd name="connsiteY58" fmla="*/ 1119092 h 2323145"/>
              <a:gd name="connsiteX59" fmla="*/ 8029450 w 11269336"/>
              <a:gd name="connsiteY59" fmla="*/ 1125592 h 2323145"/>
              <a:gd name="connsiteX60" fmla="*/ 7959552 w 11269336"/>
              <a:gd name="connsiteY60" fmla="*/ 1140188 h 2323145"/>
              <a:gd name="connsiteX61" fmla="*/ 7914188 w 11269336"/>
              <a:gd name="connsiteY61" fmla="*/ 1150862 h 2323145"/>
              <a:gd name="connsiteX62" fmla="*/ 7914918 w 11269336"/>
              <a:gd name="connsiteY62" fmla="*/ 1168758 h 2323145"/>
              <a:gd name="connsiteX63" fmla="*/ 7875510 w 11269336"/>
              <a:gd name="connsiteY63" fmla="*/ 1183153 h 2323145"/>
              <a:gd name="connsiteX64" fmla="*/ 7829932 w 11269336"/>
              <a:gd name="connsiteY64" fmla="*/ 1180782 h 2323145"/>
              <a:gd name="connsiteX65" fmla="*/ 7779182 w 11269336"/>
              <a:gd name="connsiteY65" fmla="*/ 1192665 h 2323145"/>
              <a:gd name="connsiteX66" fmla="*/ 7748774 w 11269336"/>
              <a:gd name="connsiteY66" fmla="*/ 1199586 h 2323145"/>
              <a:gd name="connsiteX67" fmla="*/ 7671846 w 11269336"/>
              <a:gd name="connsiteY67" fmla="*/ 1231966 h 2323145"/>
              <a:gd name="connsiteX68" fmla="*/ 7554146 w 11269336"/>
              <a:gd name="connsiteY68" fmla="*/ 1319748 h 2323145"/>
              <a:gd name="connsiteX69" fmla="*/ 7515052 w 11269336"/>
              <a:gd name="connsiteY69" fmla="*/ 1336718 h 2323145"/>
              <a:gd name="connsiteX70" fmla="*/ 7507193 w 11269336"/>
              <a:gd name="connsiteY70" fmla="*/ 1334617 h 2323145"/>
              <a:gd name="connsiteX71" fmla="*/ 7461694 w 11269336"/>
              <a:gd name="connsiteY71" fmla="*/ 1375866 h 2323145"/>
              <a:gd name="connsiteX72" fmla="*/ 7377571 w 11269336"/>
              <a:gd name="connsiteY72" fmla="*/ 1400128 h 2323145"/>
              <a:gd name="connsiteX73" fmla="*/ 7311261 w 11269336"/>
              <a:gd name="connsiteY73" fmla="*/ 1412652 h 2323145"/>
              <a:gd name="connsiteX74" fmla="*/ 7275307 w 11269336"/>
              <a:gd name="connsiteY74" fmla="*/ 1422171 h 2323145"/>
              <a:gd name="connsiteX75" fmla="*/ 7247783 w 11269336"/>
              <a:gd name="connsiteY75" fmla="*/ 1426330 h 2323145"/>
              <a:gd name="connsiteX76" fmla="*/ 7185047 w 11269336"/>
              <a:gd name="connsiteY76" fmla="*/ 1451812 h 2323145"/>
              <a:gd name="connsiteX77" fmla="*/ 7084117 w 11269336"/>
              <a:gd name="connsiteY77" fmla="*/ 1500281 h 2323145"/>
              <a:gd name="connsiteX78" fmla="*/ 7062011 w 11269336"/>
              <a:gd name="connsiteY78" fmla="*/ 1509183 h 2323145"/>
              <a:gd name="connsiteX79" fmla="*/ 7040555 w 11269336"/>
              <a:gd name="connsiteY79" fmla="*/ 1511207 h 2323145"/>
              <a:gd name="connsiteX80" fmla="*/ 7033438 w 11269336"/>
              <a:gd name="connsiteY80" fmla="*/ 1506772 h 2323145"/>
              <a:gd name="connsiteX81" fmla="*/ 7020886 w 11269336"/>
              <a:gd name="connsiteY81" fmla="*/ 1510764 h 2323145"/>
              <a:gd name="connsiteX82" fmla="*/ 7017033 w 11269336"/>
              <a:gd name="connsiteY82" fmla="*/ 1510650 h 2323145"/>
              <a:gd name="connsiteX83" fmla="*/ 6995460 w 11269336"/>
              <a:gd name="connsiteY83" fmla="*/ 1511173 h 2323145"/>
              <a:gd name="connsiteX84" fmla="*/ 6962144 w 11269336"/>
              <a:gd name="connsiteY84" fmla="*/ 1541508 h 2323145"/>
              <a:gd name="connsiteX85" fmla="*/ 6910674 w 11269336"/>
              <a:gd name="connsiteY85" fmla="*/ 1554793 h 2323145"/>
              <a:gd name="connsiteX86" fmla="*/ 6732152 w 11269336"/>
              <a:gd name="connsiteY86" fmla="*/ 1642538 h 2323145"/>
              <a:gd name="connsiteX87" fmla="*/ 6694106 w 11269336"/>
              <a:gd name="connsiteY87" fmla="*/ 1632377 h 2323145"/>
              <a:gd name="connsiteX88" fmla="*/ 6617223 w 11269336"/>
              <a:gd name="connsiteY88" fmla="*/ 1659889 h 2323145"/>
              <a:gd name="connsiteX89" fmla="*/ 6521138 w 11269336"/>
              <a:gd name="connsiteY89" fmla="*/ 1744340 h 2323145"/>
              <a:gd name="connsiteX90" fmla="*/ 6380677 w 11269336"/>
              <a:gd name="connsiteY90" fmla="*/ 1796883 h 2323145"/>
              <a:gd name="connsiteX91" fmla="*/ 6374897 w 11269336"/>
              <a:gd name="connsiteY91" fmla="*/ 1809910 h 2323145"/>
              <a:gd name="connsiteX92" fmla="*/ 6364545 w 11269336"/>
              <a:gd name="connsiteY92" fmla="*/ 1820090 h 2323145"/>
              <a:gd name="connsiteX93" fmla="*/ 6362126 w 11269336"/>
              <a:gd name="connsiteY93" fmla="*/ 1819991 h 2323145"/>
              <a:gd name="connsiteX94" fmla="*/ 6346673 w 11269336"/>
              <a:gd name="connsiteY94" fmla="*/ 1827824 h 2323145"/>
              <a:gd name="connsiteX95" fmla="*/ 6345588 w 11269336"/>
              <a:gd name="connsiteY95" fmla="*/ 1832232 h 2323145"/>
              <a:gd name="connsiteX96" fmla="*/ 6335708 w 11269336"/>
              <a:gd name="connsiteY96" fmla="*/ 1838451 h 2323145"/>
              <a:gd name="connsiteX97" fmla="*/ 6318182 w 11269336"/>
              <a:gd name="connsiteY97" fmla="*/ 1852975 h 2323145"/>
              <a:gd name="connsiteX98" fmla="*/ 6313084 w 11269336"/>
              <a:gd name="connsiteY98" fmla="*/ 1853561 h 2323145"/>
              <a:gd name="connsiteX99" fmla="*/ 6283816 w 11269336"/>
              <a:gd name="connsiteY99" fmla="*/ 1872148 h 2323145"/>
              <a:gd name="connsiteX100" fmla="*/ 6282550 w 11269336"/>
              <a:gd name="connsiteY100" fmla="*/ 1871392 h 2323145"/>
              <a:gd name="connsiteX101" fmla="*/ 6270527 w 11269336"/>
              <a:gd name="connsiteY101" fmla="*/ 1872208 h 2323145"/>
              <a:gd name="connsiteX102" fmla="*/ 6249518 w 11269336"/>
              <a:gd name="connsiteY102" fmla="*/ 1876079 h 2323145"/>
              <a:gd name="connsiteX103" fmla="*/ 6190386 w 11269336"/>
              <a:gd name="connsiteY103" fmla="*/ 1872478 h 2323145"/>
              <a:gd name="connsiteX104" fmla="*/ 6159777 w 11269336"/>
              <a:gd name="connsiteY104" fmla="*/ 1891745 h 2323145"/>
              <a:gd name="connsiteX105" fmla="*/ 6153131 w 11269336"/>
              <a:gd name="connsiteY105" fmla="*/ 1895079 h 2323145"/>
              <a:gd name="connsiteX106" fmla="*/ 6152798 w 11269336"/>
              <a:gd name="connsiteY106" fmla="*/ 1894920 h 2323145"/>
              <a:gd name="connsiteX107" fmla="*/ 6145388 w 11269336"/>
              <a:gd name="connsiteY107" fmla="*/ 1897990 h 2323145"/>
              <a:gd name="connsiteX108" fmla="*/ 6141014 w 11269336"/>
              <a:gd name="connsiteY108" fmla="*/ 1901155 h 2323145"/>
              <a:gd name="connsiteX109" fmla="*/ 6128122 w 11269336"/>
              <a:gd name="connsiteY109" fmla="*/ 1907623 h 2323145"/>
              <a:gd name="connsiteX110" fmla="*/ 6122351 w 11269336"/>
              <a:gd name="connsiteY110" fmla="*/ 1908359 h 2323145"/>
              <a:gd name="connsiteX111" fmla="*/ 6064750 w 11269336"/>
              <a:gd name="connsiteY111" fmla="*/ 1896394 h 2323145"/>
              <a:gd name="connsiteX112" fmla="*/ 5964230 w 11269336"/>
              <a:gd name="connsiteY112" fmla="*/ 1910038 h 2323145"/>
              <a:gd name="connsiteX113" fmla="*/ 5865399 w 11269336"/>
              <a:gd name="connsiteY113" fmla="*/ 1926966 h 2323145"/>
              <a:gd name="connsiteX114" fmla="*/ 5829951 w 11269336"/>
              <a:gd name="connsiteY114" fmla="*/ 1934755 h 2323145"/>
              <a:gd name="connsiteX115" fmla="*/ 5765285 w 11269336"/>
              <a:gd name="connsiteY115" fmla="*/ 1941322 h 2323145"/>
              <a:gd name="connsiteX116" fmla="*/ 5734750 w 11269336"/>
              <a:gd name="connsiteY116" fmla="*/ 1939793 h 2323145"/>
              <a:gd name="connsiteX117" fmla="*/ 5733569 w 11269336"/>
              <a:gd name="connsiteY117" fmla="*/ 1940505 h 2323145"/>
              <a:gd name="connsiteX118" fmla="*/ 5730329 w 11269336"/>
              <a:gd name="connsiteY118" fmla="*/ 1937845 h 2323145"/>
              <a:gd name="connsiteX119" fmla="*/ 5724661 w 11269336"/>
              <a:gd name="connsiteY119" fmla="*/ 1937455 h 2323145"/>
              <a:gd name="connsiteX120" fmla="*/ 5710186 w 11269336"/>
              <a:gd name="connsiteY120" fmla="*/ 1941370 h 2323145"/>
              <a:gd name="connsiteX121" fmla="*/ 5704910 w 11269336"/>
              <a:gd name="connsiteY121" fmla="*/ 1943663 h 2323145"/>
              <a:gd name="connsiteX122" fmla="*/ 5696836 w 11269336"/>
              <a:gd name="connsiteY122" fmla="*/ 1945271 h 2323145"/>
              <a:gd name="connsiteX123" fmla="*/ 5696583 w 11269336"/>
              <a:gd name="connsiteY123" fmla="*/ 1945050 h 2323145"/>
              <a:gd name="connsiteX124" fmla="*/ 5689123 w 11269336"/>
              <a:gd name="connsiteY124" fmla="*/ 1947067 h 2323145"/>
              <a:gd name="connsiteX125" fmla="*/ 5653291 w 11269336"/>
              <a:gd name="connsiteY125" fmla="*/ 1960245 h 2323145"/>
              <a:gd name="connsiteX126" fmla="*/ 5599385 w 11269336"/>
              <a:gd name="connsiteY126" fmla="*/ 1945198 h 2323145"/>
              <a:gd name="connsiteX127" fmla="*/ 5578300 w 11269336"/>
              <a:gd name="connsiteY127" fmla="*/ 1944963 h 2323145"/>
              <a:gd name="connsiteX128" fmla="*/ 5566758 w 11269336"/>
              <a:gd name="connsiteY128" fmla="*/ 1943441 h 2323145"/>
              <a:gd name="connsiteX129" fmla="*/ 5565857 w 11269336"/>
              <a:gd name="connsiteY129" fmla="*/ 1942445 h 2323145"/>
              <a:gd name="connsiteX130" fmla="*/ 5531534 w 11269336"/>
              <a:gd name="connsiteY130" fmla="*/ 1955208 h 2323145"/>
              <a:gd name="connsiteX131" fmla="*/ 5526552 w 11269336"/>
              <a:gd name="connsiteY131" fmla="*/ 1954799 h 2323145"/>
              <a:gd name="connsiteX132" fmla="*/ 5504723 w 11269336"/>
              <a:gd name="connsiteY132" fmla="*/ 1965811 h 2323145"/>
              <a:gd name="connsiteX133" fmla="*/ 5493156 w 11269336"/>
              <a:gd name="connsiteY133" fmla="*/ 1970063 h 2323145"/>
              <a:gd name="connsiteX134" fmla="*/ 5490486 w 11269336"/>
              <a:gd name="connsiteY134" fmla="*/ 1974227 h 2323145"/>
              <a:gd name="connsiteX135" fmla="*/ 5473107 w 11269336"/>
              <a:gd name="connsiteY135" fmla="*/ 1979001 h 2323145"/>
              <a:gd name="connsiteX136" fmla="*/ 5470885 w 11269336"/>
              <a:gd name="connsiteY136" fmla="*/ 1978432 h 2323145"/>
              <a:gd name="connsiteX137" fmla="*/ 5457393 w 11269336"/>
              <a:gd name="connsiteY137" fmla="*/ 1986525 h 2323145"/>
              <a:gd name="connsiteX138" fmla="*/ 5447102 w 11269336"/>
              <a:gd name="connsiteY138" fmla="*/ 1998329 h 2323145"/>
              <a:gd name="connsiteX139" fmla="*/ 5092476 w 11269336"/>
              <a:gd name="connsiteY139" fmla="*/ 2100737 h 2323145"/>
              <a:gd name="connsiteX140" fmla="*/ 5060738 w 11269336"/>
              <a:gd name="connsiteY140" fmla="*/ 2083274 h 2323145"/>
              <a:gd name="connsiteX141" fmla="*/ 4860988 w 11269336"/>
              <a:gd name="connsiteY141" fmla="*/ 2135698 h 2323145"/>
              <a:gd name="connsiteX142" fmla="*/ 4807902 w 11269336"/>
              <a:gd name="connsiteY142" fmla="*/ 2138894 h 2323145"/>
              <a:gd name="connsiteX143" fmla="*/ 4765388 w 11269336"/>
              <a:gd name="connsiteY143" fmla="*/ 2162525 h 2323145"/>
              <a:gd name="connsiteX144" fmla="*/ 4745033 w 11269336"/>
              <a:gd name="connsiteY144" fmla="*/ 2158859 h 2323145"/>
              <a:gd name="connsiteX145" fmla="*/ 4741475 w 11269336"/>
              <a:gd name="connsiteY145" fmla="*/ 2157998 h 2323145"/>
              <a:gd name="connsiteX146" fmla="*/ 4728247 w 11269336"/>
              <a:gd name="connsiteY146" fmla="*/ 2159526 h 2323145"/>
              <a:gd name="connsiteX147" fmla="*/ 4723263 w 11269336"/>
              <a:gd name="connsiteY147" fmla="*/ 2153742 h 2323145"/>
              <a:gd name="connsiteX148" fmla="*/ 4702453 w 11269336"/>
              <a:gd name="connsiteY148" fmla="*/ 2151586 h 2323145"/>
              <a:gd name="connsiteX149" fmla="*/ 4678455 w 11269336"/>
              <a:gd name="connsiteY149" fmla="*/ 2156131 h 2323145"/>
              <a:gd name="connsiteX150" fmla="*/ 4593061 w 11269336"/>
              <a:gd name="connsiteY150" fmla="*/ 2171597 h 2323145"/>
              <a:gd name="connsiteX151" fmla="*/ 4579902 w 11269336"/>
              <a:gd name="connsiteY151" fmla="*/ 2177927 h 2323145"/>
              <a:gd name="connsiteX152" fmla="*/ 4533444 w 11269336"/>
              <a:gd name="connsiteY152" fmla="*/ 2181200 h 2323145"/>
              <a:gd name="connsiteX153" fmla="*/ 4492832 w 11269336"/>
              <a:gd name="connsiteY153" fmla="*/ 2188033 h 2323145"/>
              <a:gd name="connsiteX154" fmla="*/ 4467257 w 11269336"/>
              <a:gd name="connsiteY154" fmla="*/ 2196121 h 2323145"/>
              <a:gd name="connsiteX155" fmla="*/ 4459937 w 11269336"/>
              <a:gd name="connsiteY155" fmla="*/ 2195182 h 2323145"/>
              <a:gd name="connsiteX156" fmla="*/ 4433312 w 11269336"/>
              <a:gd name="connsiteY156" fmla="*/ 2199004 h 2323145"/>
              <a:gd name="connsiteX157" fmla="*/ 4420601 w 11269336"/>
              <a:gd name="connsiteY157" fmla="*/ 2205158 h 2323145"/>
              <a:gd name="connsiteX158" fmla="*/ 4405765 w 11269336"/>
              <a:gd name="connsiteY158" fmla="*/ 2199902 h 2323145"/>
              <a:gd name="connsiteX159" fmla="*/ 4401354 w 11269336"/>
              <a:gd name="connsiteY159" fmla="*/ 2194745 h 2323145"/>
              <a:gd name="connsiteX160" fmla="*/ 4383151 w 11269336"/>
              <a:gd name="connsiteY160" fmla="*/ 2201140 h 2323145"/>
              <a:gd name="connsiteX161" fmla="*/ 4366646 w 11269336"/>
              <a:gd name="connsiteY161" fmla="*/ 2198564 h 2323145"/>
              <a:gd name="connsiteX162" fmla="*/ 4354009 w 11269336"/>
              <a:gd name="connsiteY162" fmla="*/ 2204984 h 2323145"/>
              <a:gd name="connsiteX163" fmla="*/ 4348284 w 11269336"/>
              <a:gd name="connsiteY163" fmla="*/ 2205270 h 2323145"/>
              <a:gd name="connsiteX164" fmla="*/ 4333906 w 11269336"/>
              <a:gd name="connsiteY164" fmla="*/ 2205251 h 2323145"/>
              <a:gd name="connsiteX165" fmla="*/ 4308819 w 11269336"/>
              <a:gd name="connsiteY165" fmla="*/ 2203822 h 2323145"/>
              <a:gd name="connsiteX166" fmla="*/ 4301210 w 11269336"/>
              <a:gd name="connsiteY166" fmla="*/ 2204456 h 2323145"/>
              <a:gd name="connsiteX167" fmla="*/ 4283095 w 11269336"/>
              <a:gd name="connsiteY167" fmla="*/ 2198177 h 2323145"/>
              <a:gd name="connsiteX168" fmla="*/ 4250119 w 11269336"/>
              <a:gd name="connsiteY168" fmla="*/ 2196342 h 2323145"/>
              <a:gd name="connsiteX169" fmla="*/ 4189203 w 11269336"/>
              <a:gd name="connsiteY169" fmla="*/ 2178994 h 2323145"/>
              <a:gd name="connsiteX170" fmla="*/ 4154035 w 11269336"/>
              <a:gd name="connsiteY170" fmla="*/ 2171950 h 2323145"/>
              <a:gd name="connsiteX171" fmla="*/ 4129569 w 11269336"/>
              <a:gd name="connsiteY171" fmla="*/ 2163850 h 2323145"/>
              <a:gd name="connsiteX172" fmla="*/ 4061250 w 11269336"/>
              <a:gd name="connsiteY172" fmla="*/ 2159236 h 2323145"/>
              <a:gd name="connsiteX173" fmla="*/ 3945480 w 11269336"/>
              <a:gd name="connsiteY173" fmla="*/ 2158279 h 2323145"/>
              <a:gd name="connsiteX174" fmla="*/ 3921468 w 11269336"/>
              <a:gd name="connsiteY174" fmla="*/ 2156588 h 2323145"/>
              <a:gd name="connsiteX175" fmla="*/ 3903348 w 11269336"/>
              <a:gd name="connsiteY175" fmla="*/ 2149220 h 2323145"/>
              <a:gd name="connsiteX176" fmla="*/ 3901342 w 11269336"/>
              <a:gd name="connsiteY176" fmla="*/ 2142355 h 2323145"/>
              <a:gd name="connsiteX177" fmla="*/ 3888539 w 11269336"/>
              <a:gd name="connsiteY177" fmla="*/ 2140476 h 2323145"/>
              <a:gd name="connsiteX178" fmla="*/ 3885662 w 11269336"/>
              <a:gd name="connsiteY178" fmla="*/ 2138740 h 2323145"/>
              <a:gd name="connsiteX179" fmla="*/ 3868627 w 11269336"/>
              <a:gd name="connsiteY179" fmla="*/ 2130023 h 2323145"/>
              <a:gd name="connsiteX180" fmla="*/ 3819177 w 11269336"/>
              <a:gd name="connsiteY180" fmla="*/ 2142111 h 2323145"/>
              <a:gd name="connsiteX181" fmla="*/ 3769100 w 11269336"/>
              <a:gd name="connsiteY181" fmla="*/ 2131731 h 2323145"/>
              <a:gd name="connsiteX182" fmla="*/ 3562752 w 11269336"/>
              <a:gd name="connsiteY182" fmla="*/ 2131785 h 2323145"/>
              <a:gd name="connsiteX183" fmla="*/ 3541402 w 11269336"/>
              <a:gd name="connsiteY183" fmla="*/ 2106821 h 2323145"/>
              <a:gd name="connsiteX184" fmla="*/ 3460591 w 11269336"/>
              <a:gd name="connsiteY184" fmla="*/ 2097951 h 2323145"/>
              <a:gd name="connsiteX185" fmla="*/ 3320348 w 11269336"/>
              <a:gd name="connsiteY185" fmla="*/ 2130191 h 2323145"/>
              <a:gd name="connsiteX186" fmla="*/ 3170922 w 11269336"/>
              <a:gd name="connsiteY186" fmla="*/ 2115957 h 2323145"/>
              <a:gd name="connsiteX187" fmla="*/ 3156256 w 11269336"/>
              <a:gd name="connsiteY187" fmla="*/ 2124773 h 2323145"/>
              <a:gd name="connsiteX188" fmla="*/ 3140298 w 11269336"/>
              <a:gd name="connsiteY188" fmla="*/ 2129182 h 2323145"/>
              <a:gd name="connsiteX189" fmla="*/ 3138514 w 11269336"/>
              <a:gd name="connsiteY189" fmla="*/ 2128069 h 2323145"/>
              <a:gd name="connsiteX190" fmla="*/ 3120467 w 11269336"/>
              <a:gd name="connsiteY190" fmla="*/ 2128281 h 2323145"/>
              <a:gd name="connsiteX191" fmla="*/ 3116175 w 11269336"/>
              <a:gd name="connsiteY191" fmla="*/ 2131633 h 2323145"/>
              <a:gd name="connsiteX192" fmla="*/ 3103685 w 11269336"/>
              <a:gd name="connsiteY192" fmla="*/ 2132814 h 2323145"/>
              <a:gd name="connsiteX193" fmla="*/ 3078794 w 11269336"/>
              <a:gd name="connsiteY193" fmla="*/ 2137935 h 2323145"/>
              <a:gd name="connsiteX194" fmla="*/ 3074407 w 11269336"/>
              <a:gd name="connsiteY194" fmla="*/ 2136274 h 2323145"/>
              <a:gd name="connsiteX195" fmla="*/ 3037285 w 11269336"/>
              <a:gd name="connsiteY195" fmla="*/ 2139919 h 2323145"/>
              <a:gd name="connsiteX196" fmla="*/ 3036901 w 11269336"/>
              <a:gd name="connsiteY196" fmla="*/ 2138726 h 2323145"/>
              <a:gd name="connsiteX197" fmla="*/ 3026996 w 11269336"/>
              <a:gd name="connsiteY197" fmla="*/ 2134322 h 2323145"/>
              <a:gd name="connsiteX198" fmla="*/ 3007772 w 11269336"/>
              <a:gd name="connsiteY198" fmla="*/ 2128742 h 2323145"/>
              <a:gd name="connsiteX199" fmla="*/ 2965030 w 11269336"/>
              <a:gd name="connsiteY199" fmla="*/ 2100494 h 2323145"/>
              <a:gd name="connsiteX200" fmla="*/ 2926342 w 11269336"/>
              <a:gd name="connsiteY200" fmla="*/ 2104155 h 2323145"/>
              <a:gd name="connsiteX201" fmla="*/ 2918608 w 11269336"/>
              <a:gd name="connsiteY201" fmla="*/ 2104215 h 2323145"/>
              <a:gd name="connsiteX202" fmla="*/ 2918475 w 11269336"/>
              <a:gd name="connsiteY202" fmla="*/ 2103937 h 2323145"/>
              <a:gd name="connsiteX203" fmla="*/ 2910360 w 11269336"/>
              <a:gd name="connsiteY203" fmla="*/ 2103444 h 2323145"/>
              <a:gd name="connsiteX204" fmla="*/ 2904507 w 11269336"/>
              <a:gd name="connsiteY204" fmla="*/ 2104326 h 2323145"/>
              <a:gd name="connsiteX205" fmla="*/ 2889503 w 11269336"/>
              <a:gd name="connsiteY205" fmla="*/ 2104443 h 2323145"/>
              <a:gd name="connsiteX206" fmla="*/ 2884480 w 11269336"/>
              <a:gd name="connsiteY206" fmla="*/ 2102626 h 2323145"/>
              <a:gd name="connsiteX207" fmla="*/ 2882689 w 11269336"/>
              <a:gd name="connsiteY207" fmla="*/ 2099228 h 2323145"/>
              <a:gd name="connsiteX208" fmla="*/ 2881291 w 11269336"/>
              <a:gd name="connsiteY208" fmla="*/ 2099618 h 2323145"/>
              <a:gd name="connsiteX209" fmla="*/ 2853979 w 11269336"/>
              <a:gd name="connsiteY209" fmla="*/ 2090388 h 2323145"/>
              <a:gd name="connsiteX210" fmla="*/ 2791790 w 11269336"/>
              <a:gd name="connsiteY210" fmla="*/ 2080332 h 2323145"/>
              <a:gd name="connsiteX211" fmla="*/ 2755844 w 11269336"/>
              <a:gd name="connsiteY211" fmla="*/ 2078874 h 2323145"/>
              <a:gd name="connsiteX212" fmla="*/ 2657742 w 11269336"/>
              <a:gd name="connsiteY212" fmla="*/ 2070179 h 2323145"/>
              <a:gd name="connsiteX213" fmla="*/ 2559549 w 11269336"/>
              <a:gd name="connsiteY213" fmla="*/ 2057873 h 2323145"/>
              <a:gd name="connsiteX214" fmla="*/ 2512054 w 11269336"/>
              <a:gd name="connsiteY214" fmla="*/ 2031671 h 2323145"/>
              <a:gd name="connsiteX215" fmla="*/ 2506437 w 11269336"/>
              <a:gd name="connsiteY215" fmla="*/ 2030918 h 2323145"/>
              <a:gd name="connsiteX216" fmla="*/ 2491752 w 11269336"/>
              <a:gd name="connsiteY216" fmla="*/ 2033906 h 2323145"/>
              <a:gd name="connsiteX217" fmla="*/ 2486338 w 11269336"/>
              <a:gd name="connsiteY217" fmla="*/ 2035862 h 2323145"/>
              <a:gd name="connsiteX218" fmla="*/ 2478186 w 11269336"/>
              <a:gd name="connsiteY218" fmla="*/ 2036953 h 2323145"/>
              <a:gd name="connsiteX219" fmla="*/ 2477950 w 11269336"/>
              <a:gd name="connsiteY219" fmla="*/ 2036715 h 2323145"/>
              <a:gd name="connsiteX220" fmla="*/ 2470381 w 11269336"/>
              <a:gd name="connsiteY220" fmla="*/ 2038256 h 2323145"/>
              <a:gd name="connsiteX221" fmla="*/ 2433781 w 11269336"/>
              <a:gd name="connsiteY221" fmla="*/ 2049140 h 2323145"/>
              <a:gd name="connsiteX222" fmla="*/ 2381172 w 11269336"/>
              <a:gd name="connsiteY222" fmla="*/ 2030645 h 2323145"/>
              <a:gd name="connsiteX223" fmla="*/ 2360198 w 11269336"/>
              <a:gd name="connsiteY223" fmla="*/ 2029059 h 2323145"/>
              <a:gd name="connsiteX224" fmla="*/ 2348815 w 11269336"/>
              <a:gd name="connsiteY224" fmla="*/ 2026798 h 2323145"/>
              <a:gd name="connsiteX225" fmla="*/ 2347988 w 11269336"/>
              <a:gd name="connsiteY225" fmla="*/ 2025745 h 2323145"/>
              <a:gd name="connsiteX226" fmla="*/ 2312920 w 11269336"/>
              <a:gd name="connsiteY226" fmla="*/ 2036311 h 2323145"/>
              <a:gd name="connsiteX227" fmla="*/ 2307986 w 11269336"/>
              <a:gd name="connsiteY227" fmla="*/ 2035583 h 2323145"/>
              <a:gd name="connsiteX228" fmla="*/ 2285481 w 11269336"/>
              <a:gd name="connsiteY228" fmla="*/ 2045197 h 2323145"/>
              <a:gd name="connsiteX229" fmla="*/ 2273666 w 11269336"/>
              <a:gd name="connsiteY229" fmla="*/ 2048710 h 2323145"/>
              <a:gd name="connsiteX230" fmla="*/ 2270719 w 11269336"/>
              <a:gd name="connsiteY230" fmla="*/ 2052702 h 2323145"/>
              <a:gd name="connsiteX231" fmla="*/ 2253080 w 11269336"/>
              <a:gd name="connsiteY231" fmla="*/ 2056363 h 2323145"/>
              <a:gd name="connsiteX232" fmla="*/ 2250906 w 11269336"/>
              <a:gd name="connsiteY232" fmla="*/ 2055654 h 2323145"/>
              <a:gd name="connsiteX233" fmla="*/ 2236905 w 11269336"/>
              <a:gd name="connsiteY233" fmla="*/ 2062882 h 2323145"/>
              <a:gd name="connsiteX234" fmla="*/ 2225830 w 11269336"/>
              <a:gd name="connsiteY234" fmla="*/ 2074027 h 2323145"/>
              <a:gd name="connsiteX235" fmla="*/ 2073776 w 11269336"/>
              <a:gd name="connsiteY235" fmla="*/ 2089244 h 2323145"/>
              <a:gd name="connsiteX236" fmla="*/ 1948256 w 11269336"/>
              <a:gd name="connsiteY236" fmla="*/ 2146616 h 2323145"/>
              <a:gd name="connsiteX237" fmla="*/ 1865582 w 11269336"/>
              <a:gd name="connsiteY237" fmla="*/ 2153738 h 2323145"/>
              <a:gd name="connsiteX238" fmla="*/ 1835210 w 11269336"/>
              <a:gd name="connsiteY238" fmla="*/ 2134244 h 2323145"/>
              <a:gd name="connsiteX239" fmla="*/ 1632661 w 11269336"/>
              <a:gd name="connsiteY239" fmla="*/ 2173882 h 2323145"/>
              <a:gd name="connsiteX240" fmla="*/ 1579590 w 11269336"/>
              <a:gd name="connsiteY240" fmla="*/ 2173680 h 2323145"/>
              <a:gd name="connsiteX241" fmla="*/ 1535601 w 11269336"/>
              <a:gd name="connsiteY241" fmla="*/ 2194590 h 2323145"/>
              <a:gd name="connsiteX242" fmla="*/ 1515594 w 11269336"/>
              <a:gd name="connsiteY242" fmla="*/ 2189622 h 2323145"/>
              <a:gd name="connsiteX243" fmla="*/ 1512113 w 11269336"/>
              <a:gd name="connsiteY243" fmla="*/ 2188534 h 2323145"/>
              <a:gd name="connsiteX244" fmla="*/ 1498838 w 11269336"/>
              <a:gd name="connsiteY244" fmla="*/ 2189213 h 2323145"/>
              <a:gd name="connsiteX245" fmla="*/ 1494279 w 11269336"/>
              <a:gd name="connsiteY245" fmla="*/ 2183112 h 2323145"/>
              <a:gd name="connsiteX246" fmla="*/ 1473714 w 11269336"/>
              <a:gd name="connsiteY246" fmla="*/ 2179625 h 2323145"/>
              <a:gd name="connsiteX247" fmla="*/ 1449503 w 11269336"/>
              <a:gd name="connsiteY247" fmla="*/ 2182633 h 2323145"/>
              <a:gd name="connsiteX248" fmla="*/ 1335495 w 11269336"/>
              <a:gd name="connsiteY248" fmla="*/ 2203940 h 2323145"/>
              <a:gd name="connsiteX249" fmla="*/ 1266687 w 11269336"/>
              <a:gd name="connsiteY249" fmla="*/ 2212688 h 2323145"/>
              <a:gd name="connsiteX250" fmla="*/ 1239614 w 11269336"/>
              <a:gd name="connsiteY250" fmla="*/ 2209727 h 2323145"/>
              <a:gd name="connsiteX251" fmla="*/ 1202436 w 11269336"/>
              <a:gd name="connsiteY251" fmla="*/ 2209817 h 2323145"/>
              <a:gd name="connsiteX252" fmla="*/ 1136097 w 11269336"/>
              <a:gd name="connsiteY252" fmla="*/ 2205112 h 2323145"/>
              <a:gd name="connsiteX253" fmla="*/ 1048229 w 11269336"/>
              <a:gd name="connsiteY253" fmla="*/ 2207249 h 2323145"/>
              <a:gd name="connsiteX254" fmla="*/ 988232 w 11269336"/>
              <a:gd name="connsiteY254" fmla="*/ 2235635 h 2323145"/>
              <a:gd name="connsiteX255" fmla="*/ 981959 w 11269336"/>
              <a:gd name="connsiteY255" fmla="*/ 2231607 h 2323145"/>
              <a:gd name="connsiteX256" fmla="*/ 938600 w 11269336"/>
              <a:gd name="connsiteY256" fmla="*/ 2238113 h 2323145"/>
              <a:gd name="connsiteX257" fmla="*/ 791788 w 11269336"/>
              <a:gd name="connsiteY257" fmla="*/ 2293224 h 2323145"/>
              <a:gd name="connsiteX258" fmla="*/ 706914 w 11269336"/>
              <a:gd name="connsiteY258" fmla="*/ 2305046 h 2323145"/>
              <a:gd name="connsiteX259" fmla="*/ 675971 w 11269336"/>
              <a:gd name="connsiteY259" fmla="*/ 2304030 h 2323145"/>
              <a:gd name="connsiteX260" fmla="*/ 624180 w 11269336"/>
              <a:gd name="connsiteY260" fmla="*/ 2302650 h 2323145"/>
              <a:gd name="connsiteX261" fmla="*/ 583453 w 11269336"/>
              <a:gd name="connsiteY261" fmla="*/ 2288788 h 2323145"/>
              <a:gd name="connsiteX262" fmla="*/ 540946 w 11269336"/>
              <a:gd name="connsiteY262" fmla="*/ 2292721 h 2323145"/>
              <a:gd name="connsiteX263" fmla="*/ 533680 w 11269336"/>
              <a:gd name="connsiteY263" fmla="*/ 2310233 h 2323145"/>
              <a:gd name="connsiteX264" fmla="*/ 487366 w 11269336"/>
              <a:gd name="connsiteY264" fmla="*/ 2309053 h 2323145"/>
              <a:gd name="connsiteX265" fmla="*/ 416820 w 11269336"/>
              <a:gd name="connsiteY265" fmla="*/ 2305443 h 2323145"/>
              <a:gd name="connsiteX266" fmla="*/ 376805 w 11269336"/>
              <a:gd name="connsiteY266" fmla="*/ 2307647 h 2323145"/>
              <a:gd name="connsiteX267" fmla="*/ 266777 w 11269336"/>
              <a:gd name="connsiteY267" fmla="*/ 2309012 h 2323145"/>
              <a:gd name="connsiteX268" fmla="*/ 156013 w 11269336"/>
              <a:gd name="connsiteY268" fmla="*/ 2306832 h 2323145"/>
              <a:gd name="connsiteX269" fmla="*/ 87258 w 11269336"/>
              <a:gd name="connsiteY269" fmla="*/ 2285511 h 2323145"/>
              <a:gd name="connsiteX270" fmla="*/ 23798 w 11269336"/>
              <a:gd name="connsiteY270" fmla="*/ 2281822 h 2323145"/>
              <a:gd name="connsiteX271" fmla="*/ 0 w 11269336"/>
              <a:gd name="connsiteY271" fmla="*/ 2285369 h 2323145"/>
              <a:gd name="connsiteX272" fmla="*/ 0 w 11269336"/>
              <a:gd name="connsiteY272"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742561 w 11269336"/>
              <a:gd name="connsiteY18" fmla="*/ 500437 h 2323145"/>
              <a:gd name="connsiteX19" fmla="*/ 9561831 w 11269336"/>
              <a:gd name="connsiteY19" fmla="*/ 547649 h 2323145"/>
              <a:gd name="connsiteX20" fmla="*/ 9380600 w 11269336"/>
              <a:gd name="connsiteY20" fmla="*/ 549821 h 2323145"/>
              <a:gd name="connsiteX21" fmla="*/ 9139429 w 11269336"/>
              <a:gd name="connsiteY21" fmla="*/ 696446 h 2323145"/>
              <a:gd name="connsiteX22" fmla="*/ 9114263 w 11269336"/>
              <a:gd name="connsiteY22" fmla="*/ 709213 h 2323145"/>
              <a:gd name="connsiteX23" fmla="*/ 9028928 w 11269336"/>
              <a:gd name="connsiteY23" fmla="*/ 745350 h 2323145"/>
              <a:gd name="connsiteX24" fmla="*/ 8977138 w 11269336"/>
              <a:gd name="connsiteY24" fmla="*/ 774970 h 2323145"/>
              <a:gd name="connsiteX25" fmla="*/ 8947030 w 11269336"/>
              <a:gd name="connsiteY25" fmla="*/ 814934 h 2323145"/>
              <a:gd name="connsiteX26" fmla="*/ 8914746 w 11269336"/>
              <a:gd name="connsiteY26" fmla="*/ 826428 h 2323145"/>
              <a:gd name="connsiteX27" fmla="*/ 8917778 w 11269336"/>
              <a:gd name="connsiteY27" fmla="*/ 835198 h 2323145"/>
              <a:gd name="connsiteX28" fmla="*/ 8905560 w 11269336"/>
              <a:gd name="connsiteY28" fmla="*/ 838358 h 2323145"/>
              <a:gd name="connsiteX29" fmla="*/ 8897564 w 11269336"/>
              <a:gd name="connsiteY29" fmla="*/ 834287 h 2323145"/>
              <a:gd name="connsiteX30" fmla="*/ 8878040 w 11269336"/>
              <a:gd name="connsiteY30" fmla="*/ 844150 h 2323145"/>
              <a:gd name="connsiteX31" fmla="*/ 8882654 w 11269336"/>
              <a:gd name="connsiteY31" fmla="*/ 892768 h 2323145"/>
              <a:gd name="connsiteX32" fmla="*/ 8837498 w 11269336"/>
              <a:gd name="connsiteY32" fmla="*/ 885664 h 2323145"/>
              <a:gd name="connsiteX33" fmla="*/ 8795998 w 11269336"/>
              <a:gd name="connsiteY33" fmla="*/ 863337 h 2323145"/>
              <a:gd name="connsiteX34" fmla="*/ 8776970 w 11269336"/>
              <a:gd name="connsiteY34" fmla="*/ 885177 h 2323145"/>
              <a:gd name="connsiteX35" fmla="*/ 8755719 w 11269336"/>
              <a:gd name="connsiteY35" fmla="*/ 889754 h 2323145"/>
              <a:gd name="connsiteX36" fmla="*/ 8743257 w 11269336"/>
              <a:gd name="connsiteY36" fmla="*/ 904723 h 2323145"/>
              <a:gd name="connsiteX37" fmla="*/ 8721366 w 11269336"/>
              <a:gd name="connsiteY37" fmla="*/ 904711 h 2323145"/>
              <a:gd name="connsiteX38" fmla="*/ 8678353 w 11269336"/>
              <a:gd name="connsiteY38" fmla="*/ 926318 h 2323145"/>
              <a:gd name="connsiteX39" fmla="*/ 8636849 w 11269336"/>
              <a:gd name="connsiteY39" fmla="*/ 937900 h 2323145"/>
              <a:gd name="connsiteX40" fmla="*/ 8620213 w 11269336"/>
              <a:gd name="connsiteY40" fmla="*/ 943068 h 2323145"/>
              <a:gd name="connsiteX41" fmla="*/ 8612581 w 11269336"/>
              <a:gd name="connsiteY41" fmla="*/ 952695 h 2323145"/>
              <a:gd name="connsiteX42" fmla="*/ 8589038 w 11269336"/>
              <a:gd name="connsiteY42" fmla="*/ 963892 h 2323145"/>
              <a:gd name="connsiteX43" fmla="*/ 8579950 w 11269336"/>
              <a:gd name="connsiteY43" fmla="*/ 960899 h 2323145"/>
              <a:gd name="connsiteX44" fmla="*/ 8579319 w 11269336"/>
              <a:gd name="connsiteY44" fmla="*/ 965630 h 2323145"/>
              <a:gd name="connsiteX45" fmla="*/ 8547429 w 11269336"/>
              <a:gd name="connsiteY45" fmla="*/ 984506 h 2323145"/>
              <a:gd name="connsiteX46" fmla="*/ 8478704 w 11269336"/>
              <a:gd name="connsiteY46" fmla="*/ 1025490 h 2323145"/>
              <a:gd name="connsiteX47" fmla="*/ 8461421 w 11269336"/>
              <a:gd name="connsiteY47" fmla="*/ 1035512 h 2323145"/>
              <a:gd name="connsiteX48" fmla="*/ 8445003 w 11269336"/>
              <a:gd name="connsiteY48" fmla="*/ 1036851 h 2323145"/>
              <a:gd name="connsiteX49" fmla="*/ 8357350 w 11269336"/>
              <a:gd name="connsiteY49" fmla="*/ 1060213 h 2323145"/>
              <a:gd name="connsiteX50" fmla="*/ 8335565 w 11269336"/>
              <a:gd name="connsiteY50" fmla="*/ 1061151 h 2323145"/>
              <a:gd name="connsiteX51" fmla="*/ 8325267 w 11269336"/>
              <a:gd name="connsiteY51" fmla="*/ 1055919 h 2323145"/>
              <a:gd name="connsiteX52" fmla="*/ 8293586 w 11269336"/>
              <a:gd name="connsiteY52" fmla="*/ 1076144 h 2323145"/>
              <a:gd name="connsiteX53" fmla="*/ 8242405 w 11269336"/>
              <a:gd name="connsiteY53" fmla="*/ 1095960 h 2323145"/>
              <a:gd name="connsiteX54" fmla="*/ 8218531 w 11269336"/>
              <a:gd name="connsiteY54" fmla="*/ 1107622 h 2323145"/>
              <a:gd name="connsiteX55" fmla="*/ 8197391 w 11269336"/>
              <a:gd name="connsiteY55" fmla="*/ 1107746 h 2323145"/>
              <a:gd name="connsiteX56" fmla="*/ 8081474 w 11269336"/>
              <a:gd name="connsiteY56" fmla="*/ 1130125 h 2323145"/>
              <a:gd name="connsiteX57" fmla="*/ 8053585 w 11269336"/>
              <a:gd name="connsiteY57" fmla="*/ 1129169 h 2323145"/>
              <a:gd name="connsiteX58" fmla="*/ 8038422 w 11269336"/>
              <a:gd name="connsiteY58" fmla="*/ 1119092 h 2323145"/>
              <a:gd name="connsiteX59" fmla="*/ 8029450 w 11269336"/>
              <a:gd name="connsiteY59" fmla="*/ 1125592 h 2323145"/>
              <a:gd name="connsiteX60" fmla="*/ 7959552 w 11269336"/>
              <a:gd name="connsiteY60" fmla="*/ 1140188 h 2323145"/>
              <a:gd name="connsiteX61" fmla="*/ 7914188 w 11269336"/>
              <a:gd name="connsiteY61" fmla="*/ 1150862 h 2323145"/>
              <a:gd name="connsiteX62" fmla="*/ 7914918 w 11269336"/>
              <a:gd name="connsiteY62" fmla="*/ 1168758 h 2323145"/>
              <a:gd name="connsiteX63" fmla="*/ 7875510 w 11269336"/>
              <a:gd name="connsiteY63" fmla="*/ 1183153 h 2323145"/>
              <a:gd name="connsiteX64" fmla="*/ 7829932 w 11269336"/>
              <a:gd name="connsiteY64" fmla="*/ 1180782 h 2323145"/>
              <a:gd name="connsiteX65" fmla="*/ 7779182 w 11269336"/>
              <a:gd name="connsiteY65" fmla="*/ 1192665 h 2323145"/>
              <a:gd name="connsiteX66" fmla="*/ 7748774 w 11269336"/>
              <a:gd name="connsiteY66" fmla="*/ 1199586 h 2323145"/>
              <a:gd name="connsiteX67" fmla="*/ 7671846 w 11269336"/>
              <a:gd name="connsiteY67" fmla="*/ 1231966 h 2323145"/>
              <a:gd name="connsiteX68" fmla="*/ 7554146 w 11269336"/>
              <a:gd name="connsiteY68" fmla="*/ 1319748 h 2323145"/>
              <a:gd name="connsiteX69" fmla="*/ 7515052 w 11269336"/>
              <a:gd name="connsiteY69" fmla="*/ 1336718 h 2323145"/>
              <a:gd name="connsiteX70" fmla="*/ 7507193 w 11269336"/>
              <a:gd name="connsiteY70" fmla="*/ 1334617 h 2323145"/>
              <a:gd name="connsiteX71" fmla="*/ 7461694 w 11269336"/>
              <a:gd name="connsiteY71" fmla="*/ 1375866 h 2323145"/>
              <a:gd name="connsiteX72" fmla="*/ 7377571 w 11269336"/>
              <a:gd name="connsiteY72" fmla="*/ 1400128 h 2323145"/>
              <a:gd name="connsiteX73" fmla="*/ 7311261 w 11269336"/>
              <a:gd name="connsiteY73" fmla="*/ 1412652 h 2323145"/>
              <a:gd name="connsiteX74" fmla="*/ 7275307 w 11269336"/>
              <a:gd name="connsiteY74" fmla="*/ 1422171 h 2323145"/>
              <a:gd name="connsiteX75" fmla="*/ 7247783 w 11269336"/>
              <a:gd name="connsiteY75" fmla="*/ 1426330 h 2323145"/>
              <a:gd name="connsiteX76" fmla="*/ 7185047 w 11269336"/>
              <a:gd name="connsiteY76" fmla="*/ 1451812 h 2323145"/>
              <a:gd name="connsiteX77" fmla="*/ 7084117 w 11269336"/>
              <a:gd name="connsiteY77" fmla="*/ 1500281 h 2323145"/>
              <a:gd name="connsiteX78" fmla="*/ 7062011 w 11269336"/>
              <a:gd name="connsiteY78" fmla="*/ 1509183 h 2323145"/>
              <a:gd name="connsiteX79" fmla="*/ 7040555 w 11269336"/>
              <a:gd name="connsiteY79" fmla="*/ 1511207 h 2323145"/>
              <a:gd name="connsiteX80" fmla="*/ 7033438 w 11269336"/>
              <a:gd name="connsiteY80" fmla="*/ 1506772 h 2323145"/>
              <a:gd name="connsiteX81" fmla="*/ 7020886 w 11269336"/>
              <a:gd name="connsiteY81" fmla="*/ 1510764 h 2323145"/>
              <a:gd name="connsiteX82" fmla="*/ 7017033 w 11269336"/>
              <a:gd name="connsiteY82" fmla="*/ 1510650 h 2323145"/>
              <a:gd name="connsiteX83" fmla="*/ 6995460 w 11269336"/>
              <a:gd name="connsiteY83" fmla="*/ 1511173 h 2323145"/>
              <a:gd name="connsiteX84" fmla="*/ 6962144 w 11269336"/>
              <a:gd name="connsiteY84" fmla="*/ 1541508 h 2323145"/>
              <a:gd name="connsiteX85" fmla="*/ 6910674 w 11269336"/>
              <a:gd name="connsiteY85" fmla="*/ 1554793 h 2323145"/>
              <a:gd name="connsiteX86" fmla="*/ 6732152 w 11269336"/>
              <a:gd name="connsiteY86" fmla="*/ 1642538 h 2323145"/>
              <a:gd name="connsiteX87" fmla="*/ 6694106 w 11269336"/>
              <a:gd name="connsiteY87" fmla="*/ 1632377 h 2323145"/>
              <a:gd name="connsiteX88" fmla="*/ 6617223 w 11269336"/>
              <a:gd name="connsiteY88" fmla="*/ 1659889 h 2323145"/>
              <a:gd name="connsiteX89" fmla="*/ 6521138 w 11269336"/>
              <a:gd name="connsiteY89" fmla="*/ 1744340 h 2323145"/>
              <a:gd name="connsiteX90" fmla="*/ 6380677 w 11269336"/>
              <a:gd name="connsiteY90" fmla="*/ 1796883 h 2323145"/>
              <a:gd name="connsiteX91" fmla="*/ 6374897 w 11269336"/>
              <a:gd name="connsiteY91" fmla="*/ 1809910 h 2323145"/>
              <a:gd name="connsiteX92" fmla="*/ 6364545 w 11269336"/>
              <a:gd name="connsiteY92" fmla="*/ 1820090 h 2323145"/>
              <a:gd name="connsiteX93" fmla="*/ 6362126 w 11269336"/>
              <a:gd name="connsiteY93" fmla="*/ 1819991 h 2323145"/>
              <a:gd name="connsiteX94" fmla="*/ 6346673 w 11269336"/>
              <a:gd name="connsiteY94" fmla="*/ 1827824 h 2323145"/>
              <a:gd name="connsiteX95" fmla="*/ 6345588 w 11269336"/>
              <a:gd name="connsiteY95" fmla="*/ 1832232 h 2323145"/>
              <a:gd name="connsiteX96" fmla="*/ 6335708 w 11269336"/>
              <a:gd name="connsiteY96" fmla="*/ 1838451 h 2323145"/>
              <a:gd name="connsiteX97" fmla="*/ 6318182 w 11269336"/>
              <a:gd name="connsiteY97" fmla="*/ 1852975 h 2323145"/>
              <a:gd name="connsiteX98" fmla="*/ 6313084 w 11269336"/>
              <a:gd name="connsiteY98" fmla="*/ 1853561 h 2323145"/>
              <a:gd name="connsiteX99" fmla="*/ 6283816 w 11269336"/>
              <a:gd name="connsiteY99" fmla="*/ 1872148 h 2323145"/>
              <a:gd name="connsiteX100" fmla="*/ 6282550 w 11269336"/>
              <a:gd name="connsiteY100" fmla="*/ 1871392 h 2323145"/>
              <a:gd name="connsiteX101" fmla="*/ 6270527 w 11269336"/>
              <a:gd name="connsiteY101" fmla="*/ 1872208 h 2323145"/>
              <a:gd name="connsiteX102" fmla="*/ 6249518 w 11269336"/>
              <a:gd name="connsiteY102" fmla="*/ 1876079 h 2323145"/>
              <a:gd name="connsiteX103" fmla="*/ 6190386 w 11269336"/>
              <a:gd name="connsiteY103" fmla="*/ 1872478 h 2323145"/>
              <a:gd name="connsiteX104" fmla="*/ 6159777 w 11269336"/>
              <a:gd name="connsiteY104" fmla="*/ 1891745 h 2323145"/>
              <a:gd name="connsiteX105" fmla="*/ 6153131 w 11269336"/>
              <a:gd name="connsiteY105" fmla="*/ 1895079 h 2323145"/>
              <a:gd name="connsiteX106" fmla="*/ 6152798 w 11269336"/>
              <a:gd name="connsiteY106" fmla="*/ 1894920 h 2323145"/>
              <a:gd name="connsiteX107" fmla="*/ 6145388 w 11269336"/>
              <a:gd name="connsiteY107" fmla="*/ 1897990 h 2323145"/>
              <a:gd name="connsiteX108" fmla="*/ 6141014 w 11269336"/>
              <a:gd name="connsiteY108" fmla="*/ 1901155 h 2323145"/>
              <a:gd name="connsiteX109" fmla="*/ 6128122 w 11269336"/>
              <a:gd name="connsiteY109" fmla="*/ 1907623 h 2323145"/>
              <a:gd name="connsiteX110" fmla="*/ 6122351 w 11269336"/>
              <a:gd name="connsiteY110" fmla="*/ 1908359 h 2323145"/>
              <a:gd name="connsiteX111" fmla="*/ 6064750 w 11269336"/>
              <a:gd name="connsiteY111" fmla="*/ 1896394 h 2323145"/>
              <a:gd name="connsiteX112" fmla="*/ 5964230 w 11269336"/>
              <a:gd name="connsiteY112" fmla="*/ 1910038 h 2323145"/>
              <a:gd name="connsiteX113" fmla="*/ 5865399 w 11269336"/>
              <a:gd name="connsiteY113" fmla="*/ 1926966 h 2323145"/>
              <a:gd name="connsiteX114" fmla="*/ 5829951 w 11269336"/>
              <a:gd name="connsiteY114" fmla="*/ 1934755 h 2323145"/>
              <a:gd name="connsiteX115" fmla="*/ 5765285 w 11269336"/>
              <a:gd name="connsiteY115" fmla="*/ 1941322 h 2323145"/>
              <a:gd name="connsiteX116" fmla="*/ 5734750 w 11269336"/>
              <a:gd name="connsiteY116" fmla="*/ 1939793 h 2323145"/>
              <a:gd name="connsiteX117" fmla="*/ 5733569 w 11269336"/>
              <a:gd name="connsiteY117" fmla="*/ 1940505 h 2323145"/>
              <a:gd name="connsiteX118" fmla="*/ 5730329 w 11269336"/>
              <a:gd name="connsiteY118" fmla="*/ 1937845 h 2323145"/>
              <a:gd name="connsiteX119" fmla="*/ 5724661 w 11269336"/>
              <a:gd name="connsiteY119" fmla="*/ 1937455 h 2323145"/>
              <a:gd name="connsiteX120" fmla="*/ 5710186 w 11269336"/>
              <a:gd name="connsiteY120" fmla="*/ 1941370 h 2323145"/>
              <a:gd name="connsiteX121" fmla="*/ 5704910 w 11269336"/>
              <a:gd name="connsiteY121" fmla="*/ 1943663 h 2323145"/>
              <a:gd name="connsiteX122" fmla="*/ 5696836 w 11269336"/>
              <a:gd name="connsiteY122" fmla="*/ 1945271 h 2323145"/>
              <a:gd name="connsiteX123" fmla="*/ 5696583 w 11269336"/>
              <a:gd name="connsiteY123" fmla="*/ 1945050 h 2323145"/>
              <a:gd name="connsiteX124" fmla="*/ 5689123 w 11269336"/>
              <a:gd name="connsiteY124" fmla="*/ 1947067 h 2323145"/>
              <a:gd name="connsiteX125" fmla="*/ 5653291 w 11269336"/>
              <a:gd name="connsiteY125" fmla="*/ 1960245 h 2323145"/>
              <a:gd name="connsiteX126" fmla="*/ 5599385 w 11269336"/>
              <a:gd name="connsiteY126" fmla="*/ 1945198 h 2323145"/>
              <a:gd name="connsiteX127" fmla="*/ 5578300 w 11269336"/>
              <a:gd name="connsiteY127" fmla="*/ 1944963 h 2323145"/>
              <a:gd name="connsiteX128" fmla="*/ 5566758 w 11269336"/>
              <a:gd name="connsiteY128" fmla="*/ 1943441 h 2323145"/>
              <a:gd name="connsiteX129" fmla="*/ 5565857 w 11269336"/>
              <a:gd name="connsiteY129" fmla="*/ 1942445 h 2323145"/>
              <a:gd name="connsiteX130" fmla="*/ 5531534 w 11269336"/>
              <a:gd name="connsiteY130" fmla="*/ 1955208 h 2323145"/>
              <a:gd name="connsiteX131" fmla="*/ 5526552 w 11269336"/>
              <a:gd name="connsiteY131" fmla="*/ 1954799 h 2323145"/>
              <a:gd name="connsiteX132" fmla="*/ 5504723 w 11269336"/>
              <a:gd name="connsiteY132" fmla="*/ 1965811 h 2323145"/>
              <a:gd name="connsiteX133" fmla="*/ 5493156 w 11269336"/>
              <a:gd name="connsiteY133" fmla="*/ 1970063 h 2323145"/>
              <a:gd name="connsiteX134" fmla="*/ 5490486 w 11269336"/>
              <a:gd name="connsiteY134" fmla="*/ 1974227 h 2323145"/>
              <a:gd name="connsiteX135" fmla="*/ 5473107 w 11269336"/>
              <a:gd name="connsiteY135" fmla="*/ 1979001 h 2323145"/>
              <a:gd name="connsiteX136" fmla="*/ 5470885 w 11269336"/>
              <a:gd name="connsiteY136" fmla="*/ 1978432 h 2323145"/>
              <a:gd name="connsiteX137" fmla="*/ 5457393 w 11269336"/>
              <a:gd name="connsiteY137" fmla="*/ 1986525 h 2323145"/>
              <a:gd name="connsiteX138" fmla="*/ 5447102 w 11269336"/>
              <a:gd name="connsiteY138" fmla="*/ 1998329 h 2323145"/>
              <a:gd name="connsiteX139" fmla="*/ 5159151 w 11269336"/>
              <a:gd name="connsiteY139" fmla="*/ 2029640 h 2323145"/>
              <a:gd name="connsiteX140" fmla="*/ 5060738 w 11269336"/>
              <a:gd name="connsiteY140" fmla="*/ 2083274 h 2323145"/>
              <a:gd name="connsiteX141" fmla="*/ 4860988 w 11269336"/>
              <a:gd name="connsiteY141" fmla="*/ 2135698 h 2323145"/>
              <a:gd name="connsiteX142" fmla="*/ 4807902 w 11269336"/>
              <a:gd name="connsiteY142" fmla="*/ 2138894 h 2323145"/>
              <a:gd name="connsiteX143" fmla="*/ 4765388 w 11269336"/>
              <a:gd name="connsiteY143" fmla="*/ 2162525 h 2323145"/>
              <a:gd name="connsiteX144" fmla="*/ 4745033 w 11269336"/>
              <a:gd name="connsiteY144" fmla="*/ 2158859 h 2323145"/>
              <a:gd name="connsiteX145" fmla="*/ 4741475 w 11269336"/>
              <a:gd name="connsiteY145" fmla="*/ 2157998 h 2323145"/>
              <a:gd name="connsiteX146" fmla="*/ 4728247 w 11269336"/>
              <a:gd name="connsiteY146" fmla="*/ 2159526 h 2323145"/>
              <a:gd name="connsiteX147" fmla="*/ 4723263 w 11269336"/>
              <a:gd name="connsiteY147" fmla="*/ 2153742 h 2323145"/>
              <a:gd name="connsiteX148" fmla="*/ 4702453 w 11269336"/>
              <a:gd name="connsiteY148" fmla="*/ 2151586 h 2323145"/>
              <a:gd name="connsiteX149" fmla="*/ 4678455 w 11269336"/>
              <a:gd name="connsiteY149" fmla="*/ 2156131 h 2323145"/>
              <a:gd name="connsiteX150" fmla="*/ 4593061 w 11269336"/>
              <a:gd name="connsiteY150" fmla="*/ 2171597 h 2323145"/>
              <a:gd name="connsiteX151" fmla="*/ 4579902 w 11269336"/>
              <a:gd name="connsiteY151" fmla="*/ 2177927 h 2323145"/>
              <a:gd name="connsiteX152" fmla="*/ 4533444 w 11269336"/>
              <a:gd name="connsiteY152" fmla="*/ 2181200 h 2323145"/>
              <a:gd name="connsiteX153" fmla="*/ 4492832 w 11269336"/>
              <a:gd name="connsiteY153" fmla="*/ 2188033 h 2323145"/>
              <a:gd name="connsiteX154" fmla="*/ 4467257 w 11269336"/>
              <a:gd name="connsiteY154" fmla="*/ 2196121 h 2323145"/>
              <a:gd name="connsiteX155" fmla="*/ 4459937 w 11269336"/>
              <a:gd name="connsiteY155" fmla="*/ 2195182 h 2323145"/>
              <a:gd name="connsiteX156" fmla="*/ 4433312 w 11269336"/>
              <a:gd name="connsiteY156" fmla="*/ 2199004 h 2323145"/>
              <a:gd name="connsiteX157" fmla="*/ 4420601 w 11269336"/>
              <a:gd name="connsiteY157" fmla="*/ 2205158 h 2323145"/>
              <a:gd name="connsiteX158" fmla="*/ 4405765 w 11269336"/>
              <a:gd name="connsiteY158" fmla="*/ 2199902 h 2323145"/>
              <a:gd name="connsiteX159" fmla="*/ 4401354 w 11269336"/>
              <a:gd name="connsiteY159" fmla="*/ 2194745 h 2323145"/>
              <a:gd name="connsiteX160" fmla="*/ 4383151 w 11269336"/>
              <a:gd name="connsiteY160" fmla="*/ 2201140 h 2323145"/>
              <a:gd name="connsiteX161" fmla="*/ 4366646 w 11269336"/>
              <a:gd name="connsiteY161" fmla="*/ 2198564 h 2323145"/>
              <a:gd name="connsiteX162" fmla="*/ 4354009 w 11269336"/>
              <a:gd name="connsiteY162" fmla="*/ 2204984 h 2323145"/>
              <a:gd name="connsiteX163" fmla="*/ 4348284 w 11269336"/>
              <a:gd name="connsiteY163" fmla="*/ 2205270 h 2323145"/>
              <a:gd name="connsiteX164" fmla="*/ 4333906 w 11269336"/>
              <a:gd name="connsiteY164" fmla="*/ 2205251 h 2323145"/>
              <a:gd name="connsiteX165" fmla="*/ 4308819 w 11269336"/>
              <a:gd name="connsiteY165" fmla="*/ 2203822 h 2323145"/>
              <a:gd name="connsiteX166" fmla="*/ 4301210 w 11269336"/>
              <a:gd name="connsiteY166" fmla="*/ 2204456 h 2323145"/>
              <a:gd name="connsiteX167" fmla="*/ 4283095 w 11269336"/>
              <a:gd name="connsiteY167" fmla="*/ 2198177 h 2323145"/>
              <a:gd name="connsiteX168" fmla="*/ 4250119 w 11269336"/>
              <a:gd name="connsiteY168" fmla="*/ 2196342 h 2323145"/>
              <a:gd name="connsiteX169" fmla="*/ 4189203 w 11269336"/>
              <a:gd name="connsiteY169" fmla="*/ 2178994 h 2323145"/>
              <a:gd name="connsiteX170" fmla="*/ 4154035 w 11269336"/>
              <a:gd name="connsiteY170" fmla="*/ 2171950 h 2323145"/>
              <a:gd name="connsiteX171" fmla="*/ 4129569 w 11269336"/>
              <a:gd name="connsiteY171" fmla="*/ 2163850 h 2323145"/>
              <a:gd name="connsiteX172" fmla="*/ 4061250 w 11269336"/>
              <a:gd name="connsiteY172" fmla="*/ 2159236 h 2323145"/>
              <a:gd name="connsiteX173" fmla="*/ 3945480 w 11269336"/>
              <a:gd name="connsiteY173" fmla="*/ 2158279 h 2323145"/>
              <a:gd name="connsiteX174" fmla="*/ 3921468 w 11269336"/>
              <a:gd name="connsiteY174" fmla="*/ 2156588 h 2323145"/>
              <a:gd name="connsiteX175" fmla="*/ 3903348 w 11269336"/>
              <a:gd name="connsiteY175" fmla="*/ 2149220 h 2323145"/>
              <a:gd name="connsiteX176" fmla="*/ 3901342 w 11269336"/>
              <a:gd name="connsiteY176" fmla="*/ 2142355 h 2323145"/>
              <a:gd name="connsiteX177" fmla="*/ 3888539 w 11269336"/>
              <a:gd name="connsiteY177" fmla="*/ 2140476 h 2323145"/>
              <a:gd name="connsiteX178" fmla="*/ 3885662 w 11269336"/>
              <a:gd name="connsiteY178" fmla="*/ 2138740 h 2323145"/>
              <a:gd name="connsiteX179" fmla="*/ 3868627 w 11269336"/>
              <a:gd name="connsiteY179" fmla="*/ 2130023 h 2323145"/>
              <a:gd name="connsiteX180" fmla="*/ 3819177 w 11269336"/>
              <a:gd name="connsiteY180" fmla="*/ 2142111 h 2323145"/>
              <a:gd name="connsiteX181" fmla="*/ 3769100 w 11269336"/>
              <a:gd name="connsiteY181" fmla="*/ 2131731 h 2323145"/>
              <a:gd name="connsiteX182" fmla="*/ 3562752 w 11269336"/>
              <a:gd name="connsiteY182" fmla="*/ 2131785 h 2323145"/>
              <a:gd name="connsiteX183" fmla="*/ 3541402 w 11269336"/>
              <a:gd name="connsiteY183" fmla="*/ 2106821 h 2323145"/>
              <a:gd name="connsiteX184" fmla="*/ 3460591 w 11269336"/>
              <a:gd name="connsiteY184" fmla="*/ 2097951 h 2323145"/>
              <a:gd name="connsiteX185" fmla="*/ 3320348 w 11269336"/>
              <a:gd name="connsiteY185" fmla="*/ 2130191 h 2323145"/>
              <a:gd name="connsiteX186" fmla="*/ 3170922 w 11269336"/>
              <a:gd name="connsiteY186" fmla="*/ 2115957 h 2323145"/>
              <a:gd name="connsiteX187" fmla="*/ 3156256 w 11269336"/>
              <a:gd name="connsiteY187" fmla="*/ 2124773 h 2323145"/>
              <a:gd name="connsiteX188" fmla="*/ 3140298 w 11269336"/>
              <a:gd name="connsiteY188" fmla="*/ 2129182 h 2323145"/>
              <a:gd name="connsiteX189" fmla="*/ 3138514 w 11269336"/>
              <a:gd name="connsiteY189" fmla="*/ 2128069 h 2323145"/>
              <a:gd name="connsiteX190" fmla="*/ 3120467 w 11269336"/>
              <a:gd name="connsiteY190" fmla="*/ 2128281 h 2323145"/>
              <a:gd name="connsiteX191" fmla="*/ 3116175 w 11269336"/>
              <a:gd name="connsiteY191" fmla="*/ 2131633 h 2323145"/>
              <a:gd name="connsiteX192" fmla="*/ 3103685 w 11269336"/>
              <a:gd name="connsiteY192" fmla="*/ 2132814 h 2323145"/>
              <a:gd name="connsiteX193" fmla="*/ 3078794 w 11269336"/>
              <a:gd name="connsiteY193" fmla="*/ 2137935 h 2323145"/>
              <a:gd name="connsiteX194" fmla="*/ 3074407 w 11269336"/>
              <a:gd name="connsiteY194" fmla="*/ 2136274 h 2323145"/>
              <a:gd name="connsiteX195" fmla="*/ 3037285 w 11269336"/>
              <a:gd name="connsiteY195" fmla="*/ 2139919 h 2323145"/>
              <a:gd name="connsiteX196" fmla="*/ 3036901 w 11269336"/>
              <a:gd name="connsiteY196" fmla="*/ 2138726 h 2323145"/>
              <a:gd name="connsiteX197" fmla="*/ 3026996 w 11269336"/>
              <a:gd name="connsiteY197" fmla="*/ 2134322 h 2323145"/>
              <a:gd name="connsiteX198" fmla="*/ 3007772 w 11269336"/>
              <a:gd name="connsiteY198" fmla="*/ 2128742 h 2323145"/>
              <a:gd name="connsiteX199" fmla="*/ 2965030 w 11269336"/>
              <a:gd name="connsiteY199" fmla="*/ 2100494 h 2323145"/>
              <a:gd name="connsiteX200" fmla="*/ 2926342 w 11269336"/>
              <a:gd name="connsiteY200" fmla="*/ 2104155 h 2323145"/>
              <a:gd name="connsiteX201" fmla="*/ 2918608 w 11269336"/>
              <a:gd name="connsiteY201" fmla="*/ 2104215 h 2323145"/>
              <a:gd name="connsiteX202" fmla="*/ 2918475 w 11269336"/>
              <a:gd name="connsiteY202" fmla="*/ 2103937 h 2323145"/>
              <a:gd name="connsiteX203" fmla="*/ 2910360 w 11269336"/>
              <a:gd name="connsiteY203" fmla="*/ 2103444 h 2323145"/>
              <a:gd name="connsiteX204" fmla="*/ 2904507 w 11269336"/>
              <a:gd name="connsiteY204" fmla="*/ 2104326 h 2323145"/>
              <a:gd name="connsiteX205" fmla="*/ 2889503 w 11269336"/>
              <a:gd name="connsiteY205" fmla="*/ 2104443 h 2323145"/>
              <a:gd name="connsiteX206" fmla="*/ 2884480 w 11269336"/>
              <a:gd name="connsiteY206" fmla="*/ 2102626 h 2323145"/>
              <a:gd name="connsiteX207" fmla="*/ 2882689 w 11269336"/>
              <a:gd name="connsiteY207" fmla="*/ 2099228 h 2323145"/>
              <a:gd name="connsiteX208" fmla="*/ 2881291 w 11269336"/>
              <a:gd name="connsiteY208" fmla="*/ 2099618 h 2323145"/>
              <a:gd name="connsiteX209" fmla="*/ 2853979 w 11269336"/>
              <a:gd name="connsiteY209" fmla="*/ 2090388 h 2323145"/>
              <a:gd name="connsiteX210" fmla="*/ 2791790 w 11269336"/>
              <a:gd name="connsiteY210" fmla="*/ 2080332 h 2323145"/>
              <a:gd name="connsiteX211" fmla="*/ 2755844 w 11269336"/>
              <a:gd name="connsiteY211" fmla="*/ 2078874 h 2323145"/>
              <a:gd name="connsiteX212" fmla="*/ 2657742 w 11269336"/>
              <a:gd name="connsiteY212" fmla="*/ 2070179 h 2323145"/>
              <a:gd name="connsiteX213" fmla="*/ 2559549 w 11269336"/>
              <a:gd name="connsiteY213" fmla="*/ 2057873 h 2323145"/>
              <a:gd name="connsiteX214" fmla="*/ 2512054 w 11269336"/>
              <a:gd name="connsiteY214" fmla="*/ 2031671 h 2323145"/>
              <a:gd name="connsiteX215" fmla="*/ 2506437 w 11269336"/>
              <a:gd name="connsiteY215" fmla="*/ 2030918 h 2323145"/>
              <a:gd name="connsiteX216" fmla="*/ 2491752 w 11269336"/>
              <a:gd name="connsiteY216" fmla="*/ 2033906 h 2323145"/>
              <a:gd name="connsiteX217" fmla="*/ 2486338 w 11269336"/>
              <a:gd name="connsiteY217" fmla="*/ 2035862 h 2323145"/>
              <a:gd name="connsiteX218" fmla="*/ 2478186 w 11269336"/>
              <a:gd name="connsiteY218" fmla="*/ 2036953 h 2323145"/>
              <a:gd name="connsiteX219" fmla="*/ 2477950 w 11269336"/>
              <a:gd name="connsiteY219" fmla="*/ 2036715 h 2323145"/>
              <a:gd name="connsiteX220" fmla="*/ 2470381 w 11269336"/>
              <a:gd name="connsiteY220" fmla="*/ 2038256 h 2323145"/>
              <a:gd name="connsiteX221" fmla="*/ 2433781 w 11269336"/>
              <a:gd name="connsiteY221" fmla="*/ 2049140 h 2323145"/>
              <a:gd name="connsiteX222" fmla="*/ 2381172 w 11269336"/>
              <a:gd name="connsiteY222" fmla="*/ 2030645 h 2323145"/>
              <a:gd name="connsiteX223" fmla="*/ 2360198 w 11269336"/>
              <a:gd name="connsiteY223" fmla="*/ 2029059 h 2323145"/>
              <a:gd name="connsiteX224" fmla="*/ 2348815 w 11269336"/>
              <a:gd name="connsiteY224" fmla="*/ 2026798 h 2323145"/>
              <a:gd name="connsiteX225" fmla="*/ 2347988 w 11269336"/>
              <a:gd name="connsiteY225" fmla="*/ 2025745 h 2323145"/>
              <a:gd name="connsiteX226" fmla="*/ 2312920 w 11269336"/>
              <a:gd name="connsiteY226" fmla="*/ 2036311 h 2323145"/>
              <a:gd name="connsiteX227" fmla="*/ 2307986 w 11269336"/>
              <a:gd name="connsiteY227" fmla="*/ 2035583 h 2323145"/>
              <a:gd name="connsiteX228" fmla="*/ 2285481 w 11269336"/>
              <a:gd name="connsiteY228" fmla="*/ 2045197 h 2323145"/>
              <a:gd name="connsiteX229" fmla="*/ 2273666 w 11269336"/>
              <a:gd name="connsiteY229" fmla="*/ 2048710 h 2323145"/>
              <a:gd name="connsiteX230" fmla="*/ 2270719 w 11269336"/>
              <a:gd name="connsiteY230" fmla="*/ 2052702 h 2323145"/>
              <a:gd name="connsiteX231" fmla="*/ 2253080 w 11269336"/>
              <a:gd name="connsiteY231" fmla="*/ 2056363 h 2323145"/>
              <a:gd name="connsiteX232" fmla="*/ 2250906 w 11269336"/>
              <a:gd name="connsiteY232" fmla="*/ 2055654 h 2323145"/>
              <a:gd name="connsiteX233" fmla="*/ 2236905 w 11269336"/>
              <a:gd name="connsiteY233" fmla="*/ 2062882 h 2323145"/>
              <a:gd name="connsiteX234" fmla="*/ 2225830 w 11269336"/>
              <a:gd name="connsiteY234" fmla="*/ 2074027 h 2323145"/>
              <a:gd name="connsiteX235" fmla="*/ 2073776 w 11269336"/>
              <a:gd name="connsiteY235" fmla="*/ 2089244 h 2323145"/>
              <a:gd name="connsiteX236" fmla="*/ 1948256 w 11269336"/>
              <a:gd name="connsiteY236" fmla="*/ 2146616 h 2323145"/>
              <a:gd name="connsiteX237" fmla="*/ 1865582 w 11269336"/>
              <a:gd name="connsiteY237" fmla="*/ 2153738 h 2323145"/>
              <a:gd name="connsiteX238" fmla="*/ 1835210 w 11269336"/>
              <a:gd name="connsiteY238" fmla="*/ 2134244 h 2323145"/>
              <a:gd name="connsiteX239" fmla="*/ 1632661 w 11269336"/>
              <a:gd name="connsiteY239" fmla="*/ 2173882 h 2323145"/>
              <a:gd name="connsiteX240" fmla="*/ 1579590 w 11269336"/>
              <a:gd name="connsiteY240" fmla="*/ 2173680 h 2323145"/>
              <a:gd name="connsiteX241" fmla="*/ 1535601 w 11269336"/>
              <a:gd name="connsiteY241" fmla="*/ 2194590 h 2323145"/>
              <a:gd name="connsiteX242" fmla="*/ 1515594 w 11269336"/>
              <a:gd name="connsiteY242" fmla="*/ 2189622 h 2323145"/>
              <a:gd name="connsiteX243" fmla="*/ 1512113 w 11269336"/>
              <a:gd name="connsiteY243" fmla="*/ 2188534 h 2323145"/>
              <a:gd name="connsiteX244" fmla="*/ 1498838 w 11269336"/>
              <a:gd name="connsiteY244" fmla="*/ 2189213 h 2323145"/>
              <a:gd name="connsiteX245" fmla="*/ 1494279 w 11269336"/>
              <a:gd name="connsiteY245" fmla="*/ 2183112 h 2323145"/>
              <a:gd name="connsiteX246" fmla="*/ 1473714 w 11269336"/>
              <a:gd name="connsiteY246" fmla="*/ 2179625 h 2323145"/>
              <a:gd name="connsiteX247" fmla="*/ 1449503 w 11269336"/>
              <a:gd name="connsiteY247" fmla="*/ 2182633 h 2323145"/>
              <a:gd name="connsiteX248" fmla="*/ 1335495 w 11269336"/>
              <a:gd name="connsiteY248" fmla="*/ 2203940 h 2323145"/>
              <a:gd name="connsiteX249" fmla="*/ 1266687 w 11269336"/>
              <a:gd name="connsiteY249" fmla="*/ 2212688 h 2323145"/>
              <a:gd name="connsiteX250" fmla="*/ 1239614 w 11269336"/>
              <a:gd name="connsiteY250" fmla="*/ 2209727 h 2323145"/>
              <a:gd name="connsiteX251" fmla="*/ 1202436 w 11269336"/>
              <a:gd name="connsiteY251" fmla="*/ 2209817 h 2323145"/>
              <a:gd name="connsiteX252" fmla="*/ 1136097 w 11269336"/>
              <a:gd name="connsiteY252" fmla="*/ 2205112 h 2323145"/>
              <a:gd name="connsiteX253" fmla="*/ 1048229 w 11269336"/>
              <a:gd name="connsiteY253" fmla="*/ 2207249 h 2323145"/>
              <a:gd name="connsiteX254" fmla="*/ 988232 w 11269336"/>
              <a:gd name="connsiteY254" fmla="*/ 2235635 h 2323145"/>
              <a:gd name="connsiteX255" fmla="*/ 981959 w 11269336"/>
              <a:gd name="connsiteY255" fmla="*/ 2231607 h 2323145"/>
              <a:gd name="connsiteX256" fmla="*/ 938600 w 11269336"/>
              <a:gd name="connsiteY256" fmla="*/ 2238113 h 2323145"/>
              <a:gd name="connsiteX257" fmla="*/ 791788 w 11269336"/>
              <a:gd name="connsiteY257" fmla="*/ 2293224 h 2323145"/>
              <a:gd name="connsiteX258" fmla="*/ 706914 w 11269336"/>
              <a:gd name="connsiteY258" fmla="*/ 2305046 h 2323145"/>
              <a:gd name="connsiteX259" fmla="*/ 675971 w 11269336"/>
              <a:gd name="connsiteY259" fmla="*/ 2304030 h 2323145"/>
              <a:gd name="connsiteX260" fmla="*/ 624180 w 11269336"/>
              <a:gd name="connsiteY260" fmla="*/ 2302650 h 2323145"/>
              <a:gd name="connsiteX261" fmla="*/ 583453 w 11269336"/>
              <a:gd name="connsiteY261" fmla="*/ 2288788 h 2323145"/>
              <a:gd name="connsiteX262" fmla="*/ 540946 w 11269336"/>
              <a:gd name="connsiteY262" fmla="*/ 2292721 h 2323145"/>
              <a:gd name="connsiteX263" fmla="*/ 533680 w 11269336"/>
              <a:gd name="connsiteY263" fmla="*/ 2310233 h 2323145"/>
              <a:gd name="connsiteX264" fmla="*/ 487366 w 11269336"/>
              <a:gd name="connsiteY264" fmla="*/ 2309053 h 2323145"/>
              <a:gd name="connsiteX265" fmla="*/ 416820 w 11269336"/>
              <a:gd name="connsiteY265" fmla="*/ 2305443 h 2323145"/>
              <a:gd name="connsiteX266" fmla="*/ 376805 w 11269336"/>
              <a:gd name="connsiteY266" fmla="*/ 2307647 h 2323145"/>
              <a:gd name="connsiteX267" fmla="*/ 266777 w 11269336"/>
              <a:gd name="connsiteY267" fmla="*/ 2309012 h 2323145"/>
              <a:gd name="connsiteX268" fmla="*/ 156013 w 11269336"/>
              <a:gd name="connsiteY268" fmla="*/ 2306832 h 2323145"/>
              <a:gd name="connsiteX269" fmla="*/ 87258 w 11269336"/>
              <a:gd name="connsiteY269" fmla="*/ 2285511 h 2323145"/>
              <a:gd name="connsiteX270" fmla="*/ 23798 w 11269336"/>
              <a:gd name="connsiteY270" fmla="*/ 2281822 h 2323145"/>
              <a:gd name="connsiteX271" fmla="*/ 0 w 11269336"/>
              <a:gd name="connsiteY271" fmla="*/ 2285369 h 2323145"/>
              <a:gd name="connsiteX272" fmla="*/ 0 w 11269336"/>
              <a:gd name="connsiteY272"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742561 w 11269336"/>
              <a:gd name="connsiteY18" fmla="*/ 500437 h 2323145"/>
              <a:gd name="connsiteX19" fmla="*/ 9561831 w 11269336"/>
              <a:gd name="connsiteY19" fmla="*/ 547649 h 2323145"/>
              <a:gd name="connsiteX20" fmla="*/ 9380600 w 11269336"/>
              <a:gd name="connsiteY20" fmla="*/ 549821 h 2323145"/>
              <a:gd name="connsiteX21" fmla="*/ 9139429 w 11269336"/>
              <a:gd name="connsiteY21" fmla="*/ 696446 h 2323145"/>
              <a:gd name="connsiteX22" fmla="*/ 9114263 w 11269336"/>
              <a:gd name="connsiteY22" fmla="*/ 709213 h 2323145"/>
              <a:gd name="connsiteX23" fmla="*/ 9028928 w 11269336"/>
              <a:gd name="connsiteY23" fmla="*/ 745350 h 2323145"/>
              <a:gd name="connsiteX24" fmla="*/ 8977138 w 11269336"/>
              <a:gd name="connsiteY24" fmla="*/ 774970 h 2323145"/>
              <a:gd name="connsiteX25" fmla="*/ 8947030 w 11269336"/>
              <a:gd name="connsiteY25" fmla="*/ 814934 h 2323145"/>
              <a:gd name="connsiteX26" fmla="*/ 8914746 w 11269336"/>
              <a:gd name="connsiteY26" fmla="*/ 826428 h 2323145"/>
              <a:gd name="connsiteX27" fmla="*/ 8917778 w 11269336"/>
              <a:gd name="connsiteY27" fmla="*/ 835198 h 2323145"/>
              <a:gd name="connsiteX28" fmla="*/ 8905560 w 11269336"/>
              <a:gd name="connsiteY28" fmla="*/ 838358 h 2323145"/>
              <a:gd name="connsiteX29" fmla="*/ 8897564 w 11269336"/>
              <a:gd name="connsiteY29" fmla="*/ 834287 h 2323145"/>
              <a:gd name="connsiteX30" fmla="*/ 8878040 w 11269336"/>
              <a:gd name="connsiteY30" fmla="*/ 844150 h 2323145"/>
              <a:gd name="connsiteX31" fmla="*/ 8882654 w 11269336"/>
              <a:gd name="connsiteY31" fmla="*/ 892768 h 2323145"/>
              <a:gd name="connsiteX32" fmla="*/ 8837498 w 11269336"/>
              <a:gd name="connsiteY32" fmla="*/ 885664 h 2323145"/>
              <a:gd name="connsiteX33" fmla="*/ 8795998 w 11269336"/>
              <a:gd name="connsiteY33" fmla="*/ 863337 h 2323145"/>
              <a:gd name="connsiteX34" fmla="*/ 8776970 w 11269336"/>
              <a:gd name="connsiteY34" fmla="*/ 885177 h 2323145"/>
              <a:gd name="connsiteX35" fmla="*/ 8755719 w 11269336"/>
              <a:gd name="connsiteY35" fmla="*/ 889754 h 2323145"/>
              <a:gd name="connsiteX36" fmla="*/ 8743257 w 11269336"/>
              <a:gd name="connsiteY36" fmla="*/ 904723 h 2323145"/>
              <a:gd name="connsiteX37" fmla="*/ 8721366 w 11269336"/>
              <a:gd name="connsiteY37" fmla="*/ 904711 h 2323145"/>
              <a:gd name="connsiteX38" fmla="*/ 8678353 w 11269336"/>
              <a:gd name="connsiteY38" fmla="*/ 926318 h 2323145"/>
              <a:gd name="connsiteX39" fmla="*/ 8636849 w 11269336"/>
              <a:gd name="connsiteY39" fmla="*/ 937900 h 2323145"/>
              <a:gd name="connsiteX40" fmla="*/ 8620213 w 11269336"/>
              <a:gd name="connsiteY40" fmla="*/ 943068 h 2323145"/>
              <a:gd name="connsiteX41" fmla="*/ 8612581 w 11269336"/>
              <a:gd name="connsiteY41" fmla="*/ 952695 h 2323145"/>
              <a:gd name="connsiteX42" fmla="*/ 8589038 w 11269336"/>
              <a:gd name="connsiteY42" fmla="*/ 963892 h 2323145"/>
              <a:gd name="connsiteX43" fmla="*/ 8579950 w 11269336"/>
              <a:gd name="connsiteY43" fmla="*/ 960899 h 2323145"/>
              <a:gd name="connsiteX44" fmla="*/ 8579319 w 11269336"/>
              <a:gd name="connsiteY44" fmla="*/ 965630 h 2323145"/>
              <a:gd name="connsiteX45" fmla="*/ 8547429 w 11269336"/>
              <a:gd name="connsiteY45" fmla="*/ 984506 h 2323145"/>
              <a:gd name="connsiteX46" fmla="*/ 8478704 w 11269336"/>
              <a:gd name="connsiteY46" fmla="*/ 1025490 h 2323145"/>
              <a:gd name="connsiteX47" fmla="*/ 8461421 w 11269336"/>
              <a:gd name="connsiteY47" fmla="*/ 1035512 h 2323145"/>
              <a:gd name="connsiteX48" fmla="*/ 8445003 w 11269336"/>
              <a:gd name="connsiteY48" fmla="*/ 1036851 h 2323145"/>
              <a:gd name="connsiteX49" fmla="*/ 8357350 w 11269336"/>
              <a:gd name="connsiteY49" fmla="*/ 1060213 h 2323145"/>
              <a:gd name="connsiteX50" fmla="*/ 8335565 w 11269336"/>
              <a:gd name="connsiteY50" fmla="*/ 1061151 h 2323145"/>
              <a:gd name="connsiteX51" fmla="*/ 8325267 w 11269336"/>
              <a:gd name="connsiteY51" fmla="*/ 1055919 h 2323145"/>
              <a:gd name="connsiteX52" fmla="*/ 8293586 w 11269336"/>
              <a:gd name="connsiteY52" fmla="*/ 1076144 h 2323145"/>
              <a:gd name="connsiteX53" fmla="*/ 8242405 w 11269336"/>
              <a:gd name="connsiteY53" fmla="*/ 1095960 h 2323145"/>
              <a:gd name="connsiteX54" fmla="*/ 8218531 w 11269336"/>
              <a:gd name="connsiteY54" fmla="*/ 1107622 h 2323145"/>
              <a:gd name="connsiteX55" fmla="*/ 8197391 w 11269336"/>
              <a:gd name="connsiteY55" fmla="*/ 1107746 h 2323145"/>
              <a:gd name="connsiteX56" fmla="*/ 8081474 w 11269336"/>
              <a:gd name="connsiteY56" fmla="*/ 1130125 h 2323145"/>
              <a:gd name="connsiteX57" fmla="*/ 8053585 w 11269336"/>
              <a:gd name="connsiteY57" fmla="*/ 1129169 h 2323145"/>
              <a:gd name="connsiteX58" fmla="*/ 8038422 w 11269336"/>
              <a:gd name="connsiteY58" fmla="*/ 1119092 h 2323145"/>
              <a:gd name="connsiteX59" fmla="*/ 8029450 w 11269336"/>
              <a:gd name="connsiteY59" fmla="*/ 1125592 h 2323145"/>
              <a:gd name="connsiteX60" fmla="*/ 7959552 w 11269336"/>
              <a:gd name="connsiteY60" fmla="*/ 1140188 h 2323145"/>
              <a:gd name="connsiteX61" fmla="*/ 7914188 w 11269336"/>
              <a:gd name="connsiteY61" fmla="*/ 1150862 h 2323145"/>
              <a:gd name="connsiteX62" fmla="*/ 7914918 w 11269336"/>
              <a:gd name="connsiteY62" fmla="*/ 1168758 h 2323145"/>
              <a:gd name="connsiteX63" fmla="*/ 7875510 w 11269336"/>
              <a:gd name="connsiteY63" fmla="*/ 1183153 h 2323145"/>
              <a:gd name="connsiteX64" fmla="*/ 7829932 w 11269336"/>
              <a:gd name="connsiteY64" fmla="*/ 1180782 h 2323145"/>
              <a:gd name="connsiteX65" fmla="*/ 7779182 w 11269336"/>
              <a:gd name="connsiteY65" fmla="*/ 1192665 h 2323145"/>
              <a:gd name="connsiteX66" fmla="*/ 7748774 w 11269336"/>
              <a:gd name="connsiteY66" fmla="*/ 1199586 h 2323145"/>
              <a:gd name="connsiteX67" fmla="*/ 7671846 w 11269336"/>
              <a:gd name="connsiteY67" fmla="*/ 1231966 h 2323145"/>
              <a:gd name="connsiteX68" fmla="*/ 7554146 w 11269336"/>
              <a:gd name="connsiteY68" fmla="*/ 1319748 h 2323145"/>
              <a:gd name="connsiteX69" fmla="*/ 7515052 w 11269336"/>
              <a:gd name="connsiteY69" fmla="*/ 1336718 h 2323145"/>
              <a:gd name="connsiteX70" fmla="*/ 7507193 w 11269336"/>
              <a:gd name="connsiteY70" fmla="*/ 1334617 h 2323145"/>
              <a:gd name="connsiteX71" fmla="*/ 7461694 w 11269336"/>
              <a:gd name="connsiteY71" fmla="*/ 1375866 h 2323145"/>
              <a:gd name="connsiteX72" fmla="*/ 7377571 w 11269336"/>
              <a:gd name="connsiteY72" fmla="*/ 1400128 h 2323145"/>
              <a:gd name="connsiteX73" fmla="*/ 7311261 w 11269336"/>
              <a:gd name="connsiteY73" fmla="*/ 1412652 h 2323145"/>
              <a:gd name="connsiteX74" fmla="*/ 7275307 w 11269336"/>
              <a:gd name="connsiteY74" fmla="*/ 1422171 h 2323145"/>
              <a:gd name="connsiteX75" fmla="*/ 7247783 w 11269336"/>
              <a:gd name="connsiteY75" fmla="*/ 1426330 h 2323145"/>
              <a:gd name="connsiteX76" fmla="*/ 7185047 w 11269336"/>
              <a:gd name="connsiteY76" fmla="*/ 1451812 h 2323145"/>
              <a:gd name="connsiteX77" fmla="*/ 7084117 w 11269336"/>
              <a:gd name="connsiteY77" fmla="*/ 1500281 h 2323145"/>
              <a:gd name="connsiteX78" fmla="*/ 7062011 w 11269336"/>
              <a:gd name="connsiteY78" fmla="*/ 1509183 h 2323145"/>
              <a:gd name="connsiteX79" fmla="*/ 7040555 w 11269336"/>
              <a:gd name="connsiteY79" fmla="*/ 1511207 h 2323145"/>
              <a:gd name="connsiteX80" fmla="*/ 7033438 w 11269336"/>
              <a:gd name="connsiteY80" fmla="*/ 1506772 h 2323145"/>
              <a:gd name="connsiteX81" fmla="*/ 7020886 w 11269336"/>
              <a:gd name="connsiteY81" fmla="*/ 1510764 h 2323145"/>
              <a:gd name="connsiteX82" fmla="*/ 7017033 w 11269336"/>
              <a:gd name="connsiteY82" fmla="*/ 1510650 h 2323145"/>
              <a:gd name="connsiteX83" fmla="*/ 6995460 w 11269336"/>
              <a:gd name="connsiteY83" fmla="*/ 1511173 h 2323145"/>
              <a:gd name="connsiteX84" fmla="*/ 6962144 w 11269336"/>
              <a:gd name="connsiteY84" fmla="*/ 1541508 h 2323145"/>
              <a:gd name="connsiteX85" fmla="*/ 6910674 w 11269336"/>
              <a:gd name="connsiteY85" fmla="*/ 1554793 h 2323145"/>
              <a:gd name="connsiteX86" fmla="*/ 6732152 w 11269336"/>
              <a:gd name="connsiteY86" fmla="*/ 1642538 h 2323145"/>
              <a:gd name="connsiteX87" fmla="*/ 6694106 w 11269336"/>
              <a:gd name="connsiteY87" fmla="*/ 1632377 h 2323145"/>
              <a:gd name="connsiteX88" fmla="*/ 6617223 w 11269336"/>
              <a:gd name="connsiteY88" fmla="*/ 1659889 h 2323145"/>
              <a:gd name="connsiteX89" fmla="*/ 6521138 w 11269336"/>
              <a:gd name="connsiteY89" fmla="*/ 1744340 h 2323145"/>
              <a:gd name="connsiteX90" fmla="*/ 6380677 w 11269336"/>
              <a:gd name="connsiteY90" fmla="*/ 1796883 h 2323145"/>
              <a:gd name="connsiteX91" fmla="*/ 6374897 w 11269336"/>
              <a:gd name="connsiteY91" fmla="*/ 1809910 h 2323145"/>
              <a:gd name="connsiteX92" fmla="*/ 6364545 w 11269336"/>
              <a:gd name="connsiteY92" fmla="*/ 1820090 h 2323145"/>
              <a:gd name="connsiteX93" fmla="*/ 6362126 w 11269336"/>
              <a:gd name="connsiteY93" fmla="*/ 1819991 h 2323145"/>
              <a:gd name="connsiteX94" fmla="*/ 6346673 w 11269336"/>
              <a:gd name="connsiteY94" fmla="*/ 1827824 h 2323145"/>
              <a:gd name="connsiteX95" fmla="*/ 6345588 w 11269336"/>
              <a:gd name="connsiteY95" fmla="*/ 1832232 h 2323145"/>
              <a:gd name="connsiteX96" fmla="*/ 6335708 w 11269336"/>
              <a:gd name="connsiteY96" fmla="*/ 1838451 h 2323145"/>
              <a:gd name="connsiteX97" fmla="*/ 6318182 w 11269336"/>
              <a:gd name="connsiteY97" fmla="*/ 1852975 h 2323145"/>
              <a:gd name="connsiteX98" fmla="*/ 6313084 w 11269336"/>
              <a:gd name="connsiteY98" fmla="*/ 1853561 h 2323145"/>
              <a:gd name="connsiteX99" fmla="*/ 6283816 w 11269336"/>
              <a:gd name="connsiteY99" fmla="*/ 1872148 h 2323145"/>
              <a:gd name="connsiteX100" fmla="*/ 6282550 w 11269336"/>
              <a:gd name="connsiteY100" fmla="*/ 1871392 h 2323145"/>
              <a:gd name="connsiteX101" fmla="*/ 6270527 w 11269336"/>
              <a:gd name="connsiteY101" fmla="*/ 1872208 h 2323145"/>
              <a:gd name="connsiteX102" fmla="*/ 6249518 w 11269336"/>
              <a:gd name="connsiteY102" fmla="*/ 1876079 h 2323145"/>
              <a:gd name="connsiteX103" fmla="*/ 6190386 w 11269336"/>
              <a:gd name="connsiteY103" fmla="*/ 1872478 h 2323145"/>
              <a:gd name="connsiteX104" fmla="*/ 6159777 w 11269336"/>
              <a:gd name="connsiteY104" fmla="*/ 1891745 h 2323145"/>
              <a:gd name="connsiteX105" fmla="*/ 6153131 w 11269336"/>
              <a:gd name="connsiteY105" fmla="*/ 1895079 h 2323145"/>
              <a:gd name="connsiteX106" fmla="*/ 6152798 w 11269336"/>
              <a:gd name="connsiteY106" fmla="*/ 1894920 h 2323145"/>
              <a:gd name="connsiteX107" fmla="*/ 6145388 w 11269336"/>
              <a:gd name="connsiteY107" fmla="*/ 1897990 h 2323145"/>
              <a:gd name="connsiteX108" fmla="*/ 6141014 w 11269336"/>
              <a:gd name="connsiteY108" fmla="*/ 1901155 h 2323145"/>
              <a:gd name="connsiteX109" fmla="*/ 6128122 w 11269336"/>
              <a:gd name="connsiteY109" fmla="*/ 1907623 h 2323145"/>
              <a:gd name="connsiteX110" fmla="*/ 6122351 w 11269336"/>
              <a:gd name="connsiteY110" fmla="*/ 1908359 h 2323145"/>
              <a:gd name="connsiteX111" fmla="*/ 6064750 w 11269336"/>
              <a:gd name="connsiteY111" fmla="*/ 1896394 h 2323145"/>
              <a:gd name="connsiteX112" fmla="*/ 5964230 w 11269336"/>
              <a:gd name="connsiteY112" fmla="*/ 1910038 h 2323145"/>
              <a:gd name="connsiteX113" fmla="*/ 5865399 w 11269336"/>
              <a:gd name="connsiteY113" fmla="*/ 1926966 h 2323145"/>
              <a:gd name="connsiteX114" fmla="*/ 5829951 w 11269336"/>
              <a:gd name="connsiteY114" fmla="*/ 1934755 h 2323145"/>
              <a:gd name="connsiteX115" fmla="*/ 5765285 w 11269336"/>
              <a:gd name="connsiteY115" fmla="*/ 1941322 h 2323145"/>
              <a:gd name="connsiteX116" fmla="*/ 5734750 w 11269336"/>
              <a:gd name="connsiteY116" fmla="*/ 1939793 h 2323145"/>
              <a:gd name="connsiteX117" fmla="*/ 5733569 w 11269336"/>
              <a:gd name="connsiteY117" fmla="*/ 1940505 h 2323145"/>
              <a:gd name="connsiteX118" fmla="*/ 5730329 w 11269336"/>
              <a:gd name="connsiteY118" fmla="*/ 1937845 h 2323145"/>
              <a:gd name="connsiteX119" fmla="*/ 5724661 w 11269336"/>
              <a:gd name="connsiteY119" fmla="*/ 1937455 h 2323145"/>
              <a:gd name="connsiteX120" fmla="*/ 5710186 w 11269336"/>
              <a:gd name="connsiteY120" fmla="*/ 1941370 h 2323145"/>
              <a:gd name="connsiteX121" fmla="*/ 5704910 w 11269336"/>
              <a:gd name="connsiteY121" fmla="*/ 1943663 h 2323145"/>
              <a:gd name="connsiteX122" fmla="*/ 5696836 w 11269336"/>
              <a:gd name="connsiteY122" fmla="*/ 1945271 h 2323145"/>
              <a:gd name="connsiteX123" fmla="*/ 5696583 w 11269336"/>
              <a:gd name="connsiteY123" fmla="*/ 1945050 h 2323145"/>
              <a:gd name="connsiteX124" fmla="*/ 5689123 w 11269336"/>
              <a:gd name="connsiteY124" fmla="*/ 1947067 h 2323145"/>
              <a:gd name="connsiteX125" fmla="*/ 5653291 w 11269336"/>
              <a:gd name="connsiteY125" fmla="*/ 1960245 h 2323145"/>
              <a:gd name="connsiteX126" fmla="*/ 5599385 w 11269336"/>
              <a:gd name="connsiteY126" fmla="*/ 1945198 h 2323145"/>
              <a:gd name="connsiteX127" fmla="*/ 5578300 w 11269336"/>
              <a:gd name="connsiteY127" fmla="*/ 1944963 h 2323145"/>
              <a:gd name="connsiteX128" fmla="*/ 5566758 w 11269336"/>
              <a:gd name="connsiteY128" fmla="*/ 1943441 h 2323145"/>
              <a:gd name="connsiteX129" fmla="*/ 5565857 w 11269336"/>
              <a:gd name="connsiteY129" fmla="*/ 1942445 h 2323145"/>
              <a:gd name="connsiteX130" fmla="*/ 5531534 w 11269336"/>
              <a:gd name="connsiteY130" fmla="*/ 1955208 h 2323145"/>
              <a:gd name="connsiteX131" fmla="*/ 5526552 w 11269336"/>
              <a:gd name="connsiteY131" fmla="*/ 1954799 h 2323145"/>
              <a:gd name="connsiteX132" fmla="*/ 5504723 w 11269336"/>
              <a:gd name="connsiteY132" fmla="*/ 1965811 h 2323145"/>
              <a:gd name="connsiteX133" fmla="*/ 5493156 w 11269336"/>
              <a:gd name="connsiteY133" fmla="*/ 1970063 h 2323145"/>
              <a:gd name="connsiteX134" fmla="*/ 5490486 w 11269336"/>
              <a:gd name="connsiteY134" fmla="*/ 1974227 h 2323145"/>
              <a:gd name="connsiteX135" fmla="*/ 5473107 w 11269336"/>
              <a:gd name="connsiteY135" fmla="*/ 1979001 h 2323145"/>
              <a:gd name="connsiteX136" fmla="*/ 5470885 w 11269336"/>
              <a:gd name="connsiteY136" fmla="*/ 1978432 h 2323145"/>
              <a:gd name="connsiteX137" fmla="*/ 5457393 w 11269336"/>
              <a:gd name="connsiteY137" fmla="*/ 1986525 h 2323145"/>
              <a:gd name="connsiteX138" fmla="*/ 5447102 w 11269336"/>
              <a:gd name="connsiteY138" fmla="*/ 1998329 h 2323145"/>
              <a:gd name="connsiteX139" fmla="*/ 5159151 w 11269336"/>
              <a:gd name="connsiteY139" fmla="*/ 2029640 h 2323145"/>
              <a:gd name="connsiteX140" fmla="*/ 5041688 w 11269336"/>
              <a:gd name="connsiteY140" fmla="*/ 2022334 h 2323145"/>
              <a:gd name="connsiteX141" fmla="*/ 4860988 w 11269336"/>
              <a:gd name="connsiteY141" fmla="*/ 2135698 h 2323145"/>
              <a:gd name="connsiteX142" fmla="*/ 4807902 w 11269336"/>
              <a:gd name="connsiteY142" fmla="*/ 2138894 h 2323145"/>
              <a:gd name="connsiteX143" fmla="*/ 4765388 w 11269336"/>
              <a:gd name="connsiteY143" fmla="*/ 2162525 h 2323145"/>
              <a:gd name="connsiteX144" fmla="*/ 4745033 w 11269336"/>
              <a:gd name="connsiteY144" fmla="*/ 2158859 h 2323145"/>
              <a:gd name="connsiteX145" fmla="*/ 4741475 w 11269336"/>
              <a:gd name="connsiteY145" fmla="*/ 2157998 h 2323145"/>
              <a:gd name="connsiteX146" fmla="*/ 4728247 w 11269336"/>
              <a:gd name="connsiteY146" fmla="*/ 2159526 h 2323145"/>
              <a:gd name="connsiteX147" fmla="*/ 4723263 w 11269336"/>
              <a:gd name="connsiteY147" fmla="*/ 2153742 h 2323145"/>
              <a:gd name="connsiteX148" fmla="*/ 4702453 w 11269336"/>
              <a:gd name="connsiteY148" fmla="*/ 2151586 h 2323145"/>
              <a:gd name="connsiteX149" fmla="*/ 4678455 w 11269336"/>
              <a:gd name="connsiteY149" fmla="*/ 2156131 h 2323145"/>
              <a:gd name="connsiteX150" fmla="*/ 4593061 w 11269336"/>
              <a:gd name="connsiteY150" fmla="*/ 2171597 h 2323145"/>
              <a:gd name="connsiteX151" fmla="*/ 4579902 w 11269336"/>
              <a:gd name="connsiteY151" fmla="*/ 2177927 h 2323145"/>
              <a:gd name="connsiteX152" fmla="*/ 4533444 w 11269336"/>
              <a:gd name="connsiteY152" fmla="*/ 2181200 h 2323145"/>
              <a:gd name="connsiteX153" fmla="*/ 4492832 w 11269336"/>
              <a:gd name="connsiteY153" fmla="*/ 2188033 h 2323145"/>
              <a:gd name="connsiteX154" fmla="*/ 4467257 w 11269336"/>
              <a:gd name="connsiteY154" fmla="*/ 2196121 h 2323145"/>
              <a:gd name="connsiteX155" fmla="*/ 4459937 w 11269336"/>
              <a:gd name="connsiteY155" fmla="*/ 2195182 h 2323145"/>
              <a:gd name="connsiteX156" fmla="*/ 4433312 w 11269336"/>
              <a:gd name="connsiteY156" fmla="*/ 2199004 h 2323145"/>
              <a:gd name="connsiteX157" fmla="*/ 4420601 w 11269336"/>
              <a:gd name="connsiteY157" fmla="*/ 2205158 h 2323145"/>
              <a:gd name="connsiteX158" fmla="*/ 4405765 w 11269336"/>
              <a:gd name="connsiteY158" fmla="*/ 2199902 h 2323145"/>
              <a:gd name="connsiteX159" fmla="*/ 4401354 w 11269336"/>
              <a:gd name="connsiteY159" fmla="*/ 2194745 h 2323145"/>
              <a:gd name="connsiteX160" fmla="*/ 4383151 w 11269336"/>
              <a:gd name="connsiteY160" fmla="*/ 2201140 h 2323145"/>
              <a:gd name="connsiteX161" fmla="*/ 4366646 w 11269336"/>
              <a:gd name="connsiteY161" fmla="*/ 2198564 h 2323145"/>
              <a:gd name="connsiteX162" fmla="*/ 4354009 w 11269336"/>
              <a:gd name="connsiteY162" fmla="*/ 2204984 h 2323145"/>
              <a:gd name="connsiteX163" fmla="*/ 4348284 w 11269336"/>
              <a:gd name="connsiteY163" fmla="*/ 2205270 h 2323145"/>
              <a:gd name="connsiteX164" fmla="*/ 4333906 w 11269336"/>
              <a:gd name="connsiteY164" fmla="*/ 2205251 h 2323145"/>
              <a:gd name="connsiteX165" fmla="*/ 4308819 w 11269336"/>
              <a:gd name="connsiteY165" fmla="*/ 2203822 h 2323145"/>
              <a:gd name="connsiteX166" fmla="*/ 4301210 w 11269336"/>
              <a:gd name="connsiteY166" fmla="*/ 2204456 h 2323145"/>
              <a:gd name="connsiteX167" fmla="*/ 4283095 w 11269336"/>
              <a:gd name="connsiteY167" fmla="*/ 2198177 h 2323145"/>
              <a:gd name="connsiteX168" fmla="*/ 4250119 w 11269336"/>
              <a:gd name="connsiteY168" fmla="*/ 2196342 h 2323145"/>
              <a:gd name="connsiteX169" fmla="*/ 4189203 w 11269336"/>
              <a:gd name="connsiteY169" fmla="*/ 2178994 h 2323145"/>
              <a:gd name="connsiteX170" fmla="*/ 4154035 w 11269336"/>
              <a:gd name="connsiteY170" fmla="*/ 2171950 h 2323145"/>
              <a:gd name="connsiteX171" fmla="*/ 4129569 w 11269336"/>
              <a:gd name="connsiteY171" fmla="*/ 2163850 h 2323145"/>
              <a:gd name="connsiteX172" fmla="*/ 4061250 w 11269336"/>
              <a:gd name="connsiteY172" fmla="*/ 2159236 h 2323145"/>
              <a:gd name="connsiteX173" fmla="*/ 3945480 w 11269336"/>
              <a:gd name="connsiteY173" fmla="*/ 2158279 h 2323145"/>
              <a:gd name="connsiteX174" fmla="*/ 3921468 w 11269336"/>
              <a:gd name="connsiteY174" fmla="*/ 2156588 h 2323145"/>
              <a:gd name="connsiteX175" fmla="*/ 3903348 w 11269336"/>
              <a:gd name="connsiteY175" fmla="*/ 2149220 h 2323145"/>
              <a:gd name="connsiteX176" fmla="*/ 3901342 w 11269336"/>
              <a:gd name="connsiteY176" fmla="*/ 2142355 h 2323145"/>
              <a:gd name="connsiteX177" fmla="*/ 3888539 w 11269336"/>
              <a:gd name="connsiteY177" fmla="*/ 2140476 h 2323145"/>
              <a:gd name="connsiteX178" fmla="*/ 3885662 w 11269336"/>
              <a:gd name="connsiteY178" fmla="*/ 2138740 h 2323145"/>
              <a:gd name="connsiteX179" fmla="*/ 3868627 w 11269336"/>
              <a:gd name="connsiteY179" fmla="*/ 2130023 h 2323145"/>
              <a:gd name="connsiteX180" fmla="*/ 3819177 w 11269336"/>
              <a:gd name="connsiteY180" fmla="*/ 2142111 h 2323145"/>
              <a:gd name="connsiteX181" fmla="*/ 3769100 w 11269336"/>
              <a:gd name="connsiteY181" fmla="*/ 2131731 h 2323145"/>
              <a:gd name="connsiteX182" fmla="*/ 3562752 w 11269336"/>
              <a:gd name="connsiteY182" fmla="*/ 2131785 h 2323145"/>
              <a:gd name="connsiteX183" fmla="*/ 3541402 w 11269336"/>
              <a:gd name="connsiteY183" fmla="*/ 2106821 h 2323145"/>
              <a:gd name="connsiteX184" fmla="*/ 3460591 w 11269336"/>
              <a:gd name="connsiteY184" fmla="*/ 2097951 h 2323145"/>
              <a:gd name="connsiteX185" fmla="*/ 3320348 w 11269336"/>
              <a:gd name="connsiteY185" fmla="*/ 2130191 h 2323145"/>
              <a:gd name="connsiteX186" fmla="*/ 3170922 w 11269336"/>
              <a:gd name="connsiteY186" fmla="*/ 2115957 h 2323145"/>
              <a:gd name="connsiteX187" fmla="*/ 3156256 w 11269336"/>
              <a:gd name="connsiteY187" fmla="*/ 2124773 h 2323145"/>
              <a:gd name="connsiteX188" fmla="*/ 3140298 w 11269336"/>
              <a:gd name="connsiteY188" fmla="*/ 2129182 h 2323145"/>
              <a:gd name="connsiteX189" fmla="*/ 3138514 w 11269336"/>
              <a:gd name="connsiteY189" fmla="*/ 2128069 h 2323145"/>
              <a:gd name="connsiteX190" fmla="*/ 3120467 w 11269336"/>
              <a:gd name="connsiteY190" fmla="*/ 2128281 h 2323145"/>
              <a:gd name="connsiteX191" fmla="*/ 3116175 w 11269336"/>
              <a:gd name="connsiteY191" fmla="*/ 2131633 h 2323145"/>
              <a:gd name="connsiteX192" fmla="*/ 3103685 w 11269336"/>
              <a:gd name="connsiteY192" fmla="*/ 2132814 h 2323145"/>
              <a:gd name="connsiteX193" fmla="*/ 3078794 w 11269336"/>
              <a:gd name="connsiteY193" fmla="*/ 2137935 h 2323145"/>
              <a:gd name="connsiteX194" fmla="*/ 3074407 w 11269336"/>
              <a:gd name="connsiteY194" fmla="*/ 2136274 h 2323145"/>
              <a:gd name="connsiteX195" fmla="*/ 3037285 w 11269336"/>
              <a:gd name="connsiteY195" fmla="*/ 2139919 h 2323145"/>
              <a:gd name="connsiteX196" fmla="*/ 3036901 w 11269336"/>
              <a:gd name="connsiteY196" fmla="*/ 2138726 h 2323145"/>
              <a:gd name="connsiteX197" fmla="*/ 3026996 w 11269336"/>
              <a:gd name="connsiteY197" fmla="*/ 2134322 h 2323145"/>
              <a:gd name="connsiteX198" fmla="*/ 3007772 w 11269336"/>
              <a:gd name="connsiteY198" fmla="*/ 2128742 h 2323145"/>
              <a:gd name="connsiteX199" fmla="*/ 2965030 w 11269336"/>
              <a:gd name="connsiteY199" fmla="*/ 2100494 h 2323145"/>
              <a:gd name="connsiteX200" fmla="*/ 2926342 w 11269336"/>
              <a:gd name="connsiteY200" fmla="*/ 2104155 h 2323145"/>
              <a:gd name="connsiteX201" fmla="*/ 2918608 w 11269336"/>
              <a:gd name="connsiteY201" fmla="*/ 2104215 h 2323145"/>
              <a:gd name="connsiteX202" fmla="*/ 2918475 w 11269336"/>
              <a:gd name="connsiteY202" fmla="*/ 2103937 h 2323145"/>
              <a:gd name="connsiteX203" fmla="*/ 2910360 w 11269336"/>
              <a:gd name="connsiteY203" fmla="*/ 2103444 h 2323145"/>
              <a:gd name="connsiteX204" fmla="*/ 2904507 w 11269336"/>
              <a:gd name="connsiteY204" fmla="*/ 2104326 h 2323145"/>
              <a:gd name="connsiteX205" fmla="*/ 2889503 w 11269336"/>
              <a:gd name="connsiteY205" fmla="*/ 2104443 h 2323145"/>
              <a:gd name="connsiteX206" fmla="*/ 2884480 w 11269336"/>
              <a:gd name="connsiteY206" fmla="*/ 2102626 h 2323145"/>
              <a:gd name="connsiteX207" fmla="*/ 2882689 w 11269336"/>
              <a:gd name="connsiteY207" fmla="*/ 2099228 h 2323145"/>
              <a:gd name="connsiteX208" fmla="*/ 2881291 w 11269336"/>
              <a:gd name="connsiteY208" fmla="*/ 2099618 h 2323145"/>
              <a:gd name="connsiteX209" fmla="*/ 2853979 w 11269336"/>
              <a:gd name="connsiteY209" fmla="*/ 2090388 h 2323145"/>
              <a:gd name="connsiteX210" fmla="*/ 2791790 w 11269336"/>
              <a:gd name="connsiteY210" fmla="*/ 2080332 h 2323145"/>
              <a:gd name="connsiteX211" fmla="*/ 2755844 w 11269336"/>
              <a:gd name="connsiteY211" fmla="*/ 2078874 h 2323145"/>
              <a:gd name="connsiteX212" fmla="*/ 2657742 w 11269336"/>
              <a:gd name="connsiteY212" fmla="*/ 2070179 h 2323145"/>
              <a:gd name="connsiteX213" fmla="*/ 2559549 w 11269336"/>
              <a:gd name="connsiteY213" fmla="*/ 2057873 h 2323145"/>
              <a:gd name="connsiteX214" fmla="*/ 2512054 w 11269336"/>
              <a:gd name="connsiteY214" fmla="*/ 2031671 h 2323145"/>
              <a:gd name="connsiteX215" fmla="*/ 2506437 w 11269336"/>
              <a:gd name="connsiteY215" fmla="*/ 2030918 h 2323145"/>
              <a:gd name="connsiteX216" fmla="*/ 2491752 w 11269336"/>
              <a:gd name="connsiteY216" fmla="*/ 2033906 h 2323145"/>
              <a:gd name="connsiteX217" fmla="*/ 2486338 w 11269336"/>
              <a:gd name="connsiteY217" fmla="*/ 2035862 h 2323145"/>
              <a:gd name="connsiteX218" fmla="*/ 2478186 w 11269336"/>
              <a:gd name="connsiteY218" fmla="*/ 2036953 h 2323145"/>
              <a:gd name="connsiteX219" fmla="*/ 2477950 w 11269336"/>
              <a:gd name="connsiteY219" fmla="*/ 2036715 h 2323145"/>
              <a:gd name="connsiteX220" fmla="*/ 2470381 w 11269336"/>
              <a:gd name="connsiteY220" fmla="*/ 2038256 h 2323145"/>
              <a:gd name="connsiteX221" fmla="*/ 2433781 w 11269336"/>
              <a:gd name="connsiteY221" fmla="*/ 2049140 h 2323145"/>
              <a:gd name="connsiteX222" fmla="*/ 2381172 w 11269336"/>
              <a:gd name="connsiteY222" fmla="*/ 2030645 h 2323145"/>
              <a:gd name="connsiteX223" fmla="*/ 2360198 w 11269336"/>
              <a:gd name="connsiteY223" fmla="*/ 2029059 h 2323145"/>
              <a:gd name="connsiteX224" fmla="*/ 2348815 w 11269336"/>
              <a:gd name="connsiteY224" fmla="*/ 2026798 h 2323145"/>
              <a:gd name="connsiteX225" fmla="*/ 2347988 w 11269336"/>
              <a:gd name="connsiteY225" fmla="*/ 2025745 h 2323145"/>
              <a:gd name="connsiteX226" fmla="*/ 2312920 w 11269336"/>
              <a:gd name="connsiteY226" fmla="*/ 2036311 h 2323145"/>
              <a:gd name="connsiteX227" fmla="*/ 2307986 w 11269336"/>
              <a:gd name="connsiteY227" fmla="*/ 2035583 h 2323145"/>
              <a:gd name="connsiteX228" fmla="*/ 2285481 w 11269336"/>
              <a:gd name="connsiteY228" fmla="*/ 2045197 h 2323145"/>
              <a:gd name="connsiteX229" fmla="*/ 2273666 w 11269336"/>
              <a:gd name="connsiteY229" fmla="*/ 2048710 h 2323145"/>
              <a:gd name="connsiteX230" fmla="*/ 2270719 w 11269336"/>
              <a:gd name="connsiteY230" fmla="*/ 2052702 h 2323145"/>
              <a:gd name="connsiteX231" fmla="*/ 2253080 w 11269336"/>
              <a:gd name="connsiteY231" fmla="*/ 2056363 h 2323145"/>
              <a:gd name="connsiteX232" fmla="*/ 2250906 w 11269336"/>
              <a:gd name="connsiteY232" fmla="*/ 2055654 h 2323145"/>
              <a:gd name="connsiteX233" fmla="*/ 2236905 w 11269336"/>
              <a:gd name="connsiteY233" fmla="*/ 2062882 h 2323145"/>
              <a:gd name="connsiteX234" fmla="*/ 2225830 w 11269336"/>
              <a:gd name="connsiteY234" fmla="*/ 2074027 h 2323145"/>
              <a:gd name="connsiteX235" fmla="*/ 2073776 w 11269336"/>
              <a:gd name="connsiteY235" fmla="*/ 2089244 h 2323145"/>
              <a:gd name="connsiteX236" fmla="*/ 1948256 w 11269336"/>
              <a:gd name="connsiteY236" fmla="*/ 2146616 h 2323145"/>
              <a:gd name="connsiteX237" fmla="*/ 1865582 w 11269336"/>
              <a:gd name="connsiteY237" fmla="*/ 2153738 h 2323145"/>
              <a:gd name="connsiteX238" fmla="*/ 1835210 w 11269336"/>
              <a:gd name="connsiteY238" fmla="*/ 2134244 h 2323145"/>
              <a:gd name="connsiteX239" fmla="*/ 1632661 w 11269336"/>
              <a:gd name="connsiteY239" fmla="*/ 2173882 h 2323145"/>
              <a:gd name="connsiteX240" fmla="*/ 1579590 w 11269336"/>
              <a:gd name="connsiteY240" fmla="*/ 2173680 h 2323145"/>
              <a:gd name="connsiteX241" fmla="*/ 1535601 w 11269336"/>
              <a:gd name="connsiteY241" fmla="*/ 2194590 h 2323145"/>
              <a:gd name="connsiteX242" fmla="*/ 1515594 w 11269336"/>
              <a:gd name="connsiteY242" fmla="*/ 2189622 h 2323145"/>
              <a:gd name="connsiteX243" fmla="*/ 1512113 w 11269336"/>
              <a:gd name="connsiteY243" fmla="*/ 2188534 h 2323145"/>
              <a:gd name="connsiteX244" fmla="*/ 1498838 w 11269336"/>
              <a:gd name="connsiteY244" fmla="*/ 2189213 h 2323145"/>
              <a:gd name="connsiteX245" fmla="*/ 1494279 w 11269336"/>
              <a:gd name="connsiteY245" fmla="*/ 2183112 h 2323145"/>
              <a:gd name="connsiteX246" fmla="*/ 1473714 w 11269336"/>
              <a:gd name="connsiteY246" fmla="*/ 2179625 h 2323145"/>
              <a:gd name="connsiteX247" fmla="*/ 1449503 w 11269336"/>
              <a:gd name="connsiteY247" fmla="*/ 2182633 h 2323145"/>
              <a:gd name="connsiteX248" fmla="*/ 1335495 w 11269336"/>
              <a:gd name="connsiteY248" fmla="*/ 2203940 h 2323145"/>
              <a:gd name="connsiteX249" fmla="*/ 1266687 w 11269336"/>
              <a:gd name="connsiteY249" fmla="*/ 2212688 h 2323145"/>
              <a:gd name="connsiteX250" fmla="*/ 1239614 w 11269336"/>
              <a:gd name="connsiteY250" fmla="*/ 2209727 h 2323145"/>
              <a:gd name="connsiteX251" fmla="*/ 1202436 w 11269336"/>
              <a:gd name="connsiteY251" fmla="*/ 2209817 h 2323145"/>
              <a:gd name="connsiteX252" fmla="*/ 1136097 w 11269336"/>
              <a:gd name="connsiteY252" fmla="*/ 2205112 h 2323145"/>
              <a:gd name="connsiteX253" fmla="*/ 1048229 w 11269336"/>
              <a:gd name="connsiteY253" fmla="*/ 2207249 h 2323145"/>
              <a:gd name="connsiteX254" fmla="*/ 988232 w 11269336"/>
              <a:gd name="connsiteY254" fmla="*/ 2235635 h 2323145"/>
              <a:gd name="connsiteX255" fmla="*/ 981959 w 11269336"/>
              <a:gd name="connsiteY255" fmla="*/ 2231607 h 2323145"/>
              <a:gd name="connsiteX256" fmla="*/ 938600 w 11269336"/>
              <a:gd name="connsiteY256" fmla="*/ 2238113 h 2323145"/>
              <a:gd name="connsiteX257" fmla="*/ 791788 w 11269336"/>
              <a:gd name="connsiteY257" fmla="*/ 2293224 h 2323145"/>
              <a:gd name="connsiteX258" fmla="*/ 706914 w 11269336"/>
              <a:gd name="connsiteY258" fmla="*/ 2305046 h 2323145"/>
              <a:gd name="connsiteX259" fmla="*/ 675971 w 11269336"/>
              <a:gd name="connsiteY259" fmla="*/ 2304030 h 2323145"/>
              <a:gd name="connsiteX260" fmla="*/ 624180 w 11269336"/>
              <a:gd name="connsiteY260" fmla="*/ 2302650 h 2323145"/>
              <a:gd name="connsiteX261" fmla="*/ 583453 w 11269336"/>
              <a:gd name="connsiteY261" fmla="*/ 2288788 h 2323145"/>
              <a:gd name="connsiteX262" fmla="*/ 540946 w 11269336"/>
              <a:gd name="connsiteY262" fmla="*/ 2292721 h 2323145"/>
              <a:gd name="connsiteX263" fmla="*/ 533680 w 11269336"/>
              <a:gd name="connsiteY263" fmla="*/ 2310233 h 2323145"/>
              <a:gd name="connsiteX264" fmla="*/ 487366 w 11269336"/>
              <a:gd name="connsiteY264" fmla="*/ 2309053 h 2323145"/>
              <a:gd name="connsiteX265" fmla="*/ 416820 w 11269336"/>
              <a:gd name="connsiteY265" fmla="*/ 2305443 h 2323145"/>
              <a:gd name="connsiteX266" fmla="*/ 376805 w 11269336"/>
              <a:gd name="connsiteY266" fmla="*/ 2307647 h 2323145"/>
              <a:gd name="connsiteX267" fmla="*/ 266777 w 11269336"/>
              <a:gd name="connsiteY267" fmla="*/ 2309012 h 2323145"/>
              <a:gd name="connsiteX268" fmla="*/ 156013 w 11269336"/>
              <a:gd name="connsiteY268" fmla="*/ 2306832 h 2323145"/>
              <a:gd name="connsiteX269" fmla="*/ 87258 w 11269336"/>
              <a:gd name="connsiteY269" fmla="*/ 2285511 h 2323145"/>
              <a:gd name="connsiteX270" fmla="*/ 23798 w 11269336"/>
              <a:gd name="connsiteY270" fmla="*/ 2281822 h 2323145"/>
              <a:gd name="connsiteX271" fmla="*/ 0 w 11269336"/>
              <a:gd name="connsiteY271" fmla="*/ 2285369 h 2323145"/>
              <a:gd name="connsiteX272" fmla="*/ 0 w 11269336"/>
              <a:gd name="connsiteY272"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742561 w 11269336"/>
              <a:gd name="connsiteY18" fmla="*/ 500437 h 2323145"/>
              <a:gd name="connsiteX19" fmla="*/ 9561831 w 11269336"/>
              <a:gd name="connsiteY19" fmla="*/ 547649 h 2323145"/>
              <a:gd name="connsiteX20" fmla="*/ 9380600 w 11269336"/>
              <a:gd name="connsiteY20" fmla="*/ 549821 h 2323145"/>
              <a:gd name="connsiteX21" fmla="*/ 9139429 w 11269336"/>
              <a:gd name="connsiteY21" fmla="*/ 696446 h 2323145"/>
              <a:gd name="connsiteX22" fmla="*/ 9114263 w 11269336"/>
              <a:gd name="connsiteY22" fmla="*/ 709213 h 2323145"/>
              <a:gd name="connsiteX23" fmla="*/ 9028928 w 11269336"/>
              <a:gd name="connsiteY23" fmla="*/ 745350 h 2323145"/>
              <a:gd name="connsiteX24" fmla="*/ 8977138 w 11269336"/>
              <a:gd name="connsiteY24" fmla="*/ 774970 h 2323145"/>
              <a:gd name="connsiteX25" fmla="*/ 8947030 w 11269336"/>
              <a:gd name="connsiteY25" fmla="*/ 814934 h 2323145"/>
              <a:gd name="connsiteX26" fmla="*/ 8914746 w 11269336"/>
              <a:gd name="connsiteY26" fmla="*/ 826428 h 2323145"/>
              <a:gd name="connsiteX27" fmla="*/ 8917778 w 11269336"/>
              <a:gd name="connsiteY27" fmla="*/ 835198 h 2323145"/>
              <a:gd name="connsiteX28" fmla="*/ 8905560 w 11269336"/>
              <a:gd name="connsiteY28" fmla="*/ 838358 h 2323145"/>
              <a:gd name="connsiteX29" fmla="*/ 8897564 w 11269336"/>
              <a:gd name="connsiteY29" fmla="*/ 834287 h 2323145"/>
              <a:gd name="connsiteX30" fmla="*/ 8878040 w 11269336"/>
              <a:gd name="connsiteY30" fmla="*/ 844150 h 2323145"/>
              <a:gd name="connsiteX31" fmla="*/ 8882654 w 11269336"/>
              <a:gd name="connsiteY31" fmla="*/ 892768 h 2323145"/>
              <a:gd name="connsiteX32" fmla="*/ 8837498 w 11269336"/>
              <a:gd name="connsiteY32" fmla="*/ 885664 h 2323145"/>
              <a:gd name="connsiteX33" fmla="*/ 8795998 w 11269336"/>
              <a:gd name="connsiteY33" fmla="*/ 863337 h 2323145"/>
              <a:gd name="connsiteX34" fmla="*/ 8776970 w 11269336"/>
              <a:gd name="connsiteY34" fmla="*/ 885177 h 2323145"/>
              <a:gd name="connsiteX35" fmla="*/ 8755719 w 11269336"/>
              <a:gd name="connsiteY35" fmla="*/ 889754 h 2323145"/>
              <a:gd name="connsiteX36" fmla="*/ 8743257 w 11269336"/>
              <a:gd name="connsiteY36" fmla="*/ 904723 h 2323145"/>
              <a:gd name="connsiteX37" fmla="*/ 8721366 w 11269336"/>
              <a:gd name="connsiteY37" fmla="*/ 904711 h 2323145"/>
              <a:gd name="connsiteX38" fmla="*/ 8678353 w 11269336"/>
              <a:gd name="connsiteY38" fmla="*/ 926318 h 2323145"/>
              <a:gd name="connsiteX39" fmla="*/ 8636849 w 11269336"/>
              <a:gd name="connsiteY39" fmla="*/ 937900 h 2323145"/>
              <a:gd name="connsiteX40" fmla="*/ 8620213 w 11269336"/>
              <a:gd name="connsiteY40" fmla="*/ 943068 h 2323145"/>
              <a:gd name="connsiteX41" fmla="*/ 8612581 w 11269336"/>
              <a:gd name="connsiteY41" fmla="*/ 952695 h 2323145"/>
              <a:gd name="connsiteX42" fmla="*/ 8589038 w 11269336"/>
              <a:gd name="connsiteY42" fmla="*/ 963892 h 2323145"/>
              <a:gd name="connsiteX43" fmla="*/ 8579950 w 11269336"/>
              <a:gd name="connsiteY43" fmla="*/ 960899 h 2323145"/>
              <a:gd name="connsiteX44" fmla="*/ 8579319 w 11269336"/>
              <a:gd name="connsiteY44" fmla="*/ 965630 h 2323145"/>
              <a:gd name="connsiteX45" fmla="*/ 8547429 w 11269336"/>
              <a:gd name="connsiteY45" fmla="*/ 984506 h 2323145"/>
              <a:gd name="connsiteX46" fmla="*/ 8478704 w 11269336"/>
              <a:gd name="connsiteY46" fmla="*/ 1025490 h 2323145"/>
              <a:gd name="connsiteX47" fmla="*/ 8461421 w 11269336"/>
              <a:gd name="connsiteY47" fmla="*/ 1035512 h 2323145"/>
              <a:gd name="connsiteX48" fmla="*/ 8445003 w 11269336"/>
              <a:gd name="connsiteY48" fmla="*/ 1036851 h 2323145"/>
              <a:gd name="connsiteX49" fmla="*/ 8357350 w 11269336"/>
              <a:gd name="connsiteY49" fmla="*/ 1060213 h 2323145"/>
              <a:gd name="connsiteX50" fmla="*/ 8335565 w 11269336"/>
              <a:gd name="connsiteY50" fmla="*/ 1061151 h 2323145"/>
              <a:gd name="connsiteX51" fmla="*/ 8325267 w 11269336"/>
              <a:gd name="connsiteY51" fmla="*/ 1055919 h 2323145"/>
              <a:gd name="connsiteX52" fmla="*/ 8293586 w 11269336"/>
              <a:gd name="connsiteY52" fmla="*/ 1076144 h 2323145"/>
              <a:gd name="connsiteX53" fmla="*/ 8242405 w 11269336"/>
              <a:gd name="connsiteY53" fmla="*/ 1095960 h 2323145"/>
              <a:gd name="connsiteX54" fmla="*/ 8218531 w 11269336"/>
              <a:gd name="connsiteY54" fmla="*/ 1107622 h 2323145"/>
              <a:gd name="connsiteX55" fmla="*/ 8197391 w 11269336"/>
              <a:gd name="connsiteY55" fmla="*/ 1107746 h 2323145"/>
              <a:gd name="connsiteX56" fmla="*/ 8081474 w 11269336"/>
              <a:gd name="connsiteY56" fmla="*/ 1130125 h 2323145"/>
              <a:gd name="connsiteX57" fmla="*/ 8053585 w 11269336"/>
              <a:gd name="connsiteY57" fmla="*/ 1129169 h 2323145"/>
              <a:gd name="connsiteX58" fmla="*/ 8038422 w 11269336"/>
              <a:gd name="connsiteY58" fmla="*/ 1119092 h 2323145"/>
              <a:gd name="connsiteX59" fmla="*/ 8029450 w 11269336"/>
              <a:gd name="connsiteY59" fmla="*/ 1125592 h 2323145"/>
              <a:gd name="connsiteX60" fmla="*/ 7959552 w 11269336"/>
              <a:gd name="connsiteY60" fmla="*/ 1140188 h 2323145"/>
              <a:gd name="connsiteX61" fmla="*/ 7914188 w 11269336"/>
              <a:gd name="connsiteY61" fmla="*/ 1150862 h 2323145"/>
              <a:gd name="connsiteX62" fmla="*/ 7914918 w 11269336"/>
              <a:gd name="connsiteY62" fmla="*/ 1168758 h 2323145"/>
              <a:gd name="connsiteX63" fmla="*/ 7875510 w 11269336"/>
              <a:gd name="connsiteY63" fmla="*/ 1183153 h 2323145"/>
              <a:gd name="connsiteX64" fmla="*/ 7829932 w 11269336"/>
              <a:gd name="connsiteY64" fmla="*/ 1180782 h 2323145"/>
              <a:gd name="connsiteX65" fmla="*/ 7779182 w 11269336"/>
              <a:gd name="connsiteY65" fmla="*/ 1192665 h 2323145"/>
              <a:gd name="connsiteX66" fmla="*/ 7748774 w 11269336"/>
              <a:gd name="connsiteY66" fmla="*/ 1199586 h 2323145"/>
              <a:gd name="connsiteX67" fmla="*/ 7671846 w 11269336"/>
              <a:gd name="connsiteY67" fmla="*/ 1231966 h 2323145"/>
              <a:gd name="connsiteX68" fmla="*/ 7554146 w 11269336"/>
              <a:gd name="connsiteY68" fmla="*/ 1319748 h 2323145"/>
              <a:gd name="connsiteX69" fmla="*/ 7515052 w 11269336"/>
              <a:gd name="connsiteY69" fmla="*/ 1336718 h 2323145"/>
              <a:gd name="connsiteX70" fmla="*/ 7507193 w 11269336"/>
              <a:gd name="connsiteY70" fmla="*/ 1334617 h 2323145"/>
              <a:gd name="connsiteX71" fmla="*/ 7461694 w 11269336"/>
              <a:gd name="connsiteY71" fmla="*/ 1375866 h 2323145"/>
              <a:gd name="connsiteX72" fmla="*/ 7377571 w 11269336"/>
              <a:gd name="connsiteY72" fmla="*/ 1400128 h 2323145"/>
              <a:gd name="connsiteX73" fmla="*/ 7311261 w 11269336"/>
              <a:gd name="connsiteY73" fmla="*/ 1412652 h 2323145"/>
              <a:gd name="connsiteX74" fmla="*/ 7275307 w 11269336"/>
              <a:gd name="connsiteY74" fmla="*/ 1422171 h 2323145"/>
              <a:gd name="connsiteX75" fmla="*/ 7247783 w 11269336"/>
              <a:gd name="connsiteY75" fmla="*/ 1426330 h 2323145"/>
              <a:gd name="connsiteX76" fmla="*/ 7185047 w 11269336"/>
              <a:gd name="connsiteY76" fmla="*/ 1451812 h 2323145"/>
              <a:gd name="connsiteX77" fmla="*/ 7084117 w 11269336"/>
              <a:gd name="connsiteY77" fmla="*/ 1500281 h 2323145"/>
              <a:gd name="connsiteX78" fmla="*/ 7062011 w 11269336"/>
              <a:gd name="connsiteY78" fmla="*/ 1509183 h 2323145"/>
              <a:gd name="connsiteX79" fmla="*/ 7040555 w 11269336"/>
              <a:gd name="connsiteY79" fmla="*/ 1511207 h 2323145"/>
              <a:gd name="connsiteX80" fmla="*/ 7033438 w 11269336"/>
              <a:gd name="connsiteY80" fmla="*/ 1506772 h 2323145"/>
              <a:gd name="connsiteX81" fmla="*/ 7020886 w 11269336"/>
              <a:gd name="connsiteY81" fmla="*/ 1510764 h 2323145"/>
              <a:gd name="connsiteX82" fmla="*/ 7017033 w 11269336"/>
              <a:gd name="connsiteY82" fmla="*/ 1510650 h 2323145"/>
              <a:gd name="connsiteX83" fmla="*/ 6995460 w 11269336"/>
              <a:gd name="connsiteY83" fmla="*/ 1511173 h 2323145"/>
              <a:gd name="connsiteX84" fmla="*/ 6962144 w 11269336"/>
              <a:gd name="connsiteY84" fmla="*/ 1541508 h 2323145"/>
              <a:gd name="connsiteX85" fmla="*/ 6910674 w 11269336"/>
              <a:gd name="connsiteY85" fmla="*/ 1554793 h 2323145"/>
              <a:gd name="connsiteX86" fmla="*/ 6732152 w 11269336"/>
              <a:gd name="connsiteY86" fmla="*/ 1642538 h 2323145"/>
              <a:gd name="connsiteX87" fmla="*/ 6694106 w 11269336"/>
              <a:gd name="connsiteY87" fmla="*/ 1632377 h 2323145"/>
              <a:gd name="connsiteX88" fmla="*/ 6617223 w 11269336"/>
              <a:gd name="connsiteY88" fmla="*/ 1659889 h 2323145"/>
              <a:gd name="connsiteX89" fmla="*/ 6521138 w 11269336"/>
              <a:gd name="connsiteY89" fmla="*/ 1744340 h 2323145"/>
              <a:gd name="connsiteX90" fmla="*/ 6380677 w 11269336"/>
              <a:gd name="connsiteY90" fmla="*/ 1796883 h 2323145"/>
              <a:gd name="connsiteX91" fmla="*/ 6374897 w 11269336"/>
              <a:gd name="connsiteY91" fmla="*/ 1809910 h 2323145"/>
              <a:gd name="connsiteX92" fmla="*/ 6364545 w 11269336"/>
              <a:gd name="connsiteY92" fmla="*/ 1820090 h 2323145"/>
              <a:gd name="connsiteX93" fmla="*/ 6362126 w 11269336"/>
              <a:gd name="connsiteY93" fmla="*/ 1819991 h 2323145"/>
              <a:gd name="connsiteX94" fmla="*/ 6346673 w 11269336"/>
              <a:gd name="connsiteY94" fmla="*/ 1827824 h 2323145"/>
              <a:gd name="connsiteX95" fmla="*/ 6345588 w 11269336"/>
              <a:gd name="connsiteY95" fmla="*/ 1832232 h 2323145"/>
              <a:gd name="connsiteX96" fmla="*/ 6335708 w 11269336"/>
              <a:gd name="connsiteY96" fmla="*/ 1838451 h 2323145"/>
              <a:gd name="connsiteX97" fmla="*/ 6318182 w 11269336"/>
              <a:gd name="connsiteY97" fmla="*/ 1852975 h 2323145"/>
              <a:gd name="connsiteX98" fmla="*/ 6313084 w 11269336"/>
              <a:gd name="connsiteY98" fmla="*/ 1853561 h 2323145"/>
              <a:gd name="connsiteX99" fmla="*/ 6283816 w 11269336"/>
              <a:gd name="connsiteY99" fmla="*/ 1872148 h 2323145"/>
              <a:gd name="connsiteX100" fmla="*/ 6282550 w 11269336"/>
              <a:gd name="connsiteY100" fmla="*/ 1871392 h 2323145"/>
              <a:gd name="connsiteX101" fmla="*/ 6270527 w 11269336"/>
              <a:gd name="connsiteY101" fmla="*/ 1872208 h 2323145"/>
              <a:gd name="connsiteX102" fmla="*/ 6249518 w 11269336"/>
              <a:gd name="connsiteY102" fmla="*/ 1876079 h 2323145"/>
              <a:gd name="connsiteX103" fmla="*/ 6190386 w 11269336"/>
              <a:gd name="connsiteY103" fmla="*/ 1872478 h 2323145"/>
              <a:gd name="connsiteX104" fmla="*/ 6159777 w 11269336"/>
              <a:gd name="connsiteY104" fmla="*/ 1891745 h 2323145"/>
              <a:gd name="connsiteX105" fmla="*/ 6153131 w 11269336"/>
              <a:gd name="connsiteY105" fmla="*/ 1895079 h 2323145"/>
              <a:gd name="connsiteX106" fmla="*/ 6152798 w 11269336"/>
              <a:gd name="connsiteY106" fmla="*/ 1894920 h 2323145"/>
              <a:gd name="connsiteX107" fmla="*/ 6145388 w 11269336"/>
              <a:gd name="connsiteY107" fmla="*/ 1897990 h 2323145"/>
              <a:gd name="connsiteX108" fmla="*/ 6141014 w 11269336"/>
              <a:gd name="connsiteY108" fmla="*/ 1901155 h 2323145"/>
              <a:gd name="connsiteX109" fmla="*/ 6128122 w 11269336"/>
              <a:gd name="connsiteY109" fmla="*/ 1907623 h 2323145"/>
              <a:gd name="connsiteX110" fmla="*/ 6122351 w 11269336"/>
              <a:gd name="connsiteY110" fmla="*/ 1908359 h 2323145"/>
              <a:gd name="connsiteX111" fmla="*/ 6064750 w 11269336"/>
              <a:gd name="connsiteY111" fmla="*/ 1896394 h 2323145"/>
              <a:gd name="connsiteX112" fmla="*/ 5964230 w 11269336"/>
              <a:gd name="connsiteY112" fmla="*/ 1910038 h 2323145"/>
              <a:gd name="connsiteX113" fmla="*/ 5865399 w 11269336"/>
              <a:gd name="connsiteY113" fmla="*/ 1926966 h 2323145"/>
              <a:gd name="connsiteX114" fmla="*/ 5829951 w 11269336"/>
              <a:gd name="connsiteY114" fmla="*/ 1934755 h 2323145"/>
              <a:gd name="connsiteX115" fmla="*/ 5765285 w 11269336"/>
              <a:gd name="connsiteY115" fmla="*/ 1941322 h 2323145"/>
              <a:gd name="connsiteX116" fmla="*/ 5734750 w 11269336"/>
              <a:gd name="connsiteY116" fmla="*/ 1939793 h 2323145"/>
              <a:gd name="connsiteX117" fmla="*/ 5733569 w 11269336"/>
              <a:gd name="connsiteY117" fmla="*/ 1940505 h 2323145"/>
              <a:gd name="connsiteX118" fmla="*/ 5730329 w 11269336"/>
              <a:gd name="connsiteY118" fmla="*/ 1937845 h 2323145"/>
              <a:gd name="connsiteX119" fmla="*/ 5724661 w 11269336"/>
              <a:gd name="connsiteY119" fmla="*/ 1937455 h 2323145"/>
              <a:gd name="connsiteX120" fmla="*/ 5710186 w 11269336"/>
              <a:gd name="connsiteY120" fmla="*/ 1941370 h 2323145"/>
              <a:gd name="connsiteX121" fmla="*/ 5704910 w 11269336"/>
              <a:gd name="connsiteY121" fmla="*/ 1943663 h 2323145"/>
              <a:gd name="connsiteX122" fmla="*/ 5696836 w 11269336"/>
              <a:gd name="connsiteY122" fmla="*/ 1945271 h 2323145"/>
              <a:gd name="connsiteX123" fmla="*/ 5696583 w 11269336"/>
              <a:gd name="connsiteY123" fmla="*/ 1945050 h 2323145"/>
              <a:gd name="connsiteX124" fmla="*/ 5689123 w 11269336"/>
              <a:gd name="connsiteY124" fmla="*/ 1947067 h 2323145"/>
              <a:gd name="connsiteX125" fmla="*/ 5653291 w 11269336"/>
              <a:gd name="connsiteY125" fmla="*/ 1960245 h 2323145"/>
              <a:gd name="connsiteX126" fmla="*/ 5599385 w 11269336"/>
              <a:gd name="connsiteY126" fmla="*/ 1945198 h 2323145"/>
              <a:gd name="connsiteX127" fmla="*/ 5578300 w 11269336"/>
              <a:gd name="connsiteY127" fmla="*/ 1944963 h 2323145"/>
              <a:gd name="connsiteX128" fmla="*/ 5566758 w 11269336"/>
              <a:gd name="connsiteY128" fmla="*/ 1943441 h 2323145"/>
              <a:gd name="connsiteX129" fmla="*/ 5565857 w 11269336"/>
              <a:gd name="connsiteY129" fmla="*/ 1942445 h 2323145"/>
              <a:gd name="connsiteX130" fmla="*/ 5531534 w 11269336"/>
              <a:gd name="connsiteY130" fmla="*/ 1955208 h 2323145"/>
              <a:gd name="connsiteX131" fmla="*/ 5526552 w 11269336"/>
              <a:gd name="connsiteY131" fmla="*/ 1954799 h 2323145"/>
              <a:gd name="connsiteX132" fmla="*/ 5504723 w 11269336"/>
              <a:gd name="connsiteY132" fmla="*/ 1965811 h 2323145"/>
              <a:gd name="connsiteX133" fmla="*/ 5493156 w 11269336"/>
              <a:gd name="connsiteY133" fmla="*/ 1970063 h 2323145"/>
              <a:gd name="connsiteX134" fmla="*/ 5490486 w 11269336"/>
              <a:gd name="connsiteY134" fmla="*/ 1974227 h 2323145"/>
              <a:gd name="connsiteX135" fmla="*/ 5473107 w 11269336"/>
              <a:gd name="connsiteY135" fmla="*/ 1979001 h 2323145"/>
              <a:gd name="connsiteX136" fmla="*/ 5470885 w 11269336"/>
              <a:gd name="connsiteY136" fmla="*/ 1978432 h 2323145"/>
              <a:gd name="connsiteX137" fmla="*/ 5457393 w 11269336"/>
              <a:gd name="connsiteY137" fmla="*/ 1986525 h 2323145"/>
              <a:gd name="connsiteX138" fmla="*/ 5447102 w 11269336"/>
              <a:gd name="connsiteY138" fmla="*/ 1998329 h 2323145"/>
              <a:gd name="connsiteX139" fmla="*/ 5159151 w 11269336"/>
              <a:gd name="connsiteY139" fmla="*/ 2029640 h 2323145"/>
              <a:gd name="connsiteX140" fmla="*/ 5041688 w 11269336"/>
              <a:gd name="connsiteY140" fmla="*/ 2022334 h 2323145"/>
              <a:gd name="connsiteX141" fmla="*/ 4860988 w 11269336"/>
              <a:gd name="connsiteY141" fmla="*/ 2135698 h 2323145"/>
              <a:gd name="connsiteX142" fmla="*/ 4807902 w 11269336"/>
              <a:gd name="connsiteY142" fmla="*/ 2138894 h 2323145"/>
              <a:gd name="connsiteX143" fmla="*/ 4765388 w 11269336"/>
              <a:gd name="connsiteY143" fmla="*/ 2162525 h 2323145"/>
              <a:gd name="connsiteX144" fmla="*/ 4745033 w 11269336"/>
              <a:gd name="connsiteY144" fmla="*/ 2158859 h 2323145"/>
              <a:gd name="connsiteX145" fmla="*/ 4741475 w 11269336"/>
              <a:gd name="connsiteY145" fmla="*/ 2157998 h 2323145"/>
              <a:gd name="connsiteX146" fmla="*/ 4728247 w 11269336"/>
              <a:gd name="connsiteY146" fmla="*/ 2159526 h 2323145"/>
              <a:gd name="connsiteX147" fmla="*/ 4723263 w 11269336"/>
              <a:gd name="connsiteY147" fmla="*/ 2153742 h 2323145"/>
              <a:gd name="connsiteX148" fmla="*/ 4702453 w 11269336"/>
              <a:gd name="connsiteY148" fmla="*/ 2151586 h 2323145"/>
              <a:gd name="connsiteX149" fmla="*/ 4678455 w 11269336"/>
              <a:gd name="connsiteY149" fmla="*/ 2156131 h 2323145"/>
              <a:gd name="connsiteX150" fmla="*/ 4593061 w 11269336"/>
              <a:gd name="connsiteY150" fmla="*/ 2171597 h 2323145"/>
              <a:gd name="connsiteX151" fmla="*/ 4579902 w 11269336"/>
              <a:gd name="connsiteY151" fmla="*/ 2177927 h 2323145"/>
              <a:gd name="connsiteX152" fmla="*/ 4533444 w 11269336"/>
              <a:gd name="connsiteY152" fmla="*/ 2181200 h 2323145"/>
              <a:gd name="connsiteX153" fmla="*/ 4492832 w 11269336"/>
              <a:gd name="connsiteY153" fmla="*/ 2188033 h 2323145"/>
              <a:gd name="connsiteX154" fmla="*/ 4467257 w 11269336"/>
              <a:gd name="connsiteY154" fmla="*/ 2196121 h 2323145"/>
              <a:gd name="connsiteX155" fmla="*/ 4459937 w 11269336"/>
              <a:gd name="connsiteY155" fmla="*/ 2195182 h 2323145"/>
              <a:gd name="connsiteX156" fmla="*/ 4433312 w 11269336"/>
              <a:gd name="connsiteY156" fmla="*/ 2199004 h 2323145"/>
              <a:gd name="connsiteX157" fmla="*/ 4420601 w 11269336"/>
              <a:gd name="connsiteY157" fmla="*/ 2205158 h 2323145"/>
              <a:gd name="connsiteX158" fmla="*/ 4405765 w 11269336"/>
              <a:gd name="connsiteY158" fmla="*/ 2199902 h 2323145"/>
              <a:gd name="connsiteX159" fmla="*/ 4401354 w 11269336"/>
              <a:gd name="connsiteY159" fmla="*/ 2194745 h 2323145"/>
              <a:gd name="connsiteX160" fmla="*/ 4383151 w 11269336"/>
              <a:gd name="connsiteY160" fmla="*/ 2201140 h 2323145"/>
              <a:gd name="connsiteX161" fmla="*/ 4366646 w 11269336"/>
              <a:gd name="connsiteY161" fmla="*/ 2198564 h 2323145"/>
              <a:gd name="connsiteX162" fmla="*/ 4354009 w 11269336"/>
              <a:gd name="connsiteY162" fmla="*/ 2204984 h 2323145"/>
              <a:gd name="connsiteX163" fmla="*/ 4348284 w 11269336"/>
              <a:gd name="connsiteY163" fmla="*/ 2205270 h 2323145"/>
              <a:gd name="connsiteX164" fmla="*/ 4333906 w 11269336"/>
              <a:gd name="connsiteY164" fmla="*/ 2205251 h 2323145"/>
              <a:gd name="connsiteX165" fmla="*/ 4308819 w 11269336"/>
              <a:gd name="connsiteY165" fmla="*/ 2203822 h 2323145"/>
              <a:gd name="connsiteX166" fmla="*/ 4301210 w 11269336"/>
              <a:gd name="connsiteY166" fmla="*/ 2204456 h 2323145"/>
              <a:gd name="connsiteX167" fmla="*/ 4283095 w 11269336"/>
              <a:gd name="connsiteY167" fmla="*/ 2198177 h 2323145"/>
              <a:gd name="connsiteX168" fmla="*/ 4250119 w 11269336"/>
              <a:gd name="connsiteY168" fmla="*/ 2196342 h 2323145"/>
              <a:gd name="connsiteX169" fmla="*/ 4189203 w 11269336"/>
              <a:gd name="connsiteY169" fmla="*/ 2178994 h 2323145"/>
              <a:gd name="connsiteX170" fmla="*/ 4154035 w 11269336"/>
              <a:gd name="connsiteY170" fmla="*/ 2171950 h 2323145"/>
              <a:gd name="connsiteX171" fmla="*/ 4129569 w 11269336"/>
              <a:gd name="connsiteY171" fmla="*/ 2163850 h 2323145"/>
              <a:gd name="connsiteX172" fmla="*/ 4061250 w 11269336"/>
              <a:gd name="connsiteY172" fmla="*/ 2159236 h 2323145"/>
              <a:gd name="connsiteX173" fmla="*/ 3945480 w 11269336"/>
              <a:gd name="connsiteY173" fmla="*/ 2158279 h 2323145"/>
              <a:gd name="connsiteX174" fmla="*/ 3921468 w 11269336"/>
              <a:gd name="connsiteY174" fmla="*/ 2156588 h 2323145"/>
              <a:gd name="connsiteX175" fmla="*/ 3903348 w 11269336"/>
              <a:gd name="connsiteY175" fmla="*/ 2149220 h 2323145"/>
              <a:gd name="connsiteX176" fmla="*/ 3901342 w 11269336"/>
              <a:gd name="connsiteY176" fmla="*/ 2142355 h 2323145"/>
              <a:gd name="connsiteX177" fmla="*/ 3888539 w 11269336"/>
              <a:gd name="connsiteY177" fmla="*/ 2140476 h 2323145"/>
              <a:gd name="connsiteX178" fmla="*/ 3885662 w 11269336"/>
              <a:gd name="connsiteY178" fmla="*/ 2138740 h 2323145"/>
              <a:gd name="connsiteX179" fmla="*/ 3868627 w 11269336"/>
              <a:gd name="connsiteY179" fmla="*/ 2130023 h 2323145"/>
              <a:gd name="connsiteX180" fmla="*/ 3819177 w 11269336"/>
              <a:gd name="connsiteY180" fmla="*/ 2142111 h 2323145"/>
              <a:gd name="connsiteX181" fmla="*/ 3769100 w 11269336"/>
              <a:gd name="connsiteY181" fmla="*/ 2131731 h 2323145"/>
              <a:gd name="connsiteX182" fmla="*/ 3562752 w 11269336"/>
              <a:gd name="connsiteY182" fmla="*/ 2131785 h 2323145"/>
              <a:gd name="connsiteX183" fmla="*/ 3541402 w 11269336"/>
              <a:gd name="connsiteY183" fmla="*/ 2106821 h 2323145"/>
              <a:gd name="connsiteX184" fmla="*/ 3460591 w 11269336"/>
              <a:gd name="connsiteY184" fmla="*/ 2097951 h 2323145"/>
              <a:gd name="connsiteX185" fmla="*/ 3170922 w 11269336"/>
              <a:gd name="connsiteY185" fmla="*/ 2115957 h 2323145"/>
              <a:gd name="connsiteX186" fmla="*/ 3156256 w 11269336"/>
              <a:gd name="connsiteY186" fmla="*/ 2124773 h 2323145"/>
              <a:gd name="connsiteX187" fmla="*/ 3140298 w 11269336"/>
              <a:gd name="connsiteY187" fmla="*/ 2129182 h 2323145"/>
              <a:gd name="connsiteX188" fmla="*/ 3138514 w 11269336"/>
              <a:gd name="connsiteY188" fmla="*/ 2128069 h 2323145"/>
              <a:gd name="connsiteX189" fmla="*/ 3120467 w 11269336"/>
              <a:gd name="connsiteY189" fmla="*/ 2128281 h 2323145"/>
              <a:gd name="connsiteX190" fmla="*/ 3116175 w 11269336"/>
              <a:gd name="connsiteY190" fmla="*/ 2131633 h 2323145"/>
              <a:gd name="connsiteX191" fmla="*/ 3103685 w 11269336"/>
              <a:gd name="connsiteY191" fmla="*/ 2132814 h 2323145"/>
              <a:gd name="connsiteX192" fmla="*/ 3078794 w 11269336"/>
              <a:gd name="connsiteY192" fmla="*/ 2137935 h 2323145"/>
              <a:gd name="connsiteX193" fmla="*/ 3074407 w 11269336"/>
              <a:gd name="connsiteY193" fmla="*/ 2136274 h 2323145"/>
              <a:gd name="connsiteX194" fmla="*/ 3037285 w 11269336"/>
              <a:gd name="connsiteY194" fmla="*/ 2139919 h 2323145"/>
              <a:gd name="connsiteX195" fmla="*/ 3036901 w 11269336"/>
              <a:gd name="connsiteY195" fmla="*/ 2138726 h 2323145"/>
              <a:gd name="connsiteX196" fmla="*/ 3026996 w 11269336"/>
              <a:gd name="connsiteY196" fmla="*/ 2134322 h 2323145"/>
              <a:gd name="connsiteX197" fmla="*/ 3007772 w 11269336"/>
              <a:gd name="connsiteY197" fmla="*/ 2128742 h 2323145"/>
              <a:gd name="connsiteX198" fmla="*/ 2965030 w 11269336"/>
              <a:gd name="connsiteY198" fmla="*/ 2100494 h 2323145"/>
              <a:gd name="connsiteX199" fmla="*/ 2926342 w 11269336"/>
              <a:gd name="connsiteY199" fmla="*/ 2104155 h 2323145"/>
              <a:gd name="connsiteX200" fmla="*/ 2918608 w 11269336"/>
              <a:gd name="connsiteY200" fmla="*/ 2104215 h 2323145"/>
              <a:gd name="connsiteX201" fmla="*/ 2918475 w 11269336"/>
              <a:gd name="connsiteY201" fmla="*/ 2103937 h 2323145"/>
              <a:gd name="connsiteX202" fmla="*/ 2910360 w 11269336"/>
              <a:gd name="connsiteY202" fmla="*/ 2103444 h 2323145"/>
              <a:gd name="connsiteX203" fmla="*/ 2904507 w 11269336"/>
              <a:gd name="connsiteY203" fmla="*/ 2104326 h 2323145"/>
              <a:gd name="connsiteX204" fmla="*/ 2889503 w 11269336"/>
              <a:gd name="connsiteY204" fmla="*/ 2104443 h 2323145"/>
              <a:gd name="connsiteX205" fmla="*/ 2884480 w 11269336"/>
              <a:gd name="connsiteY205" fmla="*/ 2102626 h 2323145"/>
              <a:gd name="connsiteX206" fmla="*/ 2882689 w 11269336"/>
              <a:gd name="connsiteY206" fmla="*/ 2099228 h 2323145"/>
              <a:gd name="connsiteX207" fmla="*/ 2881291 w 11269336"/>
              <a:gd name="connsiteY207" fmla="*/ 2099618 h 2323145"/>
              <a:gd name="connsiteX208" fmla="*/ 2853979 w 11269336"/>
              <a:gd name="connsiteY208" fmla="*/ 2090388 h 2323145"/>
              <a:gd name="connsiteX209" fmla="*/ 2791790 w 11269336"/>
              <a:gd name="connsiteY209" fmla="*/ 2080332 h 2323145"/>
              <a:gd name="connsiteX210" fmla="*/ 2755844 w 11269336"/>
              <a:gd name="connsiteY210" fmla="*/ 2078874 h 2323145"/>
              <a:gd name="connsiteX211" fmla="*/ 2657742 w 11269336"/>
              <a:gd name="connsiteY211" fmla="*/ 2070179 h 2323145"/>
              <a:gd name="connsiteX212" fmla="*/ 2559549 w 11269336"/>
              <a:gd name="connsiteY212" fmla="*/ 2057873 h 2323145"/>
              <a:gd name="connsiteX213" fmla="*/ 2512054 w 11269336"/>
              <a:gd name="connsiteY213" fmla="*/ 2031671 h 2323145"/>
              <a:gd name="connsiteX214" fmla="*/ 2506437 w 11269336"/>
              <a:gd name="connsiteY214" fmla="*/ 2030918 h 2323145"/>
              <a:gd name="connsiteX215" fmla="*/ 2491752 w 11269336"/>
              <a:gd name="connsiteY215" fmla="*/ 2033906 h 2323145"/>
              <a:gd name="connsiteX216" fmla="*/ 2486338 w 11269336"/>
              <a:gd name="connsiteY216" fmla="*/ 2035862 h 2323145"/>
              <a:gd name="connsiteX217" fmla="*/ 2478186 w 11269336"/>
              <a:gd name="connsiteY217" fmla="*/ 2036953 h 2323145"/>
              <a:gd name="connsiteX218" fmla="*/ 2477950 w 11269336"/>
              <a:gd name="connsiteY218" fmla="*/ 2036715 h 2323145"/>
              <a:gd name="connsiteX219" fmla="*/ 2470381 w 11269336"/>
              <a:gd name="connsiteY219" fmla="*/ 2038256 h 2323145"/>
              <a:gd name="connsiteX220" fmla="*/ 2433781 w 11269336"/>
              <a:gd name="connsiteY220" fmla="*/ 2049140 h 2323145"/>
              <a:gd name="connsiteX221" fmla="*/ 2381172 w 11269336"/>
              <a:gd name="connsiteY221" fmla="*/ 2030645 h 2323145"/>
              <a:gd name="connsiteX222" fmla="*/ 2360198 w 11269336"/>
              <a:gd name="connsiteY222" fmla="*/ 2029059 h 2323145"/>
              <a:gd name="connsiteX223" fmla="*/ 2348815 w 11269336"/>
              <a:gd name="connsiteY223" fmla="*/ 2026798 h 2323145"/>
              <a:gd name="connsiteX224" fmla="*/ 2347988 w 11269336"/>
              <a:gd name="connsiteY224" fmla="*/ 2025745 h 2323145"/>
              <a:gd name="connsiteX225" fmla="*/ 2312920 w 11269336"/>
              <a:gd name="connsiteY225" fmla="*/ 2036311 h 2323145"/>
              <a:gd name="connsiteX226" fmla="*/ 2307986 w 11269336"/>
              <a:gd name="connsiteY226" fmla="*/ 2035583 h 2323145"/>
              <a:gd name="connsiteX227" fmla="*/ 2285481 w 11269336"/>
              <a:gd name="connsiteY227" fmla="*/ 2045197 h 2323145"/>
              <a:gd name="connsiteX228" fmla="*/ 2273666 w 11269336"/>
              <a:gd name="connsiteY228" fmla="*/ 2048710 h 2323145"/>
              <a:gd name="connsiteX229" fmla="*/ 2270719 w 11269336"/>
              <a:gd name="connsiteY229" fmla="*/ 2052702 h 2323145"/>
              <a:gd name="connsiteX230" fmla="*/ 2253080 w 11269336"/>
              <a:gd name="connsiteY230" fmla="*/ 2056363 h 2323145"/>
              <a:gd name="connsiteX231" fmla="*/ 2250906 w 11269336"/>
              <a:gd name="connsiteY231" fmla="*/ 2055654 h 2323145"/>
              <a:gd name="connsiteX232" fmla="*/ 2236905 w 11269336"/>
              <a:gd name="connsiteY232" fmla="*/ 2062882 h 2323145"/>
              <a:gd name="connsiteX233" fmla="*/ 2225830 w 11269336"/>
              <a:gd name="connsiteY233" fmla="*/ 2074027 h 2323145"/>
              <a:gd name="connsiteX234" fmla="*/ 2073776 w 11269336"/>
              <a:gd name="connsiteY234" fmla="*/ 2089244 h 2323145"/>
              <a:gd name="connsiteX235" fmla="*/ 1948256 w 11269336"/>
              <a:gd name="connsiteY235" fmla="*/ 2146616 h 2323145"/>
              <a:gd name="connsiteX236" fmla="*/ 1865582 w 11269336"/>
              <a:gd name="connsiteY236" fmla="*/ 2153738 h 2323145"/>
              <a:gd name="connsiteX237" fmla="*/ 1835210 w 11269336"/>
              <a:gd name="connsiteY237" fmla="*/ 2134244 h 2323145"/>
              <a:gd name="connsiteX238" fmla="*/ 1632661 w 11269336"/>
              <a:gd name="connsiteY238" fmla="*/ 2173882 h 2323145"/>
              <a:gd name="connsiteX239" fmla="*/ 1579590 w 11269336"/>
              <a:gd name="connsiteY239" fmla="*/ 2173680 h 2323145"/>
              <a:gd name="connsiteX240" fmla="*/ 1535601 w 11269336"/>
              <a:gd name="connsiteY240" fmla="*/ 2194590 h 2323145"/>
              <a:gd name="connsiteX241" fmla="*/ 1515594 w 11269336"/>
              <a:gd name="connsiteY241" fmla="*/ 2189622 h 2323145"/>
              <a:gd name="connsiteX242" fmla="*/ 1512113 w 11269336"/>
              <a:gd name="connsiteY242" fmla="*/ 2188534 h 2323145"/>
              <a:gd name="connsiteX243" fmla="*/ 1498838 w 11269336"/>
              <a:gd name="connsiteY243" fmla="*/ 2189213 h 2323145"/>
              <a:gd name="connsiteX244" fmla="*/ 1494279 w 11269336"/>
              <a:gd name="connsiteY244" fmla="*/ 2183112 h 2323145"/>
              <a:gd name="connsiteX245" fmla="*/ 1473714 w 11269336"/>
              <a:gd name="connsiteY245" fmla="*/ 2179625 h 2323145"/>
              <a:gd name="connsiteX246" fmla="*/ 1449503 w 11269336"/>
              <a:gd name="connsiteY246" fmla="*/ 2182633 h 2323145"/>
              <a:gd name="connsiteX247" fmla="*/ 1335495 w 11269336"/>
              <a:gd name="connsiteY247" fmla="*/ 2203940 h 2323145"/>
              <a:gd name="connsiteX248" fmla="*/ 1266687 w 11269336"/>
              <a:gd name="connsiteY248" fmla="*/ 2212688 h 2323145"/>
              <a:gd name="connsiteX249" fmla="*/ 1239614 w 11269336"/>
              <a:gd name="connsiteY249" fmla="*/ 2209727 h 2323145"/>
              <a:gd name="connsiteX250" fmla="*/ 1202436 w 11269336"/>
              <a:gd name="connsiteY250" fmla="*/ 2209817 h 2323145"/>
              <a:gd name="connsiteX251" fmla="*/ 1136097 w 11269336"/>
              <a:gd name="connsiteY251" fmla="*/ 2205112 h 2323145"/>
              <a:gd name="connsiteX252" fmla="*/ 1048229 w 11269336"/>
              <a:gd name="connsiteY252" fmla="*/ 2207249 h 2323145"/>
              <a:gd name="connsiteX253" fmla="*/ 988232 w 11269336"/>
              <a:gd name="connsiteY253" fmla="*/ 2235635 h 2323145"/>
              <a:gd name="connsiteX254" fmla="*/ 981959 w 11269336"/>
              <a:gd name="connsiteY254" fmla="*/ 2231607 h 2323145"/>
              <a:gd name="connsiteX255" fmla="*/ 938600 w 11269336"/>
              <a:gd name="connsiteY255" fmla="*/ 2238113 h 2323145"/>
              <a:gd name="connsiteX256" fmla="*/ 791788 w 11269336"/>
              <a:gd name="connsiteY256" fmla="*/ 2293224 h 2323145"/>
              <a:gd name="connsiteX257" fmla="*/ 706914 w 11269336"/>
              <a:gd name="connsiteY257" fmla="*/ 2305046 h 2323145"/>
              <a:gd name="connsiteX258" fmla="*/ 675971 w 11269336"/>
              <a:gd name="connsiteY258" fmla="*/ 2304030 h 2323145"/>
              <a:gd name="connsiteX259" fmla="*/ 624180 w 11269336"/>
              <a:gd name="connsiteY259" fmla="*/ 2302650 h 2323145"/>
              <a:gd name="connsiteX260" fmla="*/ 583453 w 11269336"/>
              <a:gd name="connsiteY260" fmla="*/ 2288788 h 2323145"/>
              <a:gd name="connsiteX261" fmla="*/ 540946 w 11269336"/>
              <a:gd name="connsiteY261" fmla="*/ 2292721 h 2323145"/>
              <a:gd name="connsiteX262" fmla="*/ 533680 w 11269336"/>
              <a:gd name="connsiteY262" fmla="*/ 2310233 h 2323145"/>
              <a:gd name="connsiteX263" fmla="*/ 487366 w 11269336"/>
              <a:gd name="connsiteY263" fmla="*/ 2309053 h 2323145"/>
              <a:gd name="connsiteX264" fmla="*/ 416820 w 11269336"/>
              <a:gd name="connsiteY264" fmla="*/ 2305443 h 2323145"/>
              <a:gd name="connsiteX265" fmla="*/ 376805 w 11269336"/>
              <a:gd name="connsiteY265" fmla="*/ 2307647 h 2323145"/>
              <a:gd name="connsiteX266" fmla="*/ 266777 w 11269336"/>
              <a:gd name="connsiteY266" fmla="*/ 2309012 h 2323145"/>
              <a:gd name="connsiteX267" fmla="*/ 156013 w 11269336"/>
              <a:gd name="connsiteY267" fmla="*/ 2306832 h 2323145"/>
              <a:gd name="connsiteX268" fmla="*/ 87258 w 11269336"/>
              <a:gd name="connsiteY268" fmla="*/ 2285511 h 2323145"/>
              <a:gd name="connsiteX269" fmla="*/ 23798 w 11269336"/>
              <a:gd name="connsiteY269" fmla="*/ 2281822 h 2323145"/>
              <a:gd name="connsiteX270" fmla="*/ 0 w 11269336"/>
              <a:gd name="connsiteY270" fmla="*/ 2285369 h 2323145"/>
              <a:gd name="connsiteX271" fmla="*/ 0 w 11269336"/>
              <a:gd name="connsiteY271"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742561 w 11269336"/>
              <a:gd name="connsiteY18" fmla="*/ 500437 h 2323145"/>
              <a:gd name="connsiteX19" fmla="*/ 9561831 w 11269336"/>
              <a:gd name="connsiteY19" fmla="*/ 547649 h 2323145"/>
              <a:gd name="connsiteX20" fmla="*/ 9380600 w 11269336"/>
              <a:gd name="connsiteY20" fmla="*/ 549821 h 2323145"/>
              <a:gd name="connsiteX21" fmla="*/ 9139429 w 11269336"/>
              <a:gd name="connsiteY21" fmla="*/ 696446 h 2323145"/>
              <a:gd name="connsiteX22" fmla="*/ 9114263 w 11269336"/>
              <a:gd name="connsiteY22" fmla="*/ 709213 h 2323145"/>
              <a:gd name="connsiteX23" fmla="*/ 9028928 w 11269336"/>
              <a:gd name="connsiteY23" fmla="*/ 745350 h 2323145"/>
              <a:gd name="connsiteX24" fmla="*/ 8977138 w 11269336"/>
              <a:gd name="connsiteY24" fmla="*/ 774970 h 2323145"/>
              <a:gd name="connsiteX25" fmla="*/ 8947030 w 11269336"/>
              <a:gd name="connsiteY25" fmla="*/ 814934 h 2323145"/>
              <a:gd name="connsiteX26" fmla="*/ 8914746 w 11269336"/>
              <a:gd name="connsiteY26" fmla="*/ 826428 h 2323145"/>
              <a:gd name="connsiteX27" fmla="*/ 8917778 w 11269336"/>
              <a:gd name="connsiteY27" fmla="*/ 835198 h 2323145"/>
              <a:gd name="connsiteX28" fmla="*/ 8905560 w 11269336"/>
              <a:gd name="connsiteY28" fmla="*/ 838358 h 2323145"/>
              <a:gd name="connsiteX29" fmla="*/ 8897564 w 11269336"/>
              <a:gd name="connsiteY29" fmla="*/ 834287 h 2323145"/>
              <a:gd name="connsiteX30" fmla="*/ 8878040 w 11269336"/>
              <a:gd name="connsiteY30" fmla="*/ 844150 h 2323145"/>
              <a:gd name="connsiteX31" fmla="*/ 8882654 w 11269336"/>
              <a:gd name="connsiteY31" fmla="*/ 892768 h 2323145"/>
              <a:gd name="connsiteX32" fmla="*/ 8837498 w 11269336"/>
              <a:gd name="connsiteY32" fmla="*/ 885664 h 2323145"/>
              <a:gd name="connsiteX33" fmla="*/ 8795998 w 11269336"/>
              <a:gd name="connsiteY33" fmla="*/ 863337 h 2323145"/>
              <a:gd name="connsiteX34" fmla="*/ 8776970 w 11269336"/>
              <a:gd name="connsiteY34" fmla="*/ 885177 h 2323145"/>
              <a:gd name="connsiteX35" fmla="*/ 8755719 w 11269336"/>
              <a:gd name="connsiteY35" fmla="*/ 889754 h 2323145"/>
              <a:gd name="connsiteX36" fmla="*/ 8743257 w 11269336"/>
              <a:gd name="connsiteY36" fmla="*/ 904723 h 2323145"/>
              <a:gd name="connsiteX37" fmla="*/ 8721366 w 11269336"/>
              <a:gd name="connsiteY37" fmla="*/ 904711 h 2323145"/>
              <a:gd name="connsiteX38" fmla="*/ 8678353 w 11269336"/>
              <a:gd name="connsiteY38" fmla="*/ 926318 h 2323145"/>
              <a:gd name="connsiteX39" fmla="*/ 8636849 w 11269336"/>
              <a:gd name="connsiteY39" fmla="*/ 937900 h 2323145"/>
              <a:gd name="connsiteX40" fmla="*/ 8620213 w 11269336"/>
              <a:gd name="connsiteY40" fmla="*/ 943068 h 2323145"/>
              <a:gd name="connsiteX41" fmla="*/ 8612581 w 11269336"/>
              <a:gd name="connsiteY41" fmla="*/ 952695 h 2323145"/>
              <a:gd name="connsiteX42" fmla="*/ 8589038 w 11269336"/>
              <a:gd name="connsiteY42" fmla="*/ 963892 h 2323145"/>
              <a:gd name="connsiteX43" fmla="*/ 8579950 w 11269336"/>
              <a:gd name="connsiteY43" fmla="*/ 960899 h 2323145"/>
              <a:gd name="connsiteX44" fmla="*/ 8579319 w 11269336"/>
              <a:gd name="connsiteY44" fmla="*/ 965630 h 2323145"/>
              <a:gd name="connsiteX45" fmla="*/ 8547429 w 11269336"/>
              <a:gd name="connsiteY45" fmla="*/ 984506 h 2323145"/>
              <a:gd name="connsiteX46" fmla="*/ 8478704 w 11269336"/>
              <a:gd name="connsiteY46" fmla="*/ 1025490 h 2323145"/>
              <a:gd name="connsiteX47" fmla="*/ 8461421 w 11269336"/>
              <a:gd name="connsiteY47" fmla="*/ 1035512 h 2323145"/>
              <a:gd name="connsiteX48" fmla="*/ 8445003 w 11269336"/>
              <a:gd name="connsiteY48" fmla="*/ 1036851 h 2323145"/>
              <a:gd name="connsiteX49" fmla="*/ 8357350 w 11269336"/>
              <a:gd name="connsiteY49" fmla="*/ 1060213 h 2323145"/>
              <a:gd name="connsiteX50" fmla="*/ 8335565 w 11269336"/>
              <a:gd name="connsiteY50" fmla="*/ 1061151 h 2323145"/>
              <a:gd name="connsiteX51" fmla="*/ 8325267 w 11269336"/>
              <a:gd name="connsiteY51" fmla="*/ 1055919 h 2323145"/>
              <a:gd name="connsiteX52" fmla="*/ 8293586 w 11269336"/>
              <a:gd name="connsiteY52" fmla="*/ 1076144 h 2323145"/>
              <a:gd name="connsiteX53" fmla="*/ 8242405 w 11269336"/>
              <a:gd name="connsiteY53" fmla="*/ 1095960 h 2323145"/>
              <a:gd name="connsiteX54" fmla="*/ 8218531 w 11269336"/>
              <a:gd name="connsiteY54" fmla="*/ 1107622 h 2323145"/>
              <a:gd name="connsiteX55" fmla="*/ 8197391 w 11269336"/>
              <a:gd name="connsiteY55" fmla="*/ 1107746 h 2323145"/>
              <a:gd name="connsiteX56" fmla="*/ 8081474 w 11269336"/>
              <a:gd name="connsiteY56" fmla="*/ 1130125 h 2323145"/>
              <a:gd name="connsiteX57" fmla="*/ 8053585 w 11269336"/>
              <a:gd name="connsiteY57" fmla="*/ 1129169 h 2323145"/>
              <a:gd name="connsiteX58" fmla="*/ 8038422 w 11269336"/>
              <a:gd name="connsiteY58" fmla="*/ 1119092 h 2323145"/>
              <a:gd name="connsiteX59" fmla="*/ 8029450 w 11269336"/>
              <a:gd name="connsiteY59" fmla="*/ 1125592 h 2323145"/>
              <a:gd name="connsiteX60" fmla="*/ 7959552 w 11269336"/>
              <a:gd name="connsiteY60" fmla="*/ 1140188 h 2323145"/>
              <a:gd name="connsiteX61" fmla="*/ 7914188 w 11269336"/>
              <a:gd name="connsiteY61" fmla="*/ 1150862 h 2323145"/>
              <a:gd name="connsiteX62" fmla="*/ 7914918 w 11269336"/>
              <a:gd name="connsiteY62" fmla="*/ 1168758 h 2323145"/>
              <a:gd name="connsiteX63" fmla="*/ 7875510 w 11269336"/>
              <a:gd name="connsiteY63" fmla="*/ 1183153 h 2323145"/>
              <a:gd name="connsiteX64" fmla="*/ 7829932 w 11269336"/>
              <a:gd name="connsiteY64" fmla="*/ 1180782 h 2323145"/>
              <a:gd name="connsiteX65" fmla="*/ 7779182 w 11269336"/>
              <a:gd name="connsiteY65" fmla="*/ 1192665 h 2323145"/>
              <a:gd name="connsiteX66" fmla="*/ 7748774 w 11269336"/>
              <a:gd name="connsiteY66" fmla="*/ 1199586 h 2323145"/>
              <a:gd name="connsiteX67" fmla="*/ 7671846 w 11269336"/>
              <a:gd name="connsiteY67" fmla="*/ 1231966 h 2323145"/>
              <a:gd name="connsiteX68" fmla="*/ 7554146 w 11269336"/>
              <a:gd name="connsiteY68" fmla="*/ 1319748 h 2323145"/>
              <a:gd name="connsiteX69" fmla="*/ 7515052 w 11269336"/>
              <a:gd name="connsiteY69" fmla="*/ 1336718 h 2323145"/>
              <a:gd name="connsiteX70" fmla="*/ 7507193 w 11269336"/>
              <a:gd name="connsiteY70" fmla="*/ 1334617 h 2323145"/>
              <a:gd name="connsiteX71" fmla="*/ 7461694 w 11269336"/>
              <a:gd name="connsiteY71" fmla="*/ 1375866 h 2323145"/>
              <a:gd name="connsiteX72" fmla="*/ 7377571 w 11269336"/>
              <a:gd name="connsiteY72" fmla="*/ 1400128 h 2323145"/>
              <a:gd name="connsiteX73" fmla="*/ 7311261 w 11269336"/>
              <a:gd name="connsiteY73" fmla="*/ 1412652 h 2323145"/>
              <a:gd name="connsiteX74" fmla="*/ 7275307 w 11269336"/>
              <a:gd name="connsiteY74" fmla="*/ 1422171 h 2323145"/>
              <a:gd name="connsiteX75" fmla="*/ 7247783 w 11269336"/>
              <a:gd name="connsiteY75" fmla="*/ 1426330 h 2323145"/>
              <a:gd name="connsiteX76" fmla="*/ 7185047 w 11269336"/>
              <a:gd name="connsiteY76" fmla="*/ 1451812 h 2323145"/>
              <a:gd name="connsiteX77" fmla="*/ 7084117 w 11269336"/>
              <a:gd name="connsiteY77" fmla="*/ 1500281 h 2323145"/>
              <a:gd name="connsiteX78" fmla="*/ 7062011 w 11269336"/>
              <a:gd name="connsiteY78" fmla="*/ 1509183 h 2323145"/>
              <a:gd name="connsiteX79" fmla="*/ 7040555 w 11269336"/>
              <a:gd name="connsiteY79" fmla="*/ 1511207 h 2323145"/>
              <a:gd name="connsiteX80" fmla="*/ 7033438 w 11269336"/>
              <a:gd name="connsiteY80" fmla="*/ 1506772 h 2323145"/>
              <a:gd name="connsiteX81" fmla="*/ 7020886 w 11269336"/>
              <a:gd name="connsiteY81" fmla="*/ 1510764 h 2323145"/>
              <a:gd name="connsiteX82" fmla="*/ 7017033 w 11269336"/>
              <a:gd name="connsiteY82" fmla="*/ 1510650 h 2323145"/>
              <a:gd name="connsiteX83" fmla="*/ 6995460 w 11269336"/>
              <a:gd name="connsiteY83" fmla="*/ 1511173 h 2323145"/>
              <a:gd name="connsiteX84" fmla="*/ 6962144 w 11269336"/>
              <a:gd name="connsiteY84" fmla="*/ 1541508 h 2323145"/>
              <a:gd name="connsiteX85" fmla="*/ 6910674 w 11269336"/>
              <a:gd name="connsiteY85" fmla="*/ 1554793 h 2323145"/>
              <a:gd name="connsiteX86" fmla="*/ 6732152 w 11269336"/>
              <a:gd name="connsiteY86" fmla="*/ 1642538 h 2323145"/>
              <a:gd name="connsiteX87" fmla="*/ 6694106 w 11269336"/>
              <a:gd name="connsiteY87" fmla="*/ 1632377 h 2323145"/>
              <a:gd name="connsiteX88" fmla="*/ 6617223 w 11269336"/>
              <a:gd name="connsiteY88" fmla="*/ 1659889 h 2323145"/>
              <a:gd name="connsiteX89" fmla="*/ 6521138 w 11269336"/>
              <a:gd name="connsiteY89" fmla="*/ 1744340 h 2323145"/>
              <a:gd name="connsiteX90" fmla="*/ 6380677 w 11269336"/>
              <a:gd name="connsiteY90" fmla="*/ 1796883 h 2323145"/>
              <a:gd name="connsiteX91" fmla="*/ 6374897 w 11269336"/>
              <a:gd name="connsiteY91" fmla="*/ 1809910 h 2323145"/>
              <a:gd name="connsiteX92" fmla="*/ 6364545 w 11269336"/>
              <a:gd name="connsiteY92" fmla="*/ 1820090 h 2323145"/>
              <a:gd name="connsiteX93" fmla="*/ 6362126 w 11269336"/>
              <a:gd name="connsiteY93" fmla="*/ 1819991 h 2323145"/>
              <a:gd name="connsiteX94" fmla="*/ 6346673 w 11269336"/>
              <a:gd name="connsiteY94" fmla="*/ 1827824 h 2323145"/>
              <a:gd name="connsiteX95" fmla="*/ 6345588 w 11269336"/>
              <a:gd name="connsiteY95" fmla="*/ 1832232 h 2323145"/>
              <a:gd name="connsiteX96" fmla="*/ 6335708 w 11269336"/>
              <a:gd name="connsiteY96" fmla="*/ 1838451 h 2323145"/>
              <a:gd name="connsiteX97" fmla="*/ 6318182 w 11269336"/>
              <a:gd name="connsiteY97" fmla="*/ 1852975 h 2323145"/>
              <a:gd name="connsiteX98" fmla="*/ 6313084 w 11269336"/>
              <a:gd name="connsiteY98" fmla="*/ 1853561 h 2323145"/>
              <a:gd name="connsiteX99" fmla="*/ 6283816 w 11269336"/>
              <a:gd name="connsiteY99" fmla="*/ 1872148 h 2323145"/>
              <a:gd name="connsiteX100" fmla="*/ 6282550 w 11269336"/>
              <a:gd name="connsiteY100" fmla="*/ 1871392 h 2323145"/>
              <a:gd name="connsiteX101" fmla="*/ 6270527 w 11269336"/>
              <a:gd name="connsiteY101" fmla="*/ 1872208 h 2323145"/>
              <a:gd name="connsiteX102" fmla="*/ 6249518 w 11269336"/>
              <a:gd name="connsiteY102" fmla="*/ 1876079 h 2323145"/>
              <a:gd name="connsiteX103" fmla="*/ 6190386 w 11269336"/>
              <a:gd name="connsiteY103" fmla="*/ 1872478 h 2323145"/>
              <a:gd name="connsiteX104" fmla="*/ 6159777 w 11269336"/>
              <a:gd name="connsiteY104" fmla="*/ 1891745 h 2323145"/>
              <a:gd name="connsiteX105" fmla="*/ 6153131 w 11269336"/>
              <a:gd name="connsiteY105" fmla="*/ 1895079 h 2323145"/>
              <a:gd name="connsiteX106" fmla="*/ 6152798 w 11269336"/>
              <a:gd name="connsiteY106" fmla="*/ 1894920 h 2323145"/>
              <a:gd name="connsiteX107" fmla="*/ 6145388 w 11269336"/>
              <a:gd name="connsiteY107" fmla="*/ 1897990 h 2323145"/>
              <a:gd name="connsiteX108" fmla="*/ 6141014 w 11269336"/>
              <a:gd name="connsiteY108" fmla="*/ 1901155 h 2323145"/>
              <a:gd name="connsiteX109" fmla="*/ 6128122 w 11269336"/>
              <a:gd name="connsiteY109" fmla="*/ 1907623 h 2323145"/>
              <a:gd name="connsiteX110" fmla="*/ 6122351 w 11269336"/>
              <a:gd name="connsiteY110" fmla="*/ 1908359 h 2323145"/>
              <a:gd name="connsiteX111" fmla="*/ 6064750 w 11269336"/>
              <a:gd name="connsiteY111" fmla="*/ 1896394 h 2323145"/>
              <a:gd name="connsiteX112" fmla="*/ 5964230 w 11269336"/>
              <a:gd name="connsiteY112" fmla="*/ 1910038 h 2323145"/>
              <a:gd name="connsiteX113" fmla="*/ 5865399 w 11269336"/>
              <a:gd name="connsiteY113" fmla="*/ 1926966 h 2323145"/>
              <a:gd name="connsiteX114" fmla="*/ 5829951 w 11269336"/>
              <a:gd name="connsiteY114" fmla="*/ 1934755 h 2323145"/>
              <a:gd name="connsiteX115" fmla="*/ 5765285 w 11269336"/>
              <a:gd name="connsiteY115" fmla="*/ 1941322 h 2323145"/>
              <a:gd name="connsiteX116" fmla="*/ 5734750 w 11269336"/>
              <a:gd name="connsiteY116" fmla="*/ 1939793 h 2323145"/>
              <a:gd name="connsiteX117" fmla="*/ 5733569 w 11269336"/>
              <a:gd name="connsiteY117" fmla="*/ 1940505 h 2323145"/>
              <a:gd name="connsiteX118" fmla="*/ 5730329 w 11269336"/>
              <a:gd name="connsiteY118" fmla="*/ 1937845 h 2323145"/>
              <a:gd name="connsiteX119" fmla="*/ 5724661 w 11269336"/>
              <a:gd name="connsiteY119" fmla="*/ 1937455 h 2323145"/>
              <a:gd name="connsiteX120" fmla="*/ 5710186 w 11269336"/>
              <a:gd name="connsiteY120" fmla="*/ 1941370 h 2323145"/>
              <a:gd name="connsiteX121" fmla="*/ 5704910 w 11269336"/>
              <a:gd name="connsiteY121" fmla="*/ 1943663 h 2323145"/>
              <a:gd name="connsiteX122" fmla="*/ 5696836 w 11269336"/>
              <a:gd name="connsiteY122" fmla="*/ 1945271 h 2323145"/>
              <a:gd name="connsiteX123" fmla="*/ 5696583 w 11269336"/>
              <a:gd name="connsiteY123" fmla="*/ 1945050 h 2323145"/>
              <a:gd name="connsiteX124" fmla="*/ 5689123 w 11269336"/>
              <a:gd name="connsiteY124" fmla="*/ 1947067 h 2323145"/>
              <a:gd name="connsiteX125" fmla="*/ 5653291 w 11269336"/>
              <a:gd name="connsiteY125" fmla="*/ 1960245 h 2323145"/>
              <a:gd name="connsiteX126" fmla="*/ 5599385 w 11269336"/>
              <a:gd name="connsiteY126" fmla="*/ 1945198 h 2323145"/>
              <a:gd name="connsiteX127" fmla="*/ 5578300 w 11269336"/>
              <a:gd name="connsiteY127" fmla="*/ 1944963 h 2323145"/>
              <a:gd name="connsiteX128" fmla="*/ 5566758 w 11269336"/>
              <a:gd name="connsiteY128" fmla="*/ 1943441 h 2323145"/>
              <a:gd name="connsiteX129" fmla="*/ 5565857 w 11269336"/>
              <a:gd name="connsiteY129" fmla="*/ 1942445 h 2323145"/>
              <a:gd name="connsiteX130" fmla="*/ 5531534 w 11269336"/>
              <a:gd name="connsiteY130" fmla="*/ 1955208 h 2323145"/>
              <a:gd name="connsiteX131" fmla="*/ 5526552 w 11269336"/>
              <a:gd name="connsiteY131" fmla="*/ 1954799 h 2323145"/>
              <a:gd name="connsiteX132" fmla="*/ 5504723 w 11269336"/>
              <a:gd name="connsiteY132" fmla="*/ 1965811 h 2323145"/>
              <a:gd name="connsiteX133" fmla="*/ 5493156 w 11269336"/>
              <a:gd name="connsiteY133" fmla="*/ 1970063 h 2323145"/>
              <a:gd name="connsiteX134" fmla="*/ 5490486 w 11269336"/>
              <a:gd name="connsiteY134" fmla="*/ 1974227 h 2323145"/>
              <a:gd name="connsiteX135" fmla="*/ 5473107 w 11269336"/>
              <a:gd name="connsiteY135" fmla="*/ 1979001 h 2323145"/>
              <a:gd name="connsiteX136" fmla="*/ 5470885 w 11269336"/>
              <a:gd name="connsiteY136" fmla="*/ 1978432 h 2323145"/>
              <a:gd name="connsiteX137" fmla="*/ 5457393 w 11269336"/>
              <a:gd name="connsiteY137" fmla="*/ 1986525 h 2323145"/>
              <a:gd name="connsiteX138" fmla="*/ 5447102 w 11269336"/>
              <a:gd name="connsiteY138" fmla="*/ 1998329 h 2323145"/>
              <a:gd name="connsiteX139" fmla="*/ 5159151 w 11269336"/>
              <a:gd name="connsiteY139" fmla="*/ 2029640 h 2323145"/>
              <a:gd name="connsiteX140" fmla="*/ 5041688 w 11269336"/>
              <a:gd name="connsiteY140" fmla="*/ 2022334 h 2323145"/>
              <a:gd name="connsiteX141" fmla="*/ 4860988 w 11269336"/>
              <a:gd name="connsiteY141" fmla="*/ 2135698 h 2323145"/>
              <a:gd name="connsiteX142" fmla="*/ 4807902 w 11269336"/>
              <a:gd name="connsiteY142" fmla="*/ 2138894 h 2323145"/>
              <a:gd name="connsiteX143" fmla="*/ 4765388 w 11269336"/>
              <a:gd name="connsiteY143" fmla="*/ 2162525 h 2323145"/>
              <a:gd name="connsiteX144" fmla="*/ 4745033 w 11269336"/>
              <a:gd name="connsiteY144" fmla="*/ 2158859 h 2323145"/>
              <a:gd name="connsiteX145" fmla="*/ 4741475 w 11269336"/>
              <a:gd name="connsiteY145" fmla="*/ 2157998 h 2323145"/>
              <a:gd name="connsiteX146" fmla="*/ 4728247 w 11269336"/>
              <a:gd name="connsiteY146" fmla="*/ 2159526 h 2323145"/>
              <a:gd name="connsiteX147" fmla="*/ 4723263 w 11269336"/>
              <a:gd name="connsiteY147" fmla="*/ 2153742 h 2323145"/>
              <a:gd name="connsiteX148" fmla="*/ 4702453 w 11269336"/>
              <a:gd name="connsiteY148" fmla="*/ 2151586 h 2323145"/>
              <a:gd name="connsiteX149" fmla="*/ 4678455 w 11269336"/>
              <a:gd name="connsiteY149" fmla="*/ 2156131 h 2323145"/>
              <a:gd name="connsiteX150" fmla="*/ 4593061 w 11269336"/>
              <a:gd name="connsiteY150" fmla="*/ 2171597 h 2323145"/>
              <a:gd name="connsiteX151" fmla="*/ 4579902 w 11269336"/>
              <a:gd name="connsiteY151" fmla="*/ 2177927 h 2323145"/>
              <a:gd name="connsiteX152" fmla="*/ 4533444 w 11269336"/>
              <a:gd name="connsiteY152" fmla="*/ 2181200 h 2323145"/>
              <a:gd name="connsiteX153" fmla="*/ 4492832 w 11269336"/>
              <a:gd name="connsiteY153" fmla="*/ 2188033 h 2323145"/>
              <a:gd name="connsiteX154" fmla="*/ 4467257 w 11269336"/>
              <a:gd name="connsiteY154" fmla="*/ 2196121 h 2323145"/>
              <a:gd name="connsiteX155" fmla="*/ 4459937 w 11269336"/>
              <a:gd name="connsiteY155" fmla="*/ 2195182 h 2323145"/>
              <a:gd name="connsiteX156" fmla="*/ 4433312 w 11269336"/>
              <a:gd name="connsiteY156" fmla="*/ 2199004 h 2323145"/>
              <a:gd name="connsiteX157" fmla="*/ 4420601 w 11269336"/>
              <a:gd name="connsiteY157" fmla="*/ 2205158 h 2323145"/>
              <a:gd name="connsiteX158" fmla="*/ 4405765 w 11269336"/>
              <a:gd name="connsiteY158" fmla="*/ 2199902 h 2323145"/>
              <a:gd name="connsiteX159" fmla="*/ 4401354 w 11269336"/>
              <a:gd name="connsiteY159" fmla="*/ 2194745 h 2323145"/>
              <a:gd name="connsiteX160" fmla="*/ 4383151 w 11269336"/>
              <a:gd name="connsiteY160" fmla="*/ 2201140 h 2323145"/>
              <a:gd name="connsiteX161" fmla="*/ 4366646 w 11269336"/>
              <a:gd name="connsiteY161" fmla="*/ 2198564 h 2323145"/>
              <a:gd name="connsiteX162" fmla="*/ 4354009 w 11269336"/>
              <a:gd name="connsiteY162" fmla="*/ 2204984 h 2323145"/>
              <a:gd name="connsiteX163" fmla="*/ 4348284 w 11269336"/>
              <a:gd name="connsiteY163" fmla="*/ 2205270 h 2323145"/>
              <a:gd name="connsiteX164" fmla="*/ 4333906 w 11269336"/>
              <a:gd name="connsiteY164" fmla="*/ 2205251 h 2323145"/>
              <a:gd name="connsiteX165" fmla="*/ 4308819 w 11269336"/>
              <a:gd name="connsiteY165" fmla="*/ 2203822 h 2323145"/>
              <a:gd name="connsiteX166" fmla="*/ 4301210 w 11269336"/>
              <a:gd name="connsiteY166" fmla="*/ 2204456 h 2323145"/>
              <a:gd name="connsiteX167" fmla="*/ 4283095 w 11269336"/>
              <a:gd name="connsiteY167" fmla="*/ 2198177 h 2323145"/>
              <a:gd name="connsiteX168" fmla="*/ 4250119 w 11269336"/>
              <a:gd name="connsiteY168" fmla="*/ 2196342 h 2323145"/>
              <a:gd name="connsiteX169" fmla="*/ 4189203 w 11269336"/>
              <a:gd name="connsiteY169" fmla="*/ 2178994 h 2323145"/>
              <a:gd name="connsiteX170" fmla="*/ 4154035 w 11269336"/>
              <a:gd name="connsiteY170" fmla="*/ 2171950 h 2323145"/>
              <a:gd name="connsiteX171" fmla="*/ 4129569 w 11269336"/>
              <a:gd name="connsiteY171" fmla="*/ 2163850 h 2323145"/>
              <a:gd name="connsiteX172" fmla="*/ 4061250 w 11269336"/>
              <a:gd name="connsiteY172" fmla="*/ 2159236 h 2323145"/>
              <a:gd name="connsiteX173" fmla="*/ 3945480 w 11269336"/>
              <a:gd name="connsiteY173" fmla="*/ 2158279 h 2323145"/>
              <a:gd name="connsiteX174" fmla="*/ 3921468 w 11269336"/>
              <a:gd name="connsiteY174" fmla="*/ 2156588 h 2323145"/>
              <a:gd name="connsiteX175" fmla="*/ 3903348 w 11269336"/>
              <a:gd name="connsiteY175" fmla="*/ 2149220 h 2323145"/>
              <a:gd name="connsiteX176" fmla="*/ 3901342 w 11269336"/>
              <a:gd name="connsiteY176" fmla="*/ 2142355 h 2323145"/>
              <a:gd name="connsiteX177" fmla="*/ 3888539 w 11269336"/>
              <a:gd name="connsiteY177" fmla="*/ 2140476 h 2323145"/>
              <a:gd name="connsiteX178" fmla="*/ 3885662 w 11269336"/>
              <a:gd name="connsiteY178" fmla="*/ 2138740 h 2323145"/>
              <a:gd name="connsiteX179" fmla="*/ 3868627 w 11269336"/>
              <a:gd name="connsiteY179" fmla="*/ 2130023 h 2323145"/>
              <a:gd name="connsiteX180" fmla="*/ 3819177 w 11269336"/>
              <a:gd name="connsiteY180" fmla="*/ 2142111 h 2323145"/>
              <a:gd name="connsiteX181" fmla="*/ 3769100 w 11269336"/>
              <a:gd name="connsiteY181" fmla="*/ 2131731 h 2323145"/>
              <a:gd name="connsiteX182" fmla="*/ 3562752 w 11269336"/>
              <a:gd name="connsiteY182" fmla="*/ 2131785 h 2323145"/>
              <a:gd name="connsiteX183" fmla="*/ 3541402 w 11269336"/>
              <a:gd name="connsiteY183" fmla="*/ 2106821 h 2323145"/>
              <a:gd name="connsiteX184" fmla="*/ 3365341 w 11269336"/>
              <a:gd name="connsiteY184" fmla="*/ 2077638 h 2323145"/>
              <a:gd name="connsiteX185" fmla="*/ 3170922 w 11269336"/>
              <a:gd name="connsiteY185" fmla="*/ 2115957 h 2323145"/>
              <a:gd name="connsiteX186" fmla="*/ 3156256 w 11269336"/>
              <a:gd name="connsiteY186" fmla="*/ 2124773 h 2323145"/>
              <a:gd name="connsiteX187" fmla="*/ 3140298 w 11269336"/>
              <a:gd name="connsiteY187" fmla="*/ 2129182 h 2323145"/>
              <a:gd name="connsiteX188" fmla="*/ 3138514 w 11269336"/>
              <a:gd name="connsiteY188" fmla="*/ 2128069 h 2323145"/>
              <a:gd name="connsiteX189" fmla="*/ 3120467 w 11269336"/>
              <a:gd name="connsiteY189" fmla="*/ 2128281 h 2323145"/>
              <a:gd name="connsiteX190" fmla="*/ 3116175 w 11269336"/>
              <a:gd name="connsiteY190" fmla="*/ 2131633 h 2323145"/>
              <a:gd name="connsiteX191" fmla="*/ 3103685 w 11269336"/>
              <a:gd name="connsiteY191" fmla="*/ 2132814 h 2323145"/>
              <a:gd name="connsiteX192" fmla="*/ 3078794 w 11269336"/>
              <a:gd name="connsiteY192" fmla="*/ 2137935 h 2323145"/>
              <a:gd name="connsiteX193" fmla="*/ 3074407 w 11269336"/>
              <a:gd name="connsiteY193" fmla="*/ 2136274 h 2323145"/>
              <a:gd name="connsiteX194" fmla="*/ 3037285 w 11269336"/>
              <a:gd name="connsiteY194" fmla="*/ 2139919 h 2323145"/>
              <a:gd name="connsiteX195" fmla="*/ 3036901 w 11269336"/>
              <a:gd name="connsiteY195" fmla="*/ 2138726 h 2323145"/>
              <a:gd name="connsiteX196" fmla="*/ 3026996 w 11269336"/>
              <a:gd name="connsiteY196" fmla="*/ 2134322 h 2323145"/>
              <a:gd name="connsiteX197" fmla="*/ 3007772 w 11269336"/>
              <a:gd name="connsiteY197" fmla="*/ 2128742 h 2323145"/>
              <a:gd name="connsiteX198" fmla="*/ 2965030 w 11269336"/>
              <a:gd name="connsiteY198" fmla="*/ 2100494 h 2323145"/>
              <a:gd name="connsiteX199" fmla="*/ 2926342 w 11269336"/>
              <a:gd name="connsiteY199" fmla="*/ 2104155 h 2323145"/>
              <a:gd name="connsiteX200" fmla="*/ 2918608 w 11269336"/>
              <a:gd name="connsiteY200" fmla="*/ 2104215 h 2323145"/>
              <a:gd name="connsiteX201" fmla="*/ 2918475 w 11269336"/>
              <a:gd name="connsiteY201" fmla="*/ 2103937 h 2323145"/>
              <a:gd name="connsiteX202" fmla="*/ 2910360 w 11269336"/>
              <a:gd name="connsiteY202" fmla="*/ 2103444 h 2323145"/>
              <a:gd name="connsiteX203" fmla="*/ 2904507 w 11269336"/>
              <a:gd name="connsiteY203" fmla="*/ 2104326 h 2323145"/>
              <a:gd name="connsiteX204" fmla="*/ 2889503 w 11269336"/>
              <a:gd name="connsiteY204" fmla="*/ 2104443 h 2323145"/>
              <a:gd name="connsiteX205" fmla="*/ 2884480 w 11269336"/>
              <a:gd name="connsiteY205" fmla="*/ 2102626 h 2323145"/>
              <a:gd name="connsiteX206" fmla="*/ 2882689 w 11269336"/>
              <a:gd name="connsiteY206" fmla="*/ 2099228 h 2323145"/>
              <a:gd name="connsiteX207" fmla="*/ 2881291 w 11269336"/>
              <a:gd name="connsiteY207" fmla="*/ 2099618 h 2323145"/>
              <a:gd name="connsiteX208" fmla="*/ 2853979 w 11269336"/>
              <a:gd name="connsiteY208" fmla="*/ 2090388 h 2323145"/>
              <a:gd name="connsiteX209" fmla="*/ 2791790 w 11269336"/>
              <a:gd name="connsiteY209" fmla="*/ 2080332 h 2323145"/>
              <a:gd name="connsiteX210" fmla="*/ 2755844 w 11269336"/>
              <a:gd name="connsiteY210" fmla="*/ 2078874 h 2323145"/>
              <a:gd name="connsiteX211" fmla="*/ 2657742 w 11269336"/>
              <a:gd name="connsiteY211" fmla="*/ 2070179 h 2323145"/>
              <a:gd name="connsiteX212" fmla="*/ 2559549 w 11269336"/>
              <a:gd name="connsiteY212" fmla="*/ 2057873 h 2323145"/>
              <a:gd name="connsiteX213" fmla="*/ 2512054 w 11269336"/>
              <a:gd name="connsiteY213" fmla="*/ 2031671 h 2323145"/>
              <a:gd name="connsiteX214" fmla="*/ 2506437 w 11269336"/>
              <a:gd name="connsiteY214" fmla="*/ 2030918 h 2323145"/>
              <a:gd name="connsiteX215" fmla="*/ 2491752 w 11269336"/>
              <a:gd name="connsiteY215" fmla="*/ 2033906 h 2323145"/>
              <a:gd name="connsiteX216" fmla="*/ 2486338 w 11269336"/>
              <a:gd name="connsiteY216" fmla="*/ 2035862 h 2323145"/>
              <a:gd name="connsiteX217" fmla="*/ 2478186 w 11269336"/>
              <a:gd name="connsiteY217" fmla="*/ 2036953 h 2323145"/>
              <a:gd name="connsiteX218" fmla="*/ 2477950 w 11269336"/>
              <a:gd name="connsiteY218" fmla="*/ 2036715 h 2323145"/>
              <a:gd name="connsiteX219" fmla="*/ 2470381 w 11269336"/>
              <a:gd name="connsiteY219" fmla="*/ 2038256 h 2323145"/>
              <a:gd name="connsiteX220" fmla="*/ 2433781 w 11269336"/>
              <a:gd name="connsiteY220" fmla="*/ 2049140 h 2323145"/>
              <a:gd name="connsiteX221" fmla="*/ 2381172 w 11269336"/>
              <a:gd name="connsiteY221" fmla="*/ 2030645 h 2323145"/>
              <a:gd name="connsiteX222" fmla="*/ 2360198 w 11269336"/>
              <a:gd name="connsiteY222" fmla="*/ 2029059 h 2323145"/>
              <a:gd name="connsiteX223" fmla="*/ 2348815 w 11269336"/>
              <a:gd name="connsiteY223" fmla="*/ 2026798 h 2323145"/>
              <a:gd name="connsiteX224" fmla="*/ 2347988 w 11269336"/>
              <a:gd name="connsiteY224" fmla="*/ 2025745 h 2323145"/>
              <a:gd name="connsiteX225" fmla="*/ 2312920 w 11269336"/>
              <a:gd name="connsiteY225" fmla="*/ 2036311 h 2323145"/>
              <a:gd name="connsiteX226" fmla="*/ 2307986 w 11269336"/>
              <a:gd name="connsiteY226" fmla="*/ 2035583 h 2323145"/>
              <a:gd name="connsiteX227" fmla="*/ 2285481 w 11269336"/>
              <a:gd name="connsiteY227" fmla="*/ 2045197 h 2323145"/>
              <a:gd name="connsiteX228" fmla="*/ 2273666 w 11269336"/>
              <a:gd name="connsiteY228" fmla="*/ 2048710 h 2323145"/>
              <a:gd name="connsiteX229" fmla="*/ 2270719 w 11269336"/>
              <a:gd name="connsiteY229" fmla="*/ 2052702 h 2323145"/>
              <a:gd name="connsiteX230" fmla="*/ 2253080 w 11269336"/>
              <a:gd name="connsiteY230" fmla="*/ 2056363 h 2323145"/>
              <a:gd name="connsiteX231" fmla="*/ 2250906 w 11269336"/>
              <a:gd name="connsiteY231" fmla="*/ 2055654 h 2323145"/>
              <a:gd name="connsiteX232" fmla="*/ 2236905 w 11269336"/>
              <a:gd name="connsiteY232" fmla="*/ 2062882 h 2323145"/>
              <a:gd name="connsiteX233" fmla="*/ 2225830 w 11269336"/>
              <a:gd name="connsiteY233" fmla="*/ 2074027 h 2323145"/>
              <a:gd name="connsiteX234" fmla="*/ 2073776 w 11269336"/>
              <a:gd name="connsiteY234" fmla="*/ 2089244 h 2323145"/>
              <a:gd name="connsiteX235" fmla="*/ 1948256 w 11269336"/>
              <a:gd name="connsiteY235" fmla="*/ 2146616 h 2323145"/>
              <a:gd name="connsiteX236" fmla="*/ 1865582 w 11269336"/>
              <a:gd name="connsiteY236" fmla="*/ 2153738 h 2323145"/>
              <a:gd name="connsiteX237" fmla="*/ 1835210 w 11269336"/>
              <a:gd name="connsiteY237" fmla="*/ 2134244 h 2323145"/>
              <a:gd name="connsiteX238" fmla="*/ 1632661 w 11269336"/>
              <a:gd name="connsiteY238" fmla="*/ 2173882 h 2323145"/>
              <a:gd name="connsiteX239" fmla="*/ 1579590 w 11269336"/>
              <a:gd name="connsiteY239" fmla="*/ 2173680 h 2323145"/>
              <a:gd name="connsiteX240" fmla="*/ 1535601 w 11269336"/>
              <a:gd name="connsiteY240" fmla="*/ 2194590 h 2323145"/>
              <a:gd name="connsiteX241" fmla="*/ 1515594 w 11269336"/>
              <a:gd name="connsiteY241" fmla="*/ 2189622 h 2323145"/>
              <a:gd name="connsiteX242" fmla="*/ 1512113 w 11269336"/>
              <a:gd name="connsiteY242" fmla="*/ 2188534 h 2323145"/>
              <a:gd name="connsiteX243" fmla="*/ 1498838 w 11269336"/>
              <a:gd name="connsiteY243" fmla="*/ 2189213 h 2323145"/>
              <a:gd name="connsiteX244" fmla="*/ 1494279 w 11269336"/>
              <a:gd name="connsiteY244" fmla="*/ 2183112 h 2323145"/>
              <a:gd name="connsiteX245" fmla="*/ 1473714 w 11269336"/>
              <a:gd name="connsiteY245" fmla="*/ 2179625 h 2323145"/>
              <a:gd name="connsiteX246" fmla="*/ 1449503 w 11269336"/>
              <a:gd name="connsiteY246" fmla="*/ 2182633 h 2323145"/>
              <a:gd name="connsiteX247" fmla="*/ 1335495 w 11269336"/>
              <a:gd name="connsiteY247" fmla="*/ 2203940 h 2323145"/>
              <a:gd name="connsiteX248" fmla="*/ 1266687 w 11269336"/>
              <a:gd name="connsiteY248" fmla="*/ 2212688 h 2323145"/>
              <a:gd name="connsiteX249" fmla="*/ 1239614 w 11269336"/>
              <a:gd name="connsiteY249" fmla="*/ 2209727 h 2323145"/>
              <a:gd name="connsiteX250" fmla="*/ 1202436 w 11269336"/>
              <a:gd name="connsiteY250" fmla="*/ 2209817 h 2323145"/>
              <a:gd name="connsiteX251" fmla="*/ 1136097 w 11269336"/>
              <a:gd name="connsiteY251" fmla="*/ 2205112 h 2323145"/>
              <a:gd name="connsiteX252" fmla="*/ 1048229 w 11269336"/>
              <a:gd name="connsiteY252" fmla="*/ 2207249 h 2323145"/>
              <a:gd name="connsiteX253" fmla="*/ 988232 w 11269336"/>
              <a:gd name="connsiteY253" fmla="*/ 2235635 h 2323145"/>
              <a:gd name="connsiteX254" fmla="*/ 981959 w 11269336"/>
              <a:gd name="connsiteY254" fmla="*/ 2231607 h 2323145"/>
              <a:gd name="connsiteX255" fmla="*/ 938600 w 11269336"/>
              <a:gd name="connsiteY255" fmla="*/ 2238113 h 2323145"/>
              <a:gd name="connsiteX256" fmla="*/ 791788 w 11269336"/>
              <a:gd name="connsiteY256" fmla="*/ 2293224 h 2323145"/>
              <a:gd name="connsiteX257" fmla="*/ 706914 w 11269336"/>
              <a:gd name="connsiteY257" fmla="*/ 2305046 h 2323145"/>
              <a:gd name="connsiteX258" fmla="*/ 675971 w 11269336"/>
              <a:gd name="connsiteY258" fmla="*/ 2304030 h 2323145"/>
              <a:gd name="connsiteX259" fmla="*/ 624180 w 11269336"/>
              <a:gd name="connsiteY259" fmla="*/ 2302650 h 2323145"/>
              <a:gd name="connsiteX260" fmla="*/ 583453 w 11269336"/>
              <a:gd name="connsiteY260" fmla="*/ 2288788 h 2323145"/>
              <a:gd name="connsiteX261" fmla="*/ 540946 w 11269336"/>
              <a:gd name="connsiteY261" fmla="*/ 2292721 h 2323145"/>
              <a:gd name="connsiteX262" fmla="*/ 533680 w 11269336"/>
              <a:gd name="connsiteY262" fmla="*/ 2310233 h 2323145"/>
              <a:gd name="connsiteX263" fmla="*/ 487366 w 11269336"/>
              <a:gd name="connsiteY263" fmla="*/ 2309053 h 2323145"/>
              <a:gd name="connsiteX264" fmla="*/ 416820 w 11269336"/>
              <a:gd name="connsiteY264" fmla="*/ 2305443 h 2323145"/>
              <a:gd name="connsiteX265" fmla="*/ 376805 w 11269336"/>
              <a:gd name="connsiteY265" fmla="*/ 2307647 h 2323145"/>
              <a:gd name="connsiteX266" fmla="*/ 266777 w 11269336"/>
              <a:gd name="connsiteY266" fmla="*/ 2309012 h 2323145"/>
              <a:gd name="connsiteX267" fmla="*/ 156013 w 11269336"/>
              <a:gd name="connsiteY267" fmla="*/ 2306832 h 2323145"/>
              <a:gd name="connsiteX268" fmla="*/ 87258 w 11269336"/>
              <a:gd name="connsiteY268" fmla="*/ 2285511 h 2323145"/>
              <a:gd name="connsiteX269" fmla="*/ 23798 w 11269336"/>
              <a:gd name="connsiteY269" fmla="*/ 2281822 h 2323145"/>
              <a:gd name="connsiteX270" fmla="*/ 0 w 11269336"/>
              <a:gd name="connsiteY270" fmla="*/ 2285369 h 2323145"/>
              <a:gd name="connsiteX271" fmla="*/ 0 w 11269336"/>
              <a:gd name="connsiteY271"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742561 w 11269336"/>
              <a:gd name="connsiteY18" fmla="*/ 500437 h 2323145"/>
              <a:gd name="connsiteX19" fmla="*/ 9561831 w 11269336"/>
              <a:gd name="connsiteY19" fmla="*/ 547649 h 2323145"/>
              <a:gd name="connsiteX20" fmla="*/ 9380600 w 11269336"/>
              <a:gd name="connsiteY20" fmla="*/ 549821 h 2323145"/>
              <a:gd name="connsiteX21" fmla="*/ 9139429 w 11269336"/>
              <a:gd name="connsiteY21" fmla="*/ 696446 h 2323145"/>
              <a:gd name="connsiteX22" fmla="*/ 9114263 w 11269336"/>
              <a:gd name="connsiteY22" fmla="*/ 709213 h 2323145"/>
              <a:gd name="connsiteX23" fmla="*/ 9028928 w 11269336"/>
              <a:gd name="connsiteY23" fmla="*/ 745350 h 2323145"/>
              <a:gd name="connsiteX24" fmla="*/ 8977138 w 11269336"/>
              <a:gd name="connsiteY24" fmla="*/ 774970 h 2323145"/>
              <a:gd name="connsiteX25" fmla="*/ 8947030 w 11269336"/>
              <a:gd name="connsiteY25" fmla="*/ 814934 h 2323145"/>
              <a:gd name="connsiteX26" fmla="*/ 8914746 w 11269336"/>
              <a:gd name="connsiteY26" fmla="*/ 826428 h 2323145"/>
              <a:gd name="connsiteX27" fmla="*/ 8917778 w 11269336"/>
              <a:gd name="connsiteY27" fmla="*/ 835198 h 2323145"/>
              <a:gd name="connsiteX28" fmla="*/ 8905560 w 11269336"/>
              <a:gd name="connsiteY28" fmla="*/ 838358 h 2323145"/>
              <a:gd name="connsiteX29" fmla="*/ 8897564 w 11269336"/>
              <a:gd name="connsiteY29" fmla="*/ 834287 h 2323145"/>
              <a:gd name="connsiteX30" fmla="*/ 8878040 w 11269336"/>
              <a:gd name="connsiteY30" fmla="*/ 844150 h 2323145"/>
              <a:gd name="connsiteX31" fmla="*/ 8882654 w 11269336"/>
              <a:gd name="connsiteY31" fmla="*/ 892768 h 2323145"/>
              <a:gd name="connsiteX32" fmla="*/ 8837498 w 11269336"/>
              <a:gd name="connsiteY32" fmla="*/ 885664 h 2323145"/>
              <a:gd name="connsiteX33" fmla="*/ 8795998 w 11269336"/>
              <a:gd name="connsiteY33" fmla="*/ 863337 h 2323145"/>
              <a:gd name="connsiteX34" fmla="*/ 8776970 w 11269336"/>
              <a:gd name="connsiteY34" fmla="*/ 885177 h 2323145"/>
              <a:gd name="connsiteX35" fmla="*/ 8755719 w 11269336"/>
              <a:gd name="connsiteY35" fmla="*/ 889754 h 2323145"/>
              <a:gd name="connsiteX36" fmla="*/ 8743257 w 11269336"/>
              <a:gd name="connsiteY36" fmla="*/ 904723 h 2323145"/>
              <a:gd name="connsiteX37" fmla="*/ 8721366 w 11269336"/>
              <a:gd name="connsiteY37" fmla="*/ 904711 h 2323145"/>
              <a:gd name="connsiteX38" fmla="*/ 8678353 w 11269336"/>
              <a:gd name="connsiteY38" fmla="*/ 926318 h 2323145"/>
              <a:gd name="connsiteX39" fmla="*/ 8636849 w 11269336"/>
              <a:gd name="connsiteY39" fmla="*/ 937900 h 2323145"/>
              <a:gd name="connsiteX40" fmla="*/ 8620213 w 11269336"/>
              <a:gd name="connsiteY40" fmla="*/ 943068 h 2323145"/>
              <a:gd name="connsiteX41" fmla="*/ 8612581 w 11269336"/>
              <a:gd name="connsiteY41" fmla="*/ 952695 h 2323145"/>
              <a:gd name="connsiteX42" fmla="*/ 8589038 w 11269336"/>
              <a:gd name="connsiteY42" fmla="*/ 963892 h 2323145"/>
              <a:gd name="connsiteX43" fmla="*/ 8579950 w 11269336"/>
              <a:gd name="connsiteY43" fmla="*/ 960899 h 2323145"/>
              <a:gd name="connsiteX44" fmla="*/ 8579319 w 11269336"/>
              <a:gd name="connsiteY44" fmla="*/ 965630 h 2323145"/>
              <a:gd name="connsiteX45" fmla="*/ 8547429 w 11269336"/>
              <a:gd name="connsiteY45" fmla="*/ 984506 h 2323145"/>
              <a:gd name="connsiteX46" fmla="*/ 8478704 w 11269336"/>
              <a:gd name="connsiteY46" fmla="*/ 1025490 h 2323145"/>
              <a:gd name="connsiteX47" fmla="*/ 8461421 w 11269336"/>
              <a:gd name="connsiteY47" fmla="*/ 1035512 h 2323145"/>
              <a:gd name="connsiteX48" fmla="*/ 8445003 w 11269336"/>
              <a:gd name="connsiteY48" fmla="*/ 1036851 h 2323145"/>
              <a:gd name="connsiteX49" fmla="*/ 8357350 w 11269336"/>
              <a:gd name="connsiteY49" fmla="*/ 1060213 h 2323145"/>
              <a:gd name="connsiteX50" fmla="*/ 8335565 w 11269336"/>
              <a:gd name="connsiteY50" fmla="*/ 1061151 h 2323145"/>
              <a:gd name="connsiteX51" fmla="*/ 8325267 w 11269336"/>
              <a:gd name="connsiteY51" fmla="*/ 1055919 h 2323145"/>
              <a:gd name="connsiteX52" fmla="*/ 8293586 w 11269336"/>
              <a:gd name="connsiteY52" fmla="*/ 1076144 h 2323145"/>
              <a:gd name="connsiteX53" fmla="*/ 8242405 w 11269336"/>
              <a:gd name="connsiteY53" fmla="*/ 1095960 h 2323145"/>
              <a:gd name="connsiteX54" fmla="*/ 8218531 w 11269336"/>
              <a:gd name="connsiteY54" fmla="*/ 1107622 h 2323145"/>
              <a:gd name="connsiteX55" fmla="*/ 8197391 w 11269336"/>
              <a:gd name="connsiteY55" fmla="*/ 1107746 h 2323145"/>
              <a:gd name="connsiteX56" fmla="*/ 8081474 w 11269336"/>
              <a:gd name="connsiteY56" fmla="*/ 1130125 h 2323145"/>
              <a:gd name="connsiteX57" fmla="*/ 8053585 w 11269336"/>
              <a:gd name="connsiteY57" fmla="*/ 1129169 h 2323145"/>
              <a:gd name="connsiteX58" fmla="*/ 8038422 w 11269336"/>
              <a:gd name="connsiteY58" fmla="*/ 1119092 h 2323145"/>
              <a:gd name="connsiteX59" fmla="*/ 8029450 w 11269336"/>
              <a:gd name="connsiteY59" fmla="*/ 1125592 h 2323145"/>
              <a:gd name="connsiteX60" fmla="*/ 7959552 w 11269336"/>
              <a:gd name="connsiteY60" fmla="*/ 1140188 h 2323145"/>
              <a:gd name="connsiteX61" fmla="*/ 7914188 w 11269336"/>
              <a:gd name="connsiteY61" fmla="*/ 1150862 h 2323145"/>
              <a:gd name="connsiteX62" fmla="*/ 7914918 w 11269336"/>
              <a:gd name="connsiteY62" fmla="*/ 1168758 h 2323145"/>
              <a:gd name="connsiteX63" fmla="*/ 7875510 w 11269336"/>
              <a:gd name="connsiteY63" fmla="*/ 1183153 h 2323145"/>
              <a:gd name="connsiteX64" fmla="*/ 7829932 w 11269336"/>
              <a:gd name="connsiteY64" fmla="*/ 1180782 h 2323145"/>
              <a:gd name="connsiteX65" fmla="*/ 7779182 w 11269336"/>
              <a:gd name="connsiteY65" fmla="*/ 1192665 h 2323145"/>
              <a:gd name="connsiteX66" fmla="*/ 7748774 w 11269336"/>
              <a:gd name="connsiteY66" fmla="*/ 1199586 h 2323145"/>
              <a:gd name="connsiteX67" fmla="*/ 7671846 w 11269336"/>
              <a:gd name="connsiteY67" fmla="*/ 1231966 h 2323145"/>
              <a:gd name="connsiteX68" fmla="*/ 7554146 w 11269336"/>
              <a:gd name="connsiteY68" fmla="*/ 1319748 h 2323145"/>
              <a:gd name="connsiteX69" fmla="*/ 7515052 w 11269336"/>
              <a:gd name="connsiteY69" fmla="*/ 1336718 h 2323145"/>
              <a:gd name="connsiteX70" fmla="*/ 7507193 w 11269336"/>
              <a:gd name="connsiteY70" fmla="*/ 1334617 h 2323145"/>
              <a:gd name="connsiteX71" fmla="*/ 7461694 w 11269336"/>
              <a:gd name="connsiteY71" fmla="*/ 1375866 h 2323145"/>
              <a:gd name="connsiteX72" fmla="*/ 7377571 w 11269336"/>
              <a:gd name="connsiteY72" fmla="*/ 1400128 h 2323145"/>
              <a:gd name="connsiteX73" fmla="*/ 7311261 w 11269336"/>
              <a:gd name="connsiteY73" fmla="*/ 1412652 h 2323145"/>
              <a:gd name="connsiteX74" fmla="*/ 7275307 w 11269336"/>
              <a:gd name="connsiteY74" fmla="*/ 1422171 h 2323145"/>
              <a:gd name="connsiteX75" fmla="*/ 7247783 w 11269336"/>
              <a:gd name="connsiteY75" fmla="*/ 1426330 h 2323145"/>
              <a:gd name="connsiteX76" fmla="*/ 7185047 w 11269336"/>
              <a:gd name="connsiteY76" fmla="*/ 1451812 h 2323145"/>
              <a:gd name="connsiteX77" fmla="*/ 7084117 w 11269336"/>
              <a:gd name="connsiteY77" fmla="*/ 1500281 h 2323145"/>
              <a:gd name="connsiteX78" fmla="*/ 7062011 w 11269336"/>
              <a:gd name="connsiteY78" fmla="*/ 1509183 h 2323145"/>
              <a:gd name="connsiteX79" fmla="*/ 7040555 w 11269336"/>
              <a:gd name="connsiteY79" fmla="*/ 1511207 h 2323145"/>
              <a:gd name="connsiteX80" fmla="*/ 7033438 w 11269336"/>
              <a:gd name="connsiteY80" fmla="*/ 1506772 h 2323145"/>
              <a:gd name="connsiteX81" fmla="*/ 7020886 w 11269336"/>
              <a:gd name="connsiteY81" fmla="*/ 1510764 h 2323145"/>
              <a:gd name="connsiteX82" fmla="*/ 7017033 w 11269336"/>
              <a:gd name="connsiteY82" fmla="*/ 1510650 h 2323145"/>
              <a:gd name="connsiteX83" fmla="*/ 6995460 w 11269336"/>
              <a:gd name="connsiteY83" fmla="*/ 1511173 h 2323145"/>
              <a:gd name="connsiteX84" fmla="*/ 6962144 w 11269336"/>
              <a:gd name="connsiteY84" fmla="*/ 1541508 h 2323145"/>
              <a:gd name="connsiteX85" fmla="*/ 6910674 w 11269336"/>
              <a:gd name="connsiteY85" fmla="*/ 1554793 h 2323145"/>
              <a:gd name="connsiteX86" fmla="*/ 6732152 w 11269336"/>
              <a:gd name="connsiteY86" fmla="*/ 1642538 h 2323145"/>
              <a:gd name="connsiteX87" fmla="*/ 6694106 w 11269336"/>
              <a:gd name="connsiteY87" fmla="*/ 1632377 h 2323145"/>
              <a:gd name="connsiteX88" fmla="*/ 6617223 w 11269336"/>
              <a:gd name="connsiteY88" fmla="*/ 1659889 h 2323145"/>
              <a:gd name="connsiteX89" fmla="*/ 6521138 w 11269336"/>
              <a:gd name="connsiteY89" fmla="*/ 1744340 h 2323145"/>
              <a:gd name="connsiteX90" fmla="*/ 6380677 w 11269336"/>
              <a:gd name="connsiteY90" fmla="*/ 1796883 h 2323145"/>
              <a:gd name="connsiteX91" fmla="*/ 6374897 w 11269336"/>
              <a:gd name="connsiteY91" fmla="*/ 1809910 h 2323145"/>
              <a:gd name="connsiteX92" fmla="*/ 6364545 w 11269336"/>
              <a:gd name="connsiteY92" fmla="*/ 1820090 h 2323145"/>
              <a:gd name="connsiteX93" fmla="*/ 6362126 w 11269336"/>
              <a:gd name="connsiteY93" fmla="*/ 1819991 h 2323145"/>
              <a:gd name="connsiteX94" fmla="*/ 6346673 w 11269336"/>
              <a:gd name="connsiteY94" fmla="*/ 1827824 h 2323145"/>
              <a:gd name="connsiteX95" fmla="*/ 6345588 w 11269336"/>
              <a:gd name="connsiteY95" fmla="*/ 1832232 h 2323145"/>
              <a:gd name="connsiteX96" fmla="*/ 6335708 w 11269336"/>
              <a:gd name="connsiteY96" fmla="*/ 1838451 h 2323145"/>
              <a:gd name="connsiteX97" fmla="*/ 6318182 w 11269336"/>
              <a:gd name="connsiteY97" fmla="*/ 1852975 h 2323145"/>
              <a:gd name="connsiteX98" fmla="*/ 6313084 w 11269336"/>
              <a:gd name="connsiteY98" fmla="*/ 1853561 h 2323145"/>
              <a:gd name="connsiteX99" fmla="*/ 6283816 w 11269336"/>
              <a:gd name="connsiteY99" fmla="*/ 1872148 h 2323145"/>
              <a:gd name="connsiteX100" fmla="*/ 6282550 w 11269336"/>
              <a:gd name="connsiteY100" fmla="*/ 1871392 h 2323145"/>
              <a:gd name="connsiteX101" fmla="*/ 6270527 w 11269336"/>
              <a:gd name="connsiteY101" fmla="*/ 1872208 h 2323145"/>
              <a:gd name="connsiteX102" fmla="*/ 6249518 w 11269336"/>
              <a:gd name="connsiteY102" fmla="*/ 1876079 h 2323145"/>
              <a:gd name="connsiteX103" fmla="*/ 6190386 w 11269336"/>
              <a:gd name="connsiteY103" fmla="*/ 1872478 h 2323145"/>
              <a:gd name="connsiteX104" fmla="*/ 6159777 w 11269336"/>
              <a:gd name="connsiteY104" fmla="*/ 1891745 h 2323145"/>
              <a:gd name="connsiteX105" fmla="*/ 6153131 w 11269336"/>
              <a:gd name="connsiteY105" fmla="*/ 1895079 h 2323145"/>
              <a:gd name="connsiteX106" fmla="*/ 6152798 w 11269336"/>
              <a:gd name="connsiteY106" fmla="*/ 1894920 h 2323145"/>
              <a:gd name="connsiteX107" fmla="*/ 6145388 w 11269336"/>
              <a:gd name="connsiteY107" fmla="*/ 1897990 h 2323145"/>
              <a:gd name="connsiteX108" fmla="*/ 6141014 w 11269336"/>
              <a:gd name="connsiteY108" fmla="*/ 1901155 h 2323145"/>
              <a:gd name="connsiteX109" fmla="*/ 6128122 w 11269336"/>
              <a:gd name="connsiteY109" fmla="*/ 1907623 h 2323145"/>
              <a:gd name="connsiteX110" fmla="*/ 6122351 w 11269336"/>
              <a:gd name="connsiteY110" fmla="*/ 1908359 h 2323145"/>
              <a:gd name="connsiteX111" fmla="*/ 6064750 w 11269336"/>
              <a:gd name="connsiteY111" fmla="*/ 1896394 h 2323145"/>
              <a:gd name="connsiteX112" fmla="*/ 5964230 w 11269336"/>
              <a:gd name="connsiteY112" fmla="*/ 1910038 h 2323145"/>
              <a:gd name="connsiteX113" fmla="*/ 5865399 w 11269336"/>
              <a:gd name="connsiteY113" fmla="*/ 1926966 h 2323145"/>
              <a:gd name="connsiteX114" fmla="*/ 5829951 w 11269336"/>
              <a:gd name="connsiteY114" fmla="*/ 1934755 h 2323145"/>
              <a:gd name="connsiteX115" fmla="*/ 5765285 w 11269336"/>
              <a:gd name="connsiteY115" fmla="*/ 1941322 h 2323145"/>
              <a:gd name="connsiteX116" fmla="*/ 5734750 w 11269336"/>
              <a:gd name="connsiteY116" fmla="*/ 1939793 h 2323145"/>
              <a:gd name="connsiteX117" fmla="*/ 5733569 w 11269336"/>
              <a:gd name="connsiteY117" fmla="*/ 1940505 h 2323145"/>
              <a:gd name="connsiteX118" fmla="*/ 5730329 w 11269336"/>
              <a:gd name="connsiteY118" fmla="*/ 1937845 h 2323145"/>
              <a:gd name="connsiteX119" fmla="*/ 5724661 w 11269336"/>
              <a:gd name="connsiteY119" fmla="*/ 1937455 h 2323145"/>
              <a:gd name="connsiteX120" fmla="*/ 5710186 w 11269336"/>
              <a:gd name="connsiteY120" fmla="*/ 1941370 h 2323145"/>
              <a:gd name="connsiteX121" fmla="*/ 5704910 w 11269336"/>
              <a:gd name="connsiteY121" fmla="*/ 1943663 h 2323145"/>
              <a:gd name="connsiteX122" fmla="*/ 5696836 w 11269336"/>
              <a:gd name="connsiteY122" fmla="*/ 1945271 h 2323145"/>
              <a:gd name="connsiteX123" fmla="*/ 5696583 w 11269336"/>
              <a:gd name="connsiteY123" fmla="*/ 1945050 h 2323145"/>
              <a:gd name="connsiteX124" fmla="*/ 5689123 w 11269336"/>
              <a:gd name="connsiteY124" fmla="*/ 1947067 h 2323145"/>
              <a:gd name="connsiteX125" fmla="*/ 5653291 w 11269336"/>
              <a:gd name="connsiteY125" fmla="*/ 1960245 h 2323145"/>
              <a:gd name="connsiteX126" fmla="*/ 5599385 w 11269336"/>
              <a:gd name="connsiteY126" fmla="*/ 1945198 h 2323145"/>
              <a:gd name="connsiteX127" fmla="*/ 5578300 w 11269336"/>
              <a:gd name="connsiteY127" fmla="*/ 1944963 h 2323145"/>
              <a:gd name="connsiteX128" fmla="*/ 5566758 w 11269336"/>
              <a:gd name="connsiteY128" fmla="*/ 1943441 h 2323145"/>
              <a:gd name="connsiteX129" fmla="*/ 5565857 w 11269336"/>
              <a:gd name="connsiteY129" fmla="*/ 1942445 h 2323145"/>
              <a:gd name="connsiteX130" fmla="*/ 5531534 w 11269336"/>
              <a:gd name="connsiteY130" fmla="*/ 1955208 h 2323145"/>
              <a:gd name="connsiteX131" fmla="*/ 5526552 w 11269336"/>
              <a:gd name="connsiteY131" fmla="*/ 1954799 h 2323145"/>
              <a:gd name="connsiteX132" fmla="*/ 5504723 w 11269336"/>
              <a:gd name="connsiteY132" fmla="*/ 1965811 h 2323145"/>
              <a:gd name="connsiteX133" fmla="*/ 5493156 w 11269336"/>
              <a:gd name="connsiteY133" fmla="*/ 1970063 h 2323145"/>
              <a:gd name="connsiteX134" fmla="*/ 5490486 w 11269336"/>
              <a:gd name="connsiteY134" fmla="*/ 1974227 h 2323145"/>
              <a:gd name="connsiteX135" fmla="*/ 5473107 w 11269336"/>
              <a:gd name="connsiteY135" fmla="*/ 1979001 h 2323145"/>
              <a:gd name="connsiteX136" fmla="*/ 5470885 w 11269336"/>
              <a:gd name="connsiteY136" fmla="*/ 1978432 h 2323145"/>
              <a:gd name="connsiteX137" fmla="*/ 5457393 w 11269336"/>
              <a:gd name="connsiteY137" fmla="*/ 1986525 h 2323145"/>
              <a:gd name="connsiteX138" fmla="*/ 5447102 w 11269336"/>
              <a:gd name="connsiteY138" fmla="*/ 1998329 h 2323145"/>
              <a:gd name="connsiteX139" fmla="*/ 5159151 w 11269336"/>
              <a:gd name="connsiteY139" fmla="*/ 2029640 h 2323145"/>
              <a:gd name="connsiteX140" fmla="*/ 5041688 w 11269336"/>
              <a:gd name="connsiteY140" fmla="*/ 2022334 h 2323145"/>
              <a:gd name="connsiteX141" fmla="*/ 4860988 w 11269336"/>
              <a:gd name="connsiteY141" fmla="*/ 2135698 h 2323145"/>
              <a:gd name="connsiteX142" fmla="*/ 4807902 w 11269336"/>
              <a:gd name="connsiteY142" fmla="*/ 2138894 h 2323145"/>
              <a:gd name="connsiteX143" fmla="*/ 4765388 w 11269336"/>
              <a:gd name="connsiteY143" fmla="*/ 2162525 h 2323145"/>
              <a:gd name="connsiteX144" fmla="*/ 4745033 w 11269336"/>
              <a:gd name="connsiteY144" fmla="*/ 2158859 h 2323145"/>
              <a:gd name="connsiteX145" fmla="*/ 4741475 w 11269336"/>
              <a:gd name="connsiteY145" fmla="*/ 2157998 h 2323145"/>
              <a:gd name="connsiteX146" fmla="*/ 4728247 w 11269336"/>
              <a:gd name="connsiteY146" fmla="*/ 2159526 h 2323145"/>
              <a:gd name="connsiteX147" fmla="*/ 4723263 w 11269336"/>
              <a:gd name="connsiteY147" fmla="*/ 2153742 h 2323145"/>
              <a:gd name="connsiteX148" fmla="*/ 4702453 w 11269336"/>
              <a:gd name="connsiteY148" fmla="*/ 2151586 h 2323145"/>
              <a:gd name="connsiteX149" fmla="*/ 4678455 w 11269336"/>
              <a:gd name="connsiteY149" fmla="*/ 2156131 h 2323145"/>
              <a:gd name="connsiteX150" fmla="*/ 4593061 w 11269336"/>
              <a:gd name="connsiteY150" fmla="*/ 2171597 h 2323145"/>
              <a:gd name="connsiteX151" fmla="*/ 4579902 w 11269336"/>
              <a:gd name="connsiteY151" fmla="*/ 2177927 h 2323145"/>
              <a:gd name="connsiteX152" fmla="*/ 4533444 w 11269336"/>
              <a:gd name="connsiteY152" fmla="*/ 2181200 h 2323145"/>
              <a:gd name="connsiteX153" fmla="*/ 4492832 w 11269336"/>
              <a:gd name="connsiteY153" fmla="*/ 2188033 h 2323145"/>
              <a:gd name="connsiteX154" fmla="*/ 4467257 w 11269336"/>
              <a:gd name="connsiteY154" fmla="*/ 2196121 h 2323145"/>
              <a:gd name="connsiteX155" fmla="*/ 4459937 w 11269336"/>
              <a:gd name="connsiteY155" fmla="*/ 2195182 h 2323145"/>
              <a:gd name="connsiteX156" fmla="*/ 4433312 w 11269336"/>
              <a:gd name="connsiteY156" fmla="*/ 2199004 h 2323145"/>
              <a:gd name="connsiteX157" fmla="*/ 4420601 w 11269336"/>
              <a:gd name="connsiteY157" fmla="*/ 2205158 h 2323145"/>
              <a:gd name="connsiteX158" fmla="*/ 4405765 w 11269336"/>
              <a:gd name="connsiteY158" fmla="*/ 2199902 h 2323145"/>
              <a:gd name="connsiteX159" fmla="*/ 4401354 w 11269336"/>
              <a:gd name="connsiteY159" fmla="*/ 2194745 h 2323145"/>
              <a:gd name="connsiteX160" fmla="*/ 4383151 w 11269336"/>
              <a:gd name="connsiteY160" fmla="*/ 2201140 h 2323145"/>
              <a:gd name="connsiteX161" fmla="*/ 4366646 w 11269336"/>
              <a:gd name="connsiteY161" fmla="*/ 2198564 h 2323145"/>
              <a:gd name="connsiteX162" fmla="*/ 4354009 w 11269336"/>
              <a:gd name="connsiteY162" fmla="*/ 2204984 h 2323145"/>
              <a:gd name="connsiteX163" fmla="*/ 4348284 w 11269336"/>
              <a:gd name="connsiteY163" fmla="*/ 2205270 h 2323145"/>
              <a:gd name="connsiteX164" fmla="*/ 4333906 w 11269336"/>
              <a:gd name="connsiteY164" fmla="*/ 2205251 h 2323145"/>
              <a:gd name="connsiteX165" fmla="*/ 4308819 w 11269336"/>
              <a:gd name="connsiteY165" fmla="*/ 2203822 h 2323145"/>
              <a:gd name="connsiteX166" fmla="*/ 4301210 w 11269336"/>
              <a:gd name="connsiteY166" fmla="*/ 2204456 h 2323145"/>
              <a:gd name="connsiteX167" fmla="*/ 4283095 w 11269336"/>
              <a:gd name="connsiteY167" fmla="*/ 2198177 h 2323145"/>
              <a:gd name="connsiteX168" fmla="*/ 4250119 w 11269336"/>
              <a:gd name="connsiteY168" fmla="*/ 2196342 h 2323145"/>
              <a:gd name="connsiteX169" fmla="*/ 4189203 w 11269336"/>
              <a:gd name="connsiteY169" fmla="*/ 2178994 h 2323145"/>
              <a:gd name="connsiteX170" fmla="*/ 4154035 w 11269336"/>
              <a:gd name="connsiteY170" fmla="*/ 2171950 h 2323145"/>
              <a:gd name="connsiteX171" fmla="*/ 4129569 w 11269336"/>
              <a:gd name="connsiteY171" fmla="*/ 2163850 h 2323145"/>
              <a:gd name="connsiteX172" fmla="*/ 4061250 w 11269336"/>
              <a:gd name="connsiteY172" fmla="*/ 2159236 h 2323145"/>
              <a:gd name="connsiteX173" fmla="*/ 3945480 w 11269336"/>
              <a:gd name="connsiteY173" fmla="*/ 2158279 h 2323145"/>
              <a:gd name="connsiteX174" fmla="*/ 3921468 w 11269336"/>
              <a:gd name="connsiteY174" fmla="*/ 2156588 h 2323145"/>
              <a:gd name="connsiteX175" fmla="*/ 3903348 w 11269336"/>
              <a:gd name="connsiteY175" fmla="*/ 2149220 h 2323145"/>
              <a:gd name="connsiteX176" fmla="*/ 3901342 w 11269336"/>
              <a:gd name="connsiteY176" fmla="*/ 2142355 h 2323145"/>
              <a:gd name="connsiteX177" fmla="*/ 3888539 w 11269336"/>
              <a:gd name="connsiteY177" fmla="*/ 2140476 h 2323145"/>
              <a:gd name="connsiteX178" fmla="*/ 3885662 w 11269336"/>
              <a:gd name="connsiteY178" fmla="*/ 2138740 h 2323145"/>
              <a:gd name="connsiteX179" fmla="*/ 3868627 w 11269336"/>
              <a:gd name="connsiteY179" fmla="*/ 2130023 h 2323145"/>
              <a:gd name="connsiteX180" fmla="*/ 3819177 w 11269336"/>
              <a:gd name="connsiteY180" fmla="*/ 2142111 h 2323145"/>
              <a:gd name="connsiteX181" fmla="*/ 3769100 w 11269336"/>
              <a:gd name="connsiteY181" fmla="*/ 2131731 h 2323145"/>
              <a:gd name="connsiteX182" fmla="*/ 3562752 w 11269336"/>
              <a:gd name="connsiteY182" fmla="*/ 2131785 h 2323145"/>
              <a:gd name="connsiteX183" fmla="*/ 3541402 w 11269336"/>
              <a:gd name="connsiteY183" fmla="*/ 2106821 h 2323145"/>
              <a:gd name="connsiteX184" fmla="*/ 3365341 w 11269336"/>
              <a:gd name="connsiteY184" fmla="*/ 2077638 h 2323145"/>
              <a:gd name="connsiteX185" fmla="*/ 3170922 w 11269336"/>
              <a:gd name="connsiteY185" fmla="*/ 2115957 h 2323145"/>
              <a:gd name="connsiteX186" fmla="*/ 3156256 w 11269336"/>
              <a:gd name="connsiteY186" fmla="*/ 2124773 h 2323145"/>
              <a:gd name="connsiteX187" fmla="*/ 3140298 w 11269336"/>
              <a:gd name="connsiteY187" fmla="*/ 2129182 h 2323145"/>
              <a:gd name="connsiteX188" fmla="*/ 3138514 w 11269336"/>
              <a:gd name="connsiteY188" fmla="*/ 2128069 h 2323145"/>
              <a:gd name="connsiteX189" fmla="*/ 3120467 w 11269336"/>
              <a:gd name="connsiteY189" fmla="*/ 2128281 h 2323145"/>
              <a:gd name="connsiteX190" fmla="*/ 3116175 w 11269336"/>
              <a:gd name="connsiteY190" fmla="*/ 2131633 h 2323145"/>
              <a:gd name="connsiteX191" fmla="*/ 3103685 w 11269336"/>
              <a:gd name="connsiteY191" fmla="*/ 2132814 h 2323145"/>
              <a:gd name="connsiteX192" fmla="*/ 3078794 w 11269336"/>
              <a:gd name="connsiteY192" fmla="*/ 2137935 h 2323145"/>
              <a:gd name="connsiteX193" fmla="*/ 3074407 w 11269336"/>
              <a:gd name="connsiteY193" fmla="*/ 2136274 h 2323145"/>
              <a:gd name="connsiteX194" fmla="*/ 3037285 w 11269336"/>
              <a:gd name="connsiteY194" fmla="*/ 2139919 h 2323145"/>
              <a:gd name="connsiteX195" fmla="*/ 3036901 w 11269336"/>
              <a:gd name="connsiteY195" fmla="*/ 2138726 h 2323145"/>
              <a:gd name="connsiteX196" fmla="*/ 3026996 w 11269336"/>
              <a:gd name="connsiteY196" fmla="*/ 2134322 h 2323145"/>
              <a:gd name="connsiteX197" fmla="*/ 3007772 w 11269336"/>
              <a:gd name="connsiteY197" fmla="*/ 2128742 h 2323145"/>
              <a:gd name="connsiteX198" fmla="*/ 2965030 w 11269336"/>
              <a:gd name="connsiteY198" fmla="*/ 2100494 h 2323145"/>
              <a:gd name="connsiteX199" fmla="*/ 2926342 w 11269336"/>
              <a:gd name="connsiteY199" fmla="*/ 2104155 h 2323145"/>
              <a:gd name="connsiteX200" fmla="*/ 2918608 w 11269336"/>
              <a:gd name="connsiteY200" fmla="*/ 2104215 h 2323145"/>
              <a:gd name="connsiteX201" fmla="*/ 2918475 w 11269336"/>
              <a:gd name="connsiteY201" fmla="*/ 2103937 h 2323145"/>
              <a:gd name="connsiteX202" fmla="*/ 2910360 w 11269336"/>
              <a:gd name="connsiteY202" fmla="*/ 2103444 h 2323145"/>
              <a:gd name="connsiteX203" fmla="*/ 2904507 w 11269336"/>
              <a:gd name="connsiteY203" fmla="*/ 2104326 h 2323145"/>
              <a:gd name="connsiteX204" fmla="*/ 2889503 w 11269336"/>
              <a:gd name="connsiteY204" fmla="*/ 2104443 h 2323145"/>
              <a:gd name="connsiteX205" fmla="*/ 2884480 w 11269336"/>
              <a:gd name="connsiteY205" fmla="*/ 2102626 h 2323145"/>
              <a:gd name="connsiteX206" fmla="*/ 2882689 w 11269336"/>
              <a:gd name="connsiteY206" fmla="*/ 2099228 h 2323145"/>
              <a:gd name="connsiteX207" fmla="*/ 2881291 w 11269336"/>
              <a:gd name="connsiteY207" fmla="*/ 2099618 h 2323145"/>
              <a:gd name="connsiteX208" fmla="*/ 2853979 w 11269336"/>
              <a:gd name="connsiteY208" fmla="*/ 2090388 h 2323145"/>
              <a:gd name="connsiteX209" fmla="*/ 2791790 w 11269336"/>
              <a:gd name="connsiteY209" fmla="*/ 2080332 h 2323145"/>
              <a:gd name="connsiteX210" fmla="*/ 2755844 w 11269336"/>
              <a:gd name="connsiteY210" fmla="*/ 2078874 h 2323145"/>
              <a:gd name="connsiteX211" fmla="*/ 2657742 w 11269336"/>
              <a:gd name="connsiteY211" fmla="*/ 2070179 h 2323145"/>
              <a:gd name="connsiteX212" fmla="*/ 2559549 w 11269336"/>
              <a:gd name="connsiteY212" fmla="*/ 2057873 h 2323145"/>
              <a:gd name="connsiteX213" fmla="*/ 2512054 w 11269336"/>
              <a:gd name="connsiteY213" fmla="*/ 2031671 h 2323145"/>
              <a:gd name="connsiteX214" fmla="*/ 2506437 w 11269336"/>
              <a:gd name="connsiteY214" fmla="*/ 2030918 h 2323145"/>
              <a:gd name="connsiteX215" fmla="*/ 2491752 w 11269336"/>
              <a:gd name="connsiteY215" fmla="*/ 2033906 h 2323145"/>
              <a:gd name="connsiteX216" fmla="*/ 2486338 w 11269336"/>
              <a:gd name="connsiteY216" fmla="*/ 2035862 h 2323145"/>
              <a:gd name="connsiteX217" fmla="*/ 2478186 w 11269336"/>
              <a:gd name="connsiteY217" fmla="*/ 2036953 h 2323145"/>
              <a:gd name="connsiteX218" fmla="*/ 2477950 w 11269336"/>
              <a:gd name="connsiteY218" fmla="*/ 2036715 h 2323145"/>
              <a:gd name="connsiteX219" fmla="*/ 2470381 w 11269336"/>
              <a:gd name="connsiteY219" fmla="*/ 2038256 h 2323145"/>
              <a:gd name="connsiteX220" fmla="*/ 2433781 w 11269336"/>
              <a:gd name="connsiteY220" fmla="*/ 2049140 h 2323145"/>
              <a:gd name="connsiteX221" fmla="*/ 2381172 w 11269336"/>
              <a:gd name="connsiteY221" fmla="*/ 2030645 h 2323145"/>
              <a:gd name="connsiteX222" fmla="*/ 2360198 w 11269336"/>
              <a:gd name="connsiteY222" fmla="*/ 2029059 h 2323145"/>
              <a:gd name="connsiteX223" fmla="*/ 2348815 w 11269336"/>
              <a:gd name="connsiteY223" fmla="*/ 2026798 h 2323145"/>
              <a:gd name="connsiteX224" fmla="*/ 2347988 w 11269336"/>
              <a:gd name="connsiteY224" fmla="*/ 2025745 h 2323145"/>
              <a:gd name="connsiteX225" fmla="*/ 2312920 w 11269336"/>
              <a:gd name="connsiteY225" fmla="*/ 2036311 h 2323145"/>
              <a:gd name="connsiteX226" fmla="*/ 2307986 w 11269336"/>
              <a:gd name="connsiteY226" fmla="*/ 2035583 h 2323145"/>
              <a:gd name="connsiteX227" fmla="*/ 2285481 w 11269336"/>
              <a:gd name="connsiteY227" fmla="*/ 2045197 h 2323145"/>
              <a:gd name="connsiteX228" fmla="*/ 2273666 w 11269336"/>
              <a:gd name="connsiteY228" fmla="*/ 2048710 h 2323145"/>
              <a:gd name="connsiteX229" fmla="*/ 2270719 w 11269336"/>
              <a:gd name="connsiteY229" fmla="*/ 2052702 h 2323145"/>
              <a:gd name="connsiteX230" fmla="*/ 2253080 w 11269336"/>
              <a:gd name="connsiteY230" fmla="*/ 2056363 h 2323145"/>
              <a:gd name="connsiteX231" fmla="*/ 2250906 w 11269336"/>
              <a:gd name="connsiteY231" fmla="*/ 2055654 h 2323145"/>
              <a:gd name="connsiteX232" fmla="*/ 2236905 w 11269336"/>
              <a:gd name="connsiteY232" fmla="*/ 2062882 h 2323145"/>
              <a:gd name="connsiteX233" fmla="*/ 2225830 w 11269336"/>
              <a:gd name="connsiteY233" fmla="*/ 2074027 h 2323145"/>
              <a:gd name="connsiteX234" fmla="*/ 2073776 w 11269336"/>
              <a:gd name="connsiteY234" fmla="*/ 2089244 h 2323145"/>
              <a:gd name="connsiteX235" fmla="*/ 1948256 w 11269336"/>
              <a:gd name="connsiteY235" fmla="*/ 2146616 h 2323145"/>
              <a:gd name="connsiteX236" fmla="*/ 1865582 w 11269336"/>
              <a:gd name="connsiteY236" fmla="*/ 2153738 h 2323145"/>
              <a:gd name="connsiteX237" fmla="*/ 1835210 w 11269336"/>
              <a:gd name="connsiteY237" fmla="*/ 2134244 h 2323145"/>
              <a:gd name="connsiteX238" fmla="*/ 1632661 w 11269336"/>
              <a:gd name="connsiteY238" fmla="*/ 2173882 h 2323145"/>
              <a:gd name="connsiteX239" fmla="*/ 1579590 w 11269336"/>
              <a:gd name="connsiteY239" fmla="*/ 2173680 h 2323145"/>
              <a:gd name="connsiteX240" fmla="*/ 1535601 w 11269336"/>
              <a:gd name="connsiteY240" fmla="*/ 2194590 h 2323145"/>
              <a:gd name="connsiteX241" fmla="*/ 1515594 w 11269336"/>
              <a:gd name="connsiteY241" fmla="*/ 2189622 h 2323145"/>
              <a:gd name="connsiteX242" fmla="*/ 1512113 w 11269336"/>
              <a:gd name="connsiteY242" fmla="*/ 2188534 h 2323145"/>
              <a:gd name="connsiteX243" fmla="*/ 1498838 w 11269336"/>
              <a:gd name="connsiteY243" fmla="*/ 2189213 h 2323145"/>
              <a:gd name="connsiteX244" fmla="*/ 1494279 w 11269336"/>
              <a:gd name="connsiteY244" fmla="*/ 2183112 h 2323145"/>
              <a:gd name="connsiteX245" fmla="*/ 1473714 w 11269336"/>
              <a:gd name="connsiteY245" fmla="*/ 2179625 h 2323145"/>
              <a:gd name="connsiteX246" fmla="*/ 1449503 w 11269336"/>
              <a:gd name="connsiteY246" fmla="*/ 2182633 h 2323145"/>
              <a:gd name="connsiteX247" fmla="*/ 1335495 w 11269336"/>
              <a:gd name="connsiteY247" fmla="*/ 2203940 h 2323145"/>
              <a:gd name="connsiteX248" fmla="*/ 1266687 w 11269336"/>
              <a:gd name="connsiteY248" fmla="*/ 2212688 h 2323145"/>
              <a:gd name="connsiteX249" fmla="*/ 1239614 w 11269336"/>
              <a:gd name="connsiteY249" fmla="*/ 2209727 h 2323145"/>
              <a:gd name="connsiteX250" fmla="*/ 1202436 w 11269336"/>
              <a:gd name="connsiteY250" fmla="*/ 2209817 h 2323145"/>
              <a:gd name="connsiteX251" fmla="*/ 1136097 w 11269336"/>
              <a:gd name="connsiteY251" fmla="*/ 2205112 h 2323145"/>
              <a:gd name="connsiteX252" fmla="*/ 988232 w 11269336"/>
              <a:gd name="connsiteY252" fmla="*/ 2235635 h 2323145"/>
              <a:gd name="connsiteX253" fmla="*/ 981959 w 11269336"/>
              <a:gd name="connsiteY253" fmla="*/ 2231607 h 2323145"/>
              <a:gd name="connsiteX254" fmla="*/ 938600 w 11269336"/>
              <a:gd name="connsiteY254" fmla="*/ 2238113 h 2323145"/>
              <a:gd name="connsiteX255" fmla="*/ 791788 w 11269336"/>
              <a:gd name="connsiteY255" fmla="*/ 2293224 h 2323145"/>
              <a:gd name="connsiteX256" fmla="*/ 706914 w 11269336"/>
              <a:gd name="connsiteY256" fmla="*/ 2305046 h 2323145"/>
              <a:gd name="connsiteX257" fmla="*/ 675971 w 11269336"/>
              <a:gd name="connsiteY257" fmla="*/ 2304030 h 2323145"/>
              <a:gd name="connsiteX258" fmla="*/ 624180 w 11269336"/>
              <a:gd name="connsiteY258" fmla="*/ 2302650 h 2323145"/>
              <a:gd name="connsiteX259" fmla="*/ 583453 w 11269336"/>
              <a:gd name="connsiteY259" fmla="*/ 2288788 h 2323145"/>
              <a:gd name="connsiteX260" fmla="*/ 540946 w 11269336"/>
              <a:gd name="connsiteY260" fmla="*/ 2292721 h 2323145"/>
              <a:gd name="connsiteX261" fmla="*/ 533680 w 11269336"/>
              <a:gd name="connsiteY261" fmla="*/ 2310233 h 2323145"/>
              <a:gd name="connsiteX262" fmla="*/ 487366 w 11269336"/>
              <a:gd name="connsiteY262" fmla="*/ 2309053 h 2323145"/>
              <a:gd name="connsiteX263" fmla="*/ 416820 w 11269336"/>
              <a:gd name="connsiteY263" fmla="*/ 2305443 h 2323145"/>
              <a:gd name="connsiteX264" fmla="*/ 376805 w 11269336"/>
              <a:gd name="connsiteY264" fmla="*/ 2307647 h 2323145"/>
              <a:gd name="connsiteX265" fmla="*/ 266777 w 11269336"/>
              <a:gd name="connsiteY265" fmla="*/ 2309012 h 2323145"/>
              <a:gd name="connsiteX266" fmla="*/ 156013 w 11269336"/>
              <a:gd name="connsiteY266" fmla="*/ 2306832 h 2323145"/>
              <a:gd name="connsiteX267" fmla="*/ 87258 w 11269336"/>
              <a:gd name="connsiteY267" fmla="*/ 2285511 h 2323145"/>
              <a:gd name="connsiteX268" fmla="*/ 23798 w 11269336"/>
              <a:gd name="connsiteY268" fmla="*/ 2281822 h 2323145"/>
              <a:gd name="connsiteX269" fmla="*/ 0 w 11269336"/>
              <a:gd name="connsiteY269" fmla="*/ 2285369 h 2323145"/>
              <a:gd name="connsiteX270" fmla="*/ 0 w 11269336"/>
              <a:gd name="connsiteY270"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742561 w 11269336"/>
              <a:gd name="connsiteY18" fmla="*/ 500437 h 2323145"/>
              <a:gd name="connsiteX19" fmla="*/ 9561831 w 11269336"/>
              <a:gd name="connsiteY19" fmla="*/ 547649 h 2323145"/>
              <a:gd name="connsiteX20" fmla="*/ 9380600 w 11269336"/>
              <a:gd name="connsiteY20" fmla="*/ 549821 h 2323145"/>
              <a:gd name="connsiteX21" fmla="*/ 9139429 w 11269336"/>
              <a:gd name="connsiteY21" fmla="*/ 696446 h 2323145"/>
              <a:gd name="connsiteX22" fmla="*/ 9114263 w 11269336"/>
              <a:gd name="connsiteY22" fmla="*/ 709213 h 2323145"/>
              <a:gd name="connsiteX23" fmla="*/ 9028928 w 11269336"/>
              <a:gd name="connsiteY23" fmla="*/ 745350 h 2323145"/>
              <a:gd name="connsiteX24" fmla="*/ 8977138 w 11269336"/>
              <a:gd name="connsiteY24" fmla="*/ 774970 h 2323145"/>
              <a:gd name="connsiteX25" fmla="*/ 8947030 w 11269336"/>
              <a:gd name="connsiteY25" fmla="*/ 814934 h 2323145"/>
              <a:gd name="connsiteX26" fmla="*/ 8914746 w 11269336"/>
              <a:gd name="connsiteY26" fmla="*/ 826428 h 2323145"/>
              <a:gd name="connsiteX27" fmla="*/ 8917778 w 11269336"/>
              <a:gd name="connsiteY27" fmla="*/ 835198 h 2323145"/>
              <a:gd name="connsiteX28" fmla="*/ 8905560 w 11269336"/>
              <a:gd name="connsiteY28" fmla="*/ 838358 h 2323145"/>
              <a:gd name="connsiteX29" fmla="*/ 8897564 w 11269336"/>
              <a:gd name="connsiteY29" fmla="*/ 834287 h 2323145"/>
              <a:gd name="connsiteX30" fmla="*/ 8878040 w 11269336"/>
              <a:gd name="connsiteY30" fmla="*/ 844150 h 2323145"/>
              <a:gd name="connsiteX31" fmla="*/ 8882654 w 11269336"/>
              <a:gd name="connsiteY31" fmla="*/ 892768 h 2323145"/>
              <a:gd name="connsiteX32" fmla="*/ 8837498 w 11269336"/>
              <a:gd name="connsiteY32" fmla="*/ 885664 h 2323145"/>
              <a:gd name="connsiteX33" fmla="*/ 8795998 w 11269336"/>
              <a:gd name="connsiteY33" fmla="*/ 863337 h 2323145"/>
              <a:gd name="connsiteX34" fmla="*/ 8776970 w 11269336"/>
              <a:gd name="connsiteY34" fmla="*/ 885177 h 2323145"/>
              <a:gd name="connsiteX35" fmla="*/ 8755719 w 11269336"/>
              <a:gd name="connsiteY35" fmla="*/ 889754 h 2323145"/>
              <a:gd name="connsiteX36" fmla="*/ 8743257 w 11269336"/>
              <a:gd name="connsiteY36" fmla="*/ 904723 h 2323145"/>
              <a:gd name="connsiteX37" fmla="*/ 8721366 w 11269336"/>
              <a:gd name="connsiteY37" fmla="*/ 904711 h 2323145"/>
              <a:gd name="connsiteX38" fmla="*/ 8678353 w 11269336"/>
              <a:gd name="connsiteY38" fmla="*/ 926318 h 2323145"/>
              <a:gd name="connsiteX39" fmla="*/ 8636849 w 11269336"/>
              <a:gd name="connsiteY39" fmla="*/ 937900 h 2323145"/>
              <a:gd name="connsiteX40" fmla="*/ 8620213 w 11269336"/>
              <a:gd name="connsiteY40" fmla="*/ 943068 h 2323145"/>
              <a:gd name="connsiteX41" fmla="*/ 8612581 w 11269336"/>
              <a:gd name="connsiteY41" fmla="*/ 952695 h 2323145"/>
              <a:gd name="connsiteX42" fmla="*/ 8589038 w 11269336"/>
              <a:gd name="connsiteY42" fmla="*/ 963892 h 2323145"/>
              <a:gd name="connsiteX43" fmla="*/ 8579950 w 11269336"/>
              <a:gd name="connsiteY43" fmla="*/ 960899 h 2323145"/>
              <a:gd name="connsiteX44" fmla="*/ 8579319 w 11269336"/>
              <a:gd name="connsiteY44" fmla="*/ 965630 h 2323145"/>
              <a:gd name="connsiteX45" fmla="*/ 8547429 w 11269336"/>
              <a:gd name="connsiteY45" fmla="*/ 984506 h 2323145"/>
              <a:gd name="connsiteX46" fmla="*/ 8478704 w 11269336"/>
              <a:gd name="connsiteY46" fmla="*/ 1025490 h 2323145"/>
              <a:gd name="connsiteX47" fmla="*/ 8461421 w 11269336"/>
              <a:gd name="connsiteY47" fmla="*/ 1035512 h 2323145"/>
              <a:gd name="connsiteX48" fmla="*/ 8445003 w 11269336"/>
              <a:gd name="connsiteY48" fmla="*/ 1036851 h 2323145"/>
              <a:gd name="connsiteX49" fmla="*/ 8357350 w 11269336"/>
              <a:gd name="connsiteY49" fmla="*/ 1060213 h 2323145"/>
              <a:gd name="connsiteX50" fmla="*/ 8335565 w 11269336"/>
              <a:gd name="connsiteY50" fmla="*/ 1061151 h 2323145"/>
              <a:gd name="connsiteX51" fmla="*/ 8325267 w 11269336"/>
              <a:gd name="connsiteY51" fmla="*/ 1055919 h 2323145"/>
              <a:gd name="connsiteX52" fmla="*/ 8293586 w 11269336"/>
              <a:gd name="connsiteY52" fmla="*/ 1076144 h 2323145"/>
              <a:gd name="connsiteX53" fmla="*/ 8242405 w 11269336"/>
              <a:gd name="connsiteY53" fmla="*/ 1095960 h 2323145"/>
              <a:gd name="connsiteX54" fmla="*/ 8218531 w 11269336"/>
              <a:gd name="connsiteY54" fmla="*/ 1107622 h 2323145"/>
              <a:gd name="connsiteX55" fmla="*/ 8197391 w 11269336"/>
              <a:gd name="connsiteY55" fmla="*/ 1107746 h 2323145"/>
              <a:gd name="connsiteX56" fmla="*/ 8081474 w 11269336"/>
              <a:gd name="connsiteY56" fmla="*/ 1130125 h 2323145"/>
              <a:gd name="connsiteX57" fmla="*/ 8053585 w 11269336"/>
              <a:gd name="connsiteY57" fmla="*/ 1129169 h 2323145"/>
              <a:gd name="connsiteX58" fmla="*/ 8038422 w 11269336"/>
              <a:gd name="connsiteY58" fmla="*/ 1119092 h 2323145"/>
              <a:gd name="connsiteX59" fmla="*/ 8029450 w 11269336"/>
              <a:gd name="connsiteY59" fmla="*/ 1125592 h 2323145"/>
              <a:gd name="connsiteX60" fmla="*/ 7959552 w 11269336"/>
              <a:gd name="connsiteY60" fmla="*/ 1140188 h 2323145"/>
              <a:gd name="connsiteX61" fmla="*/ 7914188 w 11269336"/>
              <a:gd name="connsiteY61" fmla="*/ 1150862 h 2323145"/>
              <a:gd name="connsiteX62" fmla="*/ 7914918 w 11269336"/>
              <a:gd name="connsiteY62" fmla="*/ 1168758 h 2323145"/>
              <a:gd name="connsiteX63" fmla="*/ 7875510 w 11269336"/>
              <a:gd name="connsiteY63" fmla="*/ 1183153 h 2323145"/>
              <a:gd name="connsiteX64" fmla="*/ 7829932 w 11269336"/>
              <a:gd name="connsiteY64" fmla="*/ 1180782 h 2323145"/>
              <a:gd name="connsiteX65" fmla="*/ 7779182 w 11269336"/>
              <a:gd name="connsiteY65" fmla="*/ 1192665 h 2323145"/>
              <a:gd name="connsiteX66" fmla="*/ 7748774 w 11269336"/>
              <a:gd name="connsiteY66" fmla="*/ 1199586 h 2323145"/>
              <a:gd name="connsiteX67" fmla="*/ 7671846 w 11269336"/>
              <a:gd name="connsiteY67" fmla="*/ 1231966 h 2323145"/>
              <a:gd name="connsiteX68" fmla="*/ 7554146 w 11269336"/>
              <a:gd name="connsiteY68" fmla="*/ 1319748 h 2323145"/>
              <a:gd name="connsiteX69" fmla="*/ 7515052 w 11269336"/>
              <a:gd name="connsiteY69" fmla="*/ 1336718 h 2323145"/>
              <a:gd name="connsiteX70" fmla="*/ 7507193 w 11269336"/>
              <a:gd name="connsiteY70" fmla="*/ 1334617 h 2323145"/>
              <a:gd name="connsiteX71" fmla="*/ 7461694 w 11269336"/>
              <a:gd name="connsiteY71" fmla="*/ 1375866 h 2323145"/>
              <a:gd name="connsiteX72" fmla="*/ 7377571 w 11269336"/>
              <a:gd name="connsiteY72" fmla="*/ 1400128 h 2323145"/>
              <a:gd name="connsiteX73" fmla="*/ 7311261 w 11269336"/>
              <a:gd name="connsiteY73" fmla="*/ 1412652 h 2323145"/>
              <a:gd name="connsiteX74" fmla="*/ 7275307 w 11269336"/>
              <a:gd name="connsiteY74" fmla="*/ 1422171 h 2323145"/>
              <a:gd name="connsiteX75" fmla="*/ 7247783 w 11269336"/>
              <a:gd name="connsiteY75" fmla="*/ 1426330 h 2323145"/>
              <a:gd name="connsiteX76" fmla="*/ 7185047 w 11269336"/>
              <a:gd name="connsiteY76" fmla="*/ 1451812 h 2323145"/>
              <a:gd name="connsiteX77" fmla="*/ 7084117 w 11269336"/>
              <a:gd name="connsiteY77" fmla="*/ 1500281 h 2323145"/>
              <a:gd name="connsiteX78" fmla="*/ 7062011 w 11269336"/>
              <a:gd name="connsiteY78" fmla="*/ 1509183 h 2323145"/>
              <a:gd name="connsiteX79" fmla="*/ 7040555 w 11269336"/>
              <a:gd name="connsiteY79" fmla="*/ 1511207 h 2323145"/>
              <a:gd name="connsiteX80" fmla="*/ 7033438 w 11269336"/>
              <a:gd name="connsiteY80" fmla="*/ 1506772 h 2323145"/>
              <a:gd name="connsiteX81" fmla="*/ 7020886 w 11269336"/>
              <a:gd name="connsiteY81" fmla="*/ 1510764 h 2323145"/>
              <a:gd name="connsiteX82" fmla="*/ 7017033 w 11269336"/>
              <a:gd name="connsiteY82" fmla="*/ 1510650 h 2323145"/>
              <a:gd name="connsiteX83" fmla="*/ 6995460 w 11269336"/>
              <a:gd name="connsiteY83" fmla="*/ 1511173 h 2323145"/>
              <a:gd name="connsiteX84" fmla="*/ 6962144 w 11269336"/>
              <a:gd name="connsiteY84" fmla="*/ 1541508 h 2323145"/>
              <a:gd name="connsiteX85" fmla="*/ 6910674 w 11269336"/>
              <a:gd name="connsiteY85" fmla="*/ 1554793 h 2323145"/>
              <a:gd name="connsiteX86" fmla="*/ 6732152 w 11269336"/>
              <a:gd name="connsiteY86" fmla="*/ 1642538 h 2323145"/>
              <a:gd name="connsiteX87" fmla="*/ 6694106 w 11269336"/>
              <a:gd name="connsiteY87" fmla="*/ 1632377 h 2323145"/>
              <a:gd name="connsiteX88" fmla="*/ 6617223 w 11269336"/>
              <a:gd name="connsiteY88" fmla="*/ 1659889 h 2323145"/>
              <a:gd name="connsiteX89" fmla="*/ 6521138 w 11269336"/>
              <a:gd name="connsiteY89" fmla="*/ 1744340 h 2323145"/>
              <a:gd name="connsiteX90" fmla="*/ 6380677 w 11269336"/>
              <a:gd name="connsiteY90" fmla="*/ 1796883 h 2323145"/>
              <a:gd name="connsiteX91" fmla="*/ 6374897 w 11269336"/>
              <a:gd name="connsiteY91" fmla="*/ 1809910 h 2323145"/>
              <a:gd name="connsiteX92" fmla="*/ 6364545 w 11269336"/>
              <a:gd name="connsiteY92" fmla="*/ 1820090 h 2323145"/>
              <a:gd name="connsiteX93" fmla="*/ 6362126 w 11269336"/>
              <a:gd name="connsiteY93" fmla="*/ 1819991 h 2323145"/>
              <a:gd name="connsiteX94" fmla="*/ 6346673 w 11269336"/>
              <a:gd name="connsiteY94" fmla="*/ 1827824 h 2323145"/>
              <a:gd name="connsiteX95" fmla="*/ 6345588 w 11269336"/>
              <a:gd name="connsiteY95" fmla="*/ 1832232 h 2323145"/>
              <a:gd name="connsiteX96" fmla="*/ 6335708 w 11269336"/>
              <a:gd name="connsiteY96" fmla="*/ 1838451 h 2323145"/>
              <a:gd name="connsiteX97" fmla="*/ 6318182 w 11269336"/>
              <a:gd name="connsiteY97" fmla="*/ 1852975 h 2323145"/>
              <a:gd name="connsiteX98" fmla="*/ 6313084 w 11269336"/>
              <a:gd name="connsiteY98" fmla="*/ 1853561 h 2323145"/>
              <a:gd name="connsiteX99" fmla="*/ 6283816 w 11269336"/>
              <a:gd name="connsiteY99" fmla="*/ 1872148 h 2323145"/>
              <a:gd name="connsiteX100" fmla="*/ 6282550 w 11269336"/>
              <a:gd name="connsiteY100" fmla="*/ 1871392 h 2323145"/>
              <a:gd name="connsiteX101" fmla="*/ 6270527 w 11269336"/>
              <a:gd name="connsiteY101" fmla="*/ 1872208 h 2323145"/>
              <a:gd name="connsiteX102" fmla="*/ 6249518 w 11269336"/>
              <a:gd name="connsiteY102" fmla="*/ 1876079 h 2323145"/>
              <a:gd name="connsiteX103" fmla="*/ 6190386 w 11269336"/>
              <a:gd name="connsiteY103" fmla="*/ 1872478 h 2323145"/>
              <a:gd name="connsiteX104" fmla="*/ 6159777 w 11269336"/>
              <a:gd name="connsiteY104" fmla="*/ 1891745 h 2323145"/>
              <a:gd name="connsiteX105" fmla="*/ 6153131 w 11269336"/>
              <a:gd name="connsiteY105" fmla="*/ 1895079 h 2323145"/>
              <a:gd name="connsiteX106" fmla="*/ 6152798 w 11269336"/>
              <a:gd name="connsiteY106" fmla="*/ 1894920 h 2323145"/>
              <a:gd name="connsiteX107" fmla="*/ 6145388 w 11269336"/>
              <a:gd name="connsiteY107" fmla="*/ 1897990 h 2323145"/>
              <a:gd name="connsiteX108" fmla="*/ 6141014 w 11269336"/>
              <a:gd name="connsiteY108" fmla="*/ 1901155 h 2323145"/>
              <a:gd name="connsiteX109" fmla="*/ 6128122 w 11269336"/>
              <a:gd name="connsiteY109" fmla="*/ 1907623 h 2323145"/>
              <a:gd name="connsiteX110" fmla="*/ 6122351 w 11269336"/>
              <a:gd name="connsiteY110" fmla="*/ 1908359 h 2323145"/>
              <a:gd name="connsiteX111" fmla="*/ 6064750 w 11269336"/>
              <a:gd name="connsiteY111" fmla="*/ 1896394 h 2323145"/>
              <a:gd name="connsiteX112" fmla="*/ 5964230 w 11269336"/>
              <a:gd name="connsiteY112" fmla="*/ 1910038 h 2323145"/>
              <a:gd name="connsiteX113" fmla="*/ 5865399 w 11269336"/>
              <a:gd name="connsiteY113" fmla="*/ 1926966 h 2323145"/>
              <a:gd name="connsiteX114" fmla="*/ 5829951 w 11269336"/>
              <a:gd name="connsiteY114" fmla="*/ 1934755 h 2323145"/>
              <a:gd name="connsiteX115" fmla="*/ 5765285 w 11269336"/>
              <a:gd name="connsiteY115" fmla="*/ 1941322 h 2323145"/>
              <a:gd name="connsiteX116" fmla="*/ 5734750 w 11269336"/>
              <a:gd name="connsiteY116" fmla="*/ 1939793 h 2323145"/>
              <a:gd name="connsiteX117" fmla="*/ 5733569 w 11269336"/>
              <a:gd name="connsiteY117" fmla="*/ 1940505 h 2323145"/>
              <a:gd name="connsiteX118" fmla="*/ 5730329 w 11269336"/>
              <a:gd name="connsiteY118" fmla="*/ 1937845 h 2323145"/>
              <a:gd name="connsiteX119" fmla="*/ 5724661 w 11269336"/>
              <a:gd name="connsiteY119" fmla="*/ 1937455 h 2323145"/>
              <a:gd name="connsiteX120" fmla="*/ 5710186 w 11269336"/>
              <a:gd name="connsiteY120" fmla="*/ 1941370 h 2323145"/>
              <a:gd name="connsiteX121" fmla="*/ 5704910 w 11269336"/>
              <a:gd name="connsiteY121" fmla="*/ 1943663 h 2323145"/>
              <a:gd name="connsiteX122" fmla="*/ 5696836 w 11269336"/>
              <a:gd name="connsiteY122" fmla="*/ 1945271 h 2323145"/>
              <a:gd name="connsiteX123" fmla="*/ 5696583 w 11269336"/>
              <a:gd name="connsiteY123" fmla="*/ 1945050 h 2323145"/>
              <a:gd name="connsiteX124" fmla="*/ 5689123 w 11269336"/>
              <a:gd name="connsiteY124" fmla="*/ 1947067 h 2323145"/>
              <a:gd name="connsiteX125" fmla="*/ 5653291 w 11269336"/>
              <a:gd name="connsiteY125" fmla="*/ 1960245 h 2323145"/>
              <a:gd name="connsiteX126" fmla="*/ 5599385 w 11269336"/>
              <a:gd name="connsiteY126" fmla="*/ 1945198 h 2323145"/>
              <a:gd name="connsiteX127" fmla="*/ 5578300 w 11269336"/>
              <a:gd name="connsiteY127" fmla="*/ 1944963 h 2323145"/>
              <a:gd name="connsiteX128" fmla="*/ 5566758 w 11269336"/>
              <a:gd name="connsiteY128" fmla="*/ 1943441 h 2323145"/>
              <a:gd name="connsiteX129" fmla="*/ 5565857 w 11269336"/>
              <a:gd name="connsiteY129" fmla="*/ 1942445 h 2323145"/>
              <a:gd name="connsiteX130" fmla="*/ 5531534 w 11269336"/>
              <a:gd name="connsiteY130" fmla="*/ 1955208 h 2323145"/>
              <a:gd name="connsiteX131" fmla="*/ 5526552 w 11269336"/>
              <a:gd name="connsiteY131" fmla="*/ 1954799 h 2323145"/>
              <a:gd name="connsiteX132" fmla="*/ 5504723 w 11269336"/>
              <a:gd name="connsiteY132" fmla="*/ 1965811 h 2323145"/>
              <a:gd name="connsiteX133" fmla="*/ 5493156 w 11269336"/>
              <a:gd name="connsiteY133" fmla="*/ 1970063 h 2323145"/>
              <a:gd name="connsiteX134" fmla="*/ 5490486 w 11269336"/>
              <a:gd name="connsiteY134" fmla="*/ 1974227 h 2323145"/>
              <a:gd name="connsiteX135" fmla="*/ 5473107 w 11269336"/>
              <a:gd name="connsiteY135" fmla="*/ 1979001 h 2323145"/>
              <a:gd name="connsiteX136" fmla="*/ 5470885 w 11269336"/>
              <a:gd name="connsiteY136" fmla="*/ 1978432 h 2323145"/>
              <a:gd name="connsiteX137" fmla="*/ 5457393 w 11269336"/>
              <a:gd name="connsiteY137" fmla="*/ 1986525 h 2323145"/>
              <a:gd name="connsiteX138" fmla="*/ 5447102 w 11269336"/>
              <a:gd name="connsiteY138" fmla="*/ 1998329 h 2323145"/>
              <a:gd name="connsiteX139" fmla="*/ 5159151 w 11269336"/>
              <a:gd name="connsiteY139" fmla="*/ 2029640 h 2323145"/>
              <a:gd name="connsiteX140" fmla="*/ 5041688 w 11269336"/>
              <a:gd name="connsiteY140" fmla="*/ 2022334 h 2323145"/>
              <a:gd name="connsiteX141" fmla="*/ 4860988 w 11269336"/>
              <a:gd name="connsiteY141" fmla="*/ 2135698 h 2323145"/>
              <a:gd name="connsiteX142" fmla="*/ 4807902 w 11269336"/>
              <a:gd name="connsiteY142" fmla="*/ 2138894 h 2323145"/>
              <a:gd name="connsiteX143" fmla="*/ 4765388 w 11269336"/>
              <a:gd name="connsiteY143" fmla="*/ 2162525 h 2323145"/>
              <a:gd name="connsiteX144" fmla="*/ 4745033 w 11269336"/>
              <a:gd name="connsiteY144" fmla="*/ 2158859 h 2323145"/>
              <a:gd name="connsiteX145" fmla="*/ 4741475 w 11269336"/>
              <a:gd name="connsiteY145" fmla="*/ 2157998 h 2323145"/>
              <a:gd name="connsiteX146" fmla="*/ 4728247 w 11269336"/>
              <a:gd name="connsiteY146" fmla="*/ 2159526 h 2323145"/>
              <a:gd name="connsiteX147" fmla="*/ 4723263 w 11269336"/>
              <a:gd name="connsiteY147" fmla="*/ 2153742 h 2323145"/>
              <a:gd name="connsiteX148" fmla="*/ 4702453 w 11269336"/>
              <a:gd name="connsiteY148" fmla="*/ 2151586 h 2323145"/>
              <a:gd name="connsiteX149" fmla="*/ 4678455 w 11269336"/>
              <a:gd name="connsiteY149" fmla="*/ 2156131 h 2323145"/>
              <a:gd name="connsiteX150" fmla="*/ 4593061 w 11269336"/>
              <a:gd name="connsiteY150" fmla="*/ 2171597 h 2323145"/>
              <a:gd name="connsiteX151" fmla="*/ 4579902 w 11269336"/>
              <a:gd name="connsiteY151" fmla="*/ 2177927 h 2323145"/>
              <a:gd name="connsiteX152" fmla="*/ 4533444 w 11269336"/>
              <a:gd name="connsiteY152" fmla="*/ 2181200 h 2323145"/>
              <a:gd name="connsiteX153" fmla="*/ 4492832 w 11269336"/>
              <a:gd name="connsiteY153" fmla="*/ 2188033 h 2323145"/>
              <a:gd name="connsiteX154" fmla="*/ 4467257 w 11269336"/>
              <a:gd name="connsiteY154" fmla="*/ 2196121 h 2323145"/>
              <a:gd name="connsiteX155" fmla="*/ 4459937 w 11269336"/>
              <a:gd name="connsiteY155" fmla="*/ 2195182 h 2323145"/>
              <a:gd name="connsiteX156" fmla="*/ 4433312 w 11269336"/>
              <a:gd name="connsiteY156" fmla="*/ 2199004 h 2323145"/>
              <a:gd name="connsiteX157" fmla="*/ 4420601 w 11269336"/>
              <a:gd name="connsiteY157" fmla="*/ 2205158 h 2323145"/>
              <a:gd name="connsiteX158" fmla="*/ 4405765 w 11269336"/>
              <a:gd name="connsiteY158" fmla="*/ 2199902 h 2323145"/>
              <a:gd name="connsiteX159" fmla="*/ 4401354 w 11269336"/>
              <a:gd name="connsiteY159" fmla="*/ 2194745 h 2323145"/>
              <a:gd name="connsiteX160" fmla="*/ 4383151 w 11269336"/>
              <a:gd name="connsiteY160" fmla="*/ 2201140 h 2323145"/>
              <a:gd name="connsiteX161" fmla="*/ 4366646 w 11269336"/>
              <a:gd name="connsiteY161" fmla="*/ 2198564 h 2323145"/>
              <a:gd name="connsiteX162" fmla="*/ 4354009 w 11269336"/>
              <a:gd name="connsiteY162" fmla="*/ 2204984 h 2323145"/>
              <a:gd name="connsiteX163" fmla="*/ 4348284 w 11269336"/>
              <a:gd name="connsiteY163" fmla="*/ 2205270 h 2323145"/>
              <a:gd name="connsiteX164" fmla="*/ 4333906 w 11269336"/>
              <a:gd name="connsiteY164" fmla="*/ 2205251 h 2323145"/>
              <a:gd name="connsiteX165" fmla="*/ 4308819 w 11269336"/>
              <a:gd name="connsiteY165" fmla="*/ 2203822 h 2323145"/>
              <a:gd name="connsiteX166" fmla="*/ 4301210 w 11269336"/>
              <a:gd name="connsiteY166" fmla="*/ 2204456 h 2323145"/>
              <a:gd name="connsiteX167" fmla="*/ 4283095 w 11269336"/>
              <a:gd name="connsiteY167" fmla="*/ 2198177 h 2323145"/>
              <a:gd name="connsiteX168" fmla="*/ 4250119 w 11269336"/>
              <a:gd name="connsiteY168" fmla="*/ 2196342 h 2323145"/>
              <a:gd name="connsiteX169" fmla="*/ 4189203 w 11269336"/>
              <a:gd name="connsiteY169" fmla="*/ 2178994 h 2323145"/>
              <a:gd name="connsiteX170" fmla="*/ 4154035 w 11269336"/>
              <a:gd name="connsiteY170" fmla="*/ 2171950 h 2323145"/>
              <a:gd name="connsiteX171" fmla="*/ 4129569 w 11269336"/>
              <a:gd name="connsiteY171" fmla="*/ 2163850 h 2323145"/>
              <a:gd name="connsiteX172" fmla="*/ 4061250 w 11269336"/>
              <a:gd name="connsiteY172" fmla="*/ 2159236 h 2323145"/>
              <a:gd name="connsiteX173" fmla="*/ 3945480 w 11269336"/>
              <a:gd name="connsiteY173" fmla="*/ 2158279 h 2323145"/>
              <a:gd name="connsiteX174" fmla="*/ 3921468 w 11269336"/>
              <a:gd name="connsiteY174" fmla="*/ 2156588 h 2323145"/>
              <a:gd name="connsiteX175" fmla="*/ 3903348 w 11269336"/>
              <a:gd name="connsiteY175" fmla="*/ 2149220 h 2323145"/>
              <a:gd name="connsiteX176" fmla="*/ 3901342 w 11269336"/>
              <a:gd name="connsiteY176" fmla="*/ 2142355 h 2323145"/>
              <a:gd name="connsiteX177" fmla="*/ 3888539 w 11269336"/>
              <a:gd name="connsiteY177" fmla="*/ 2140476 h 2323145"/>
              <a:gd name="connsiteX178" fmla="*/ 3885662 w 11269336"/>
              <a:gd name="connsiteY178" fmla="*/ 2138740 h 2323145"/>
              <a:gd name="connsiteX179" fmla="*/ 3868627 w 11269336"/>
              <a:gd name="connsiteY179" fmla="*/ 2130023 h 2323145"/>
              <a:gd name="connsiteX180" fmla="*/ 3819177 w 11269336"/>
              <a:gd name="connsiteY180" fmla="*/ 2142111 h 2323145"/>
              <a:gd name="connsiteX181" fmla="*/ 3769100 w 11269336"/>
              <a:gd name="connsiteY181" fmla="*/ 2131731 h 2323145"/>
              <a:gd name="connsiteX182" fmla="*/ 3562752 w 11269336"/>
              <a:gd name="connsiteY182" fmla="*/ 2131785 h 2323145"/>
              <a:gd name="connsiteX183" fmla="*/ 3541402 w 11269336"/>
              <a:gd name="connsiteY183" fmla="*/ 2106821 h 2323145"/>
              <a:gd name="connsiteX184" fmla="*/ 3365341 w 11269336"/>
              <a:gd name="connsiteY184" fmla="*/ 2077638 h 2323145"/>
              <a:gd name="connsiteX185" fmla="*/ 3170922 w 11269336"/>
              <a:gd name="connsiteY185" fmla="*/ 2115957 h 2323145"/>
              <a:gd name="connsiteX186" fmla="*/ 3156256 w 11269336"/>
              <a:gd name="connsiteY186" fmla="*/ 2124773 h 2323145"/>
              <a:gd name="connsiteX187" fmla="*/ 3140298 w 11269336"/>
              <a:gd name="connsiteY187" fmla="*/ 2129182 h 2323145"/>
              <a:gd name="connsiteX188" fmla="*/ 3138514 w 11269336"/>
              <a:gd name="connsiteY188" fmla="*/ 2128069 h 2323145"/>
              <a:gd name="connsiteX189" fmla="*/ 3120467 w 11269336"/>
              <a:gd name="connsiteY189" fmla="*/ 2128281 h 2323145"/>
              <a:gd name="connsiteX190" fmla="*/ 3116175 w 11269336"/>
              <a:gd name="connsiteY190" fmla="*/ 2131633 h 2323145"/>
              <a:gd name="connsiteX191" fmla="*/ 3103685 w 11269336"/>
              <a:gd name="connsiteY191" fmla="*/ 2132814 h 2323145"/>
              <a:gd name="connsiteX192" fmla="*/ 3078794 w 11269336"/>
              <a:gd name="connsiteY192" fmla="*/ 2137935 h 2323145"/>
              <a:gd name="connsiteX193" fmla="*/ 3074407 w 11269336"/>
              <a:gd name="connsiteY193" fmla="*/ 2136274 h 2323145"/>
              <a:gd name="connsiteX194" fmla="*/ 3037285 w 11269336"/>
              <a:gd name="connsiteY194" fmla="*/ 2139919 h 2323145"/>
              <a:gd name="connsiteX195" fmla="*/ 3036901 w 11269336"/>
              <a:gd name="connsiteY195" fmla="*/ 2138726 h 2323145"/>
              <a:gd name="connsiteX196" fmla="*/ 3026996 w 11269336"/>
              <a:gd name="connsiteY196" fmla="*/ 2134322 h 2323145"/>
              <a:gd name="connsiteX197" fmla="*/ 3007772 w 11269336"/>
              <a:gd name="connsiteY197" fmla="*/ 2128742 h 2323145"/>
              <a:gd name="connsiteX198" fmla="*/ 2965030 w 11269336"/>
              <a:gd name="connsiteY198" fmla="*/ 2100494 h 2323145"/>
              <a:gd name="connsiteX199" fmla="*/ 2926342 w 11269336"/>
              <a:gd name="connsiteY199" fmla="*/ 2104155 h 2323145"/>
              <a:gd name="connsiteX200" fmla="*/ 2918608 w 11269336"/>
              <a:gd name="connsiteY200" fmla="*/ 2104215 h 2323145"/>
              <a:gd name="connsiteX201" fmla="*/ 2918475 w 11269336"/>
              <a:gd name="connsiteY201" fmla="*/ 2103937 h 2323145"/>
              <a:gd name="connsiteX202" fmla="*/ 2910360 w 11269336"/>
              <a:gd name="connsiteY202" fmla="*/ 2103444 h 2323145"/>
              <a:gd name="connsiteX203" fmla="*/ 2904507 w 11269336"/>
              <a:gd name="connsiteY203" fmla="*/ 2104326 h 2323145"/>
              <a:gd name="connsiteX204" fmla="*/ 2889503 w 11269336"/>
              <a:gd name="connsiteY204" fmla="*/ 2104443 h 2323145"/>
              <a:gd name="connsiteX205" fmla="*/ 2884480 w 11269336"/>
              <a:gd name="connsiteY205" fmla="*/ 2102626 h 2323145"/>
              <a:gd name="connsiteX206" fmla="*/ 2882689 w 11269336"/>
              <a:gd name="connsiteY206" fmla="*/ 2099228 h 2323145"/>
              <a:gd name="connsiteX207" fmla="*/ 2881291 w 11269336"/>
              <a:gd name="connsiteY207" fmla="*/ 2099618 h 2323145"/>
              <a:gd name="connsiteX208" fmla="*/ 2853979 w 11269336"/>
              <a:gd name="connsiteY208" fmla="*/ 2090388 h 2323145"/>
              <a:gd name="connsiteX209" fmla="*/ 2791790 w 11269336"/>
              <a:gd name="connsiteY209" fmla="*/ 2080332 h 2323145"/>
              <a:gd name="connsiteX210" fmla="*/ 2755844 w 11269336"/>
              <a:gd name="connsiteY210" fmla="*/ 2078874 h 2323145"/>
              <a:gd name="connsiteX211" fmla="*/ 2657742 w 11269336"/>
              <a:gd name="connsiteY211" fmla="*/ 2070179 h 2323145"/>
              <a:gd name="connsiteX212" fmla="*/ 2559549 w 11269336"/>
              <a:gd name="connsiteY212" fmla="*/ 2057873 h 2323145"/>
              <a:gd name="connsiteX213" fmla="*/ 2512054 w 11269336"/>
              <a:gd name="connsiteY213" fmla="*/ 2031671 h 2323145"/>
              <a:gd name="connsiteX214" fmla="*/ 2506437 w 11269336"/>
              <a:gd name="connsiteY214" fmla="*/ 2030918 h 2323145"/>
              <a:gd name="connsiteX215" fmla="*/ 2491752 w 11269336"/>
              <a:gd name="connsiteY215" fmla="*/ 2033906 h 2323145"/>
              <a:gd name="connsiteX216" fmla="*/ 2486338 w 11269336"/>
              <a:gd name="connsiteY216" fmla="*/ 2035862 h 2323145"/>
              <a:gd name="connsiteX217" fmla="*/ 2478186 w 11269336"/>
              <a:gd name="connsiteY217" fmla="*/ 2036953 h 2323145"/>
              <a:gd name="connsiteX218" fmla="*/ 2477950 w 11269336"/>
              <a:gd name="connsiteY218" fmla="*/ 2036715 h 2323145"/>
              <a:gd name="connsiteX219" fmla="*/ 2470381 w 11269336"/>
              <a:gd name="connsiteY219" fmla="*/ 2038256 h 2323145"/>
              <a:gd name="connsiteX220" fmla="*/ 2433781 w 11269336"/>
              <a:gd name="connsiteY220" fmla="*/ 2049140 h 2323145"/>
              <a:gd name="connsiteX221" fmla="*/ 2381172 w 11269336"/>
              <a:gd name="connsiteY221" fmla="*/ 2030645 h 2323145"/>
              <a:gd name="connsiteX222" fmla="*/ 2360198 w 11269336"/>
              <a:gd name="connsiteY222" fmla="*/ 2029059 h 2323145"/>
              <a:gd name="connsiteX223" fmla="*/ 2348815 w 11269336"/>
              <a:gd name="connsiteY223" fmla="*/ 2026798 h 2323145"/>
              <a:gd name="connsiteX224" fmla="*/ 2347988 w 11269336"/>
              <a:gd name="connsiteY224" fmla="*/ 2025745 h 2323145"/>
              <a:gd name="connsiteX225" fmla="*/ 2312920 w 11269336"/>
              <a:gd name="connsiteY225" fmla="*/ 2036311 h 2323145"/>
              <a:gd name="connsiteX226" fmla="*/ 2307986 w 11269336"/>
              <a:gd name="connsiteY226" fmla="*/ 2035583 h 2323145"/>
              <a:gd name="connsiteX227" fmla="*/ 2285481 w 11269336"/>
              <a:gd name="connsiteY227" fmla="*/ 2045197 h 2323145"/>
              <a:gd name="connsiteX228" fmla="*/ 2273666 w 11269336"/>
              <a:gd name="connsiteY228" fmla="*/ 2048710 h 2323145"/>
              <a:gd name="connsiteX229" fmla="*/ 2270719 w 11269336"/>
              <a:gd name="connsiteY229" fmla="*/ 2052702 h 2323145"/>
              <a:gd name="connsiteX230" fmla="*/ 2253080 w 11269336"/>
              <a:gd name="connsiteY230" fmla="*/ 2056363 h 2323145"/>
              <a:gd name="connsiteX231" fmla="*/ 2250906 w 11269336"/>
              <a:gd name="connsiteY231" fmla="*/ 2055654 h 2323145"/>
              <a:gd name="connsiteX232" fmla="*/ 2236905 w 11269336"/>
              <a:gd name="connsiteY232" fmla="*/ 2062882 h 2323145"/>
              <a:gd name="connsiteX233" fmla="*/ 2225830 w 11269336"/>
              <a:gd name="connsiteY233" fmla="*/ 2074027 h 2323145"/>
              <a:gd name="connsiteX234" fmla="*/ 2073776 w 11269336"/>
              <a:gd name="connsiteY234" fmla="*/ 2089244 h 2323145"/>
              <a:gd name="connsiteX235" fmla="*/ 1948256 w 11269336"/>
              <a:gd name="connsiteY235" fmla="*/ 2146616 h 2323145"/>
              <a:gd name="connsiteX236" fmla="*/ 1865582 w 11269336"/>
              <a:gd name="connsiteY236" fmla="*/ 2153738 h 2323145"/>
              <a:gd name="connsiteX237" fmla="*/ 1835210 w 11269336"/>
              <a:gd name="connsiteY237" fmla="*/ 2134244 h 2323145"/>
              <a:gd name="connsiteX238" fmla="*/ 1632661 w 11269336"/>
              <a:gd name="connsiteY238" fmla="*/ 2173882 h 2323145"/>
              <a:gd name="connsiteX239" fmla="*/ 1579590 w 11269336"/>
              <a:gd name="connsiteY239" fmla="*/ 2173680 h 2323145"/>
              <a:gd name="connsiteX240" fmla="*/ 1535601 w 11269336"/>
              <a:gd name="connsiteY240" fmla="*/ 2194590 h 2323145"/>
              <a:gd name="connsiteX241" fmla="*/ 1515594 w 11269336"/>
              <a:gd name="connsiteY241" fmla="*/ 2189622 h 2323145"/>
              <a:gd name="connsiteX242" fmla="*/ 1512113 w 11269336"/>
              <a:gd name="connsiteY242" fmla="*/ 2188534 h 2323145"/>
              <a:gd name="connsiteX243" fmla="*/ 1498838 w 11269336"/>
              <a:gd name="connsiteY243" fmla="*/ 2189213 h 2323145"/>
              <a:gd name="connsiteX244" fmla="*/ 1494279 w 11269336"/>
              <a:gd name="connsiteY244" fmla="*/ 2183112 h 2323145"/>
              <a:gd name="connsiteX245" fmla="*/ 1473714 w 11269336"/>
              <a:gd name="connsiteY245" fmla="*/ 2179625 h 2323145"/>
              <a:gd name="connsiteX246" fmla="*/ 1449503 w 11269336"/>
              <a:gd name="connsiteY246" fmla="*/ 2182633 h 2323145"/>
              <a:gd name="connsiteX247" fmla="*/ 1266687 w 11269336"/>
              <a:gd name="connsiteY247" fmla="*/ 2212688 h 2323145"/>
              <a:gd name="connsiteX248" fmla="*/ 1239614 w 11269336"/>
              <a:gd name="connsiteY248" fmla="*/ 2209727 h 2323145"/>
              <a:gd name="connsiteX249" fmla="*/ 1202436 w 11269336"/>
              <a:gd name="connsiteY249" fmla="*/ 2209817 h 2323145"/>
              <a:gd name="connsiteX250" fmla="*/ 1136097 w 11269336"/>
              <a:gd name="connsiteY250" fmla="*/ 2205112 h 2323145"/>
              <a:gd name="connsiteX251" fmla="*/ 988232 w 11269336"/>
              <a:gd name="connsiteY251" fmla="*/ 2235635 h 2323145"/>
              <a:gd name="connsiteX252" fmla="*/ 981959 w 11269336"/>
              <a:gd name="connsiteY252" fmla="*/ 2231607 h 2323145"/>
              <a:gd name="connsiteX253" fmla="*/ 938600 w 11269336"/>
              <a:gd name="connsiteY253" fmla="*/ 2238113 h 2323145"/>
              <a:gd name="connsiteX254" fmla="*/ 791788 w 11269336"/>
              <a:gd name="connsiteY254" fmla="*/ 2293224 h 2323145"/>
              <a:gd name="connsiteX255" fmla="*/ 706914 w 11269336"/>
              <a:gd name="connsiteY255" fmla="*/ 2305046 h 2323145"/>
              <a:gd name="connsiteX256" fmla="*/ 675971 w 11269336"/>
              <a:gd name="connsiteY256" fmla="*/ 2304030 h 2323145"/>
              <a:gd name="connsiteX257" fmla="*/ 624180 w 11269336"/>
              <a:gd name="connsiteY257" fmla="*/ 2302650 h 2323145"/>
              <a:gd name="connsiteX258" fmla="*/ 583453 w 11269336"/>
              <a:gd name="connsiteY258" fmla="*/ 2288788 h 2323145"/>
              <a:gd name="connsiteX259" fmla="*/ 540946 w 11269336"/>
              <a:gd name="connsiteY259" fmla="*/ 2292721 h 2323145"/>
              <a:gd name="connsiteX260" fmla="*/ 533680 w 11269336"/>
              <a:gd name="connsiteY260" fmla="*/ 2310233 h 2323145"/>
              <a:gd name="connsiteX261" fmla="*/ 487366 w 11269336"/>
              <a:gd name="connsiteY261" fmla="*/ 2309053 h 2323145"/>
              <a:gd name="connsiteX262" fmla="*/ 416820 w 11269336"/>
              <a:gd name="connsiteY262" fmla="*/ 2305443 h 2323145"/>
              <a:gd name="connsiteX263" fmla="*/ 376805 w 11269336"/>
              <a:gd name="connsiteY263" fmla="*/ 2307647 h 2323145"/>
              <a:gd name="connsiteX264" fmla="*/ 266777 w 11269336"/>
              <a:gd name="connsiteY264" fmla="*/ 2309012 h 2323145"/>
              <a:gd name="connsiteX265" fmla="*/ 156013 w 11269336"/>
              <a:gd name="connsiteY265" fmla="*/ 2306832 h 2323145"/>
              <a:gd name="connsiteX266" fmla="*/ 87258 w 11269336"/>
              <a:gd name="connsiteY266" fmla="*/ 2285511 h 2323145"/>
              <a:gd name="connsiteX267" fmla="*/ 23798 w 11269336"/>
              <a:gd name="connsiteY267" fmla="*/ 2281822 h 2323145"/>
              <a:gd name="connsiteX268" fmla="*/ 0 w 11269336"/>
              <a:gd name="connsiteY268" fmla="*/ 2285369 h 2323145"/>
              <a:gd name="connsiteX269" fmla="*/ 0 w 11269336"/>
              <a:gd name="connsiteY269"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742561 w 11269336"/>
              <a:gd name="connsiteY18" fmla="*/ 500437 h 2323145"/>
              <a:gd name="connsiteX19" fmla="*/ 9561831 w 11269336"/>
              <a:gd name="connsiteY19" fmla="*/ 547649 h 2323145"/>
              <a:gd name="connsiteX20" fmla="*/ 9380600 w 11269336"/>
              <a:gd name="connsiteY20" fmla="*/ 549821 h 2323145"/>
              <a:gd name="connsiteX21" fmla="*/ 9139429 w 11269336"/>
              <a:gd name="connsiteY21" fmla="*/ 696446 h 2323145"/>
              <a:gd name="connsiteX22" fmla="*/ 9114263 w 11269336"/>
              <a:gd name="connsiteY22" fmla="*/ 709213 h 2323145"/>
              <a:gd name="connsiteX23" fmla="*/ 9028928 w 11269336"/>
              <a:gd name="connsiteY23" fmla="*/ 745350 h 2323145"/>
              <a:gd name="connsiteX24" fmla="*/ 8977138 w 11269336"/>
              <a:gd name="connsiteY24" fmla="*/ 774970 h 2323145"/>
              <a:gd name="connsiteX25" fmla="*/ 8947030 w 11269336"/>
              <a:gd name="connsiteY25" fmla="*/ 814934 h 2323145"/>
              <a:gd name="connsiteX26" fmla="*/ 8914746 w 11269336"/>
              <a:gd name="connsiteY26" fmla="*/ 826428 h 2323145"/>
              <a:gd name="connsiteX27" fmla="*/ 8917778 w 11269336"/>
              <a:gd name="connsiteY27" fmla="*/ 835198 h 2323145"/>
              <a:gd name="connsiteX28" fmla="*/ 8905560 w 11269336"/>
              <a:gd name="connsiteY28" fmla="*/ 838358 h 2323145"/>
              <a:gd name="connsiteX29" fmla="*/ 8897564 w 11269336"/>
              <a:gd name="connsiteY29" fmla="*/ 834287 h 2323145"/>
              <a:gd name="connsiteX30" fmla="*/ 8878040 w 11269336"/>
              <a:gd name="connsiteY30" fmla="*/ 844150 h 2323145"/>
              <a:gd name="connsiteX31" fmla="*/ 8882654 w 11269336"/>
              <a:gd name="connsiteY31" fmla="*/ 892768 h 2323145"/>
              <a:gd name="connsiteX32" fmla="*/ 8837498 w 11269336"/>
              <a:gd name="connsiteY32" fmla="*/ 885664 h 2323145"/>
              <a:gd name="connsiteX33" fmla="*/ 8795998 w 11269336"/>
              <a:gd name="connsiteY33" fmla="*/ 863337 h 2323145"/>
              <a:gd name="connsiteX34" fmla="*/ 8776970 w 11269336"/>
              <a:gd name="connsiteY34" fmla="*/ 885177 h 2323145"/>
              <a:gd name="connsiteX35" fmla="*/ 8755719 w 11269336"/>
              <a:gd name="connsiteY35" fmla="*/ 889754 h 2323145"/>
              <a:gd name="connsiteX36" fmla="*/ 8743257 w 11269336"/>
              <a:gd name="connsiteY36" fmla="*/ 904723 h 2323145"/>
              <a:gd name="connsiteX37" fmla="*/ 8721366 w 11269336"/>
              <a:gd name="connsiteY37" fmla="*/ 904711 h 2323145"/>
              <a:gd name="connsiteX38" fmla="*/ 8678353 w 11269336"/>
              <a:gd name="connsiteY38" fmla="*/ 926318 h 2323145"/>
              <a:gd name="connsiteX39" fmla="*/ 8636849 w 11269336"/>
              <a:gd name="connsiteY39" fmla="*/ 937900 h 2323145"/>
              <a:gd name="connsiteX40" fmla="*/ 8620213 w 11269336"/>
              <a:gd name="connsiteY40" fmla="*/ 943068 h 2323145"/>
              <a:gd name="connsiteX41" fmla="*/ 8612581 w 11269336"/>
              <a:gd name="connsiteY41" fmla="*/ 952695 h 2323145"/>
              <a:gd name="connsiteX42" fmla="*/ 8589038 w 11269336"/>
              <a:gd name="connsiteY42" fmla="*/ 963892 h 2323145"/>
              <a:gd name="connsiteX43" fmla="*/ 8579950 w 11269336"/>
              <a:gd name="connsiteY43" fmla="*/ 960899 h 2323145"/>
              <a:gd name="connsiteX44" fmla="*/ 8579319 w 11269336"/>
              <a:gd name="connsiteY44" fmla="*/ 965630 h 2323145"/>
              <a:gd name="connsiteX45" fmla="*/ 8547429 w 11269336"/>
              <a:gd name="connsiteY45" fmla="*/ 984506 h 2323145"/>
              <a:gd name="connsiteX46" fmla="*/ 8478704 w 11269336"/>
              <a:gd name="connsiteY46" fmla="*/ 1025490 h 2323145"/>
              <a:gd name="connsiteX47" fmla="*/ 8461421 w 11269336"/>
              <a:gd name="connsiteY47" fmla="*/ 1035512 h 2323145"/>
              <a:gd name="connsiteX48" fmla="*/ 8445003 w 11269336"/>
              <a:gd name="connsiteY48" fmla="*/ 1036851 h 2323145"/>
              <a:gd name="connsiteX49" fmla="*/ 8357350 w 11269336"/>
              <a:gd name="connsiteY49" fmla="*/ 1060213 h 2323145"/>
              <a:gd name="connsiteX50" fmla="*/ 8335565 w 11269336"/>
              <a:gd name="connsiteY50" fmla="*/ 1061151 h 2323145"/>
              <a:gd name="connsiteX51" fmla="*/ 8325267 w 11269336"/>
              <a:gd name="connsiteY51" fmla="*/ 1055919 h 2323145"/>
              <a:gd name="connsiteX52" fmla="*/ 8293586 w 11269336"/>
              <a:gd name="connsiteY52" fmla="*/ 1076144 h 2323145"/>
              <a:gd name="connsiteX53" fmla="*/ 8242405 w 11269336"/>
              <a:gd name="connsiteY53" fmla="*/ 1095960 h 2323145"/>
              <a:gd name="connsiteX54" fmla="*/ 8197391 w 11269336"/>
              <a:gd name="connsiteY54" fmla="*/ 1107746 h 2323145"/>
              <a:gd name="connsiteX55" fmla="*/ 8081474 w 11269336"/>
              <a:gd name="connsiteY55" fmla="*/ 1130125 h 2323145"/>
              <a:gd name="connsiteX56" fmla="*/ 8053585 w 11269336"/>
              <a:gd name="connsiteY56" fmla="*/ 1129169 h 2323145"/>
              <a:gd name="connsiteX57" fmla="*/ 8038422 w 11269336"/>
              <a:gd name="connsiteY57" fmla="*/ 1119092 h 2323145"/>
              <a:gd name="connsiteX58" fmla="*/ 8029450 w 11269336"/>
              <a:gd name="connsiteY58" fmla="*/ 1125592 h 2323145"/>
              <a:gd name="connsiteX59" fmla="*/ 7959552 w 11269336"/>
              <a:gd name="connsiteY59" fmla="*/ 1140188 h 2323145"/>
              <a:gd name="connsiteX60" fmla="*/ 7914188 w 11269336"/>
              <a:gd name="connsiteY60" fmla="*/ 1150862 h 2323145"/>
              <a:gd name="connsiteX61" fmla="*/ 7914918 w 11269336"/>
              <a:gd name="connsiteY61" fmla="*/ 1168758 h 2323145"/>
              <a:gd name="connsiteX62" fmla="*/ 7875510 w 11269336"/>
              <a:gd name="connsiteY62" fmla="*/ 1183153 h 2323145"/>
              <a:gd name="connsiteX63" fmla="*/ 7829932 w 11269336"/>
              <a:gd name="connsiteY63" fmla="*/ 1180782 h 2323145"/>
              <a:gd name="connsiteX64" fmla="*/ 7779182 w 11269336"/>
              <a:gd name="connsiteY64" fmla="*/ 1192665 h 2323145"/>
              <a:gd name="connsiteX65" fmla="*/ 7748774 w 11269336"/>
              <a:gd name="connsiteY65" fmla="*/ 1199586 h 2323145"/>
              <a:gd name="connsiteX66" fmla="*/ 7671846 w 11269336"/>
              <a:gd name="connsiteY66" fmla="*/ 1231966 h 2323145"/>
              <a:gd name="connsiteX67" fmla="*/ 7554146 w 11269336"/>
              <a:gd name="connsiteY67" fmla="*/ 1319748 h 2323145"/>
              <a:gd name="connsiteX68" fmla="*/ 7515052 w 11269336"/>
              <a:gd name="connsiteY68" fmla="*/ 1336718 h 2323145"/>
              <a:gd name="connsiteX69" fmla="*/ 7507193 w 11269336"/>
              <a:gd name="connsiteY69" fmla="*/ 1334617 h 2323145"/>
              <a:gd name="connsiteX70" fmla="*/ 7461694 w 11269336"/>
              <a:gd name="connsiteY70" fmla="*/ 1375866 h 2323145"/>
              <a:gd name="connsiteX71" fmla="*/ 7377571 w 11269336"/>
              <a:gd name="connsiteY71" fmla="*/ 1400128 h 2323145"/>
              <a:gd name="connsiteX72" fmla="*/ 7311261 w 11269336"/>
              <a:gd name="connsiteY72" fmla="*/ 1412652 h 2323145"/>
              <a:gd name="connsiteX73" fmla="*/ 7275307 w 11269336"/>
              <a:gd name="connsiteY73" fmla="*/ 1422171 h 2323145"/>
              <a:gd name="connsiteX74" fmla="*/ 7247783 w 11269336"/>
              <a:gd name="connsiteY74" fmla="*/ 1426330 h 2323145"/>
              <a:gd name="connsiteX75" fmla="*/ 7185047 w 11269336"/>
              <a:gd name="connsiteY75" fmla="*/ 1451812 h 2323145"/>
              <a:gd name="connsiteX76" fmla="*/ 7084117 w 11269336"/>
              <a:gd name="connsiteY76" fmla="*/ 1500281 h 2323145"/>
              <a:gd name="connsiteX77" fmla="*/ 7062011 w 11269336"/>
              <a:gd name="connsiteY77" fmla="*/ 1509183 h 2323145"/>
              <a:gd name="connsiteX78" fmla="*/ 7040555 w 11269336"/>
              <a:gd name="connsiteY78" fmla="*/ 1511207 h 2323145"/>
              <a:gd name="connsiteX79" fmla="*/ 7033438 w 11269336"/>
              <a:gd name="connsiteY79" fmla="*/ 1506772 h 2323145"/>
              <a:gd name="connsiteX80" fmla="*/ 7020886 w 11269336"/>
              <a:gd name="connsiteY80" fmla="*/ 1510764 h 2323145"/>
              <a:gd name="connsiteX81" fmla="*/ 7017033 w 11269336"/>
              <a:gd name="connsiteY81" fmla="*/ 1510650 h 2323145"/>
              <a:gd name="connsiteX82" fmla="*/ 6995460 w 11269336"/>
              <a:gd name="connsiteY82" fmla="*/ 1511173 h 2323145"/>
              <a:gd name="connsiteX83" fmla="*/ 6962144 w 11269336"/>
              <a:gd name="connsiteY83" fmla="*/ 1541508 h 2323145"/>
              <a:gd name="connsiteX84" fmla="*/ 6910674 w 11269336"/>
              <a:gd name="connsiteY84" fmla="*/ 1554793 h 2323145"/>
              <a:gd name="connsiteX85" fmla="*/ 6732152 w 11269336"/>
              <a:gd name="connsiteY85" fmla="*/ 1642538 h 2323145"/>
              <a:gd name="connsiteX86" fmla="*/ 6694106 w 11269336"/>
              <a:gd name="connsiteY86" fmla="*/ 1632377 h 2323145"/>
              <a:gd name="connsiteX87" fmla="*/ 6617223 w 11269336"/>
              <a:gd name="connsiteY87" fmla="*/ 1659889 h 2323145"/>
              <a:gd name="connsiteX88" fmla="*/ 6521138 w 11269336"/>
              <a:gd name="connsiteY88" fmla="*/ 1744340 h 2323145"/>
              <a:gd name="connsiteX89" fmla="*/ 6380677 w 11269336"/>
              <a:gd name="connsiteY89" fmla="*/ 1796883 h 2323145"/>
              <a:gd name="connsiteX90" fmla="*/ 6374897 w 11269336"/>
              <a:gd name="connsiteY90" fmla="*/ 1809910 h 2323145"/>
              <a:gd name="connsiteX91" fmla="*/ 6364545 w 11269336"/>
              <a:gd name="connsiteY91" fmla="*/ 1820090 h 2323145"/>
              <a:gd name="connsiteX92" fmla="*/ 6362126 w 11269336"/>
              <a:gd name="connsiteY92" fmla="*/ 1819991 h 2323145"/>
              <a:gd name="connsiteX93" fmla="*/ 6346673 w 11269336"/>
              <a:gd name="connsiteY93" fmla="*/ 1827824 h 2323145"/>
              <a:gd name="connsiteX94" fmla="*/ 6345588 w 11269336"/>
              <a:gd name="connsiteY94" fmla="*/ 1832232 h 2323145"/>
              <a:gd name="connsiteX95" fmla="*/ 6335708 w 11269336"/>
              <a:gd name="connsiteY95" fmla="*/ 1838451 h 2323145"/>
              <a:gd name="connsiteX96" fmla="*/ 6318182 w 11269336"/>
              <a:gd name="connsiteY96" fmla="*/ 1852975 h 2323145"/>
              <a:gd name="connsiteX97" fmla="*/ 6313084 w 11269336"/>
              <a:gd name="connsiteY97" fmla="*/ 1853561 h 2323145"/>
              <a:gd name="connsiteX98" fmla="*/ 6283816 w 11269336"/>
              <a:gd name="connsiteY98" fmla="*/ 1872148 h 2323145"/>
              <a:gd name="connsiteX99" fmla="*/ 6282550 w 11269336"/>
              <a:gd name="connsiteY99" fmla="*/ 1871392 h 2323145"/>
              <a:gd name="connsiteX100" fmla="*/ 6270527 w 11269336"/>
              <a:gd name="connsiteY100" fmla="*/ 1872208 h 2323145"/>
              <a:gd name="connsiteX101" fmla="*/ 6249518 w 11269336"/>
              <a:gd name="connsiteY101" fmla="*/ 1876079 h 2323145"/>
              <a:gd name="connsiteX102" fmla="*/ 6190386 w 11269336"/>
              <a:gd name="connsiteY102" fmla="*/ 1872478 h 2323145"/>
              <a:gd name="connsiteX103" fmla="*/ 6159777 w 11269336"/>
              <a:gd name="connsiteY103" fmla="*/ 1891745 h 2323145"/>
              <a:gd name="connsiteX104" fmla="*/ 6153131 w 11269336"/>
              <a:gd name="connsiteY104" fmla="*/ 1895079 h 2323145"/>
              <a:gd name="connsiteX105" fmla="*/ 6152798 w 11269336"/>
              <a:gd name="connsiteY105" fmla="*/ 1894920 h 2323145"/>
              <a:gd name="connsiteX106" fmla="*/ 6145388 w 11269336"/>
              <a:gd name="connsiteY106" fmla="*/ 1897990 h 2323145"/>
              <a:gd name="connsiteX107" fmla="*/ 6141014 w 11269336"/>
              <a:gd name="connsiteY107" fmla="*/ 1901155 h 2323145"/>
              <a:gd name="connsiteX108" fmla="*/ 6128122 w 11269336"/>
              <a:gd name="connsiteY108" fmla="*/ 1907623 h 2323145"/>
              <a:gd name="connsiteX109" fmla="*/ 6122351 w 11269336"/>
              <a:gd name="connsiteY109" fmla="*/ 1908359 h 2323145"/>
              <a:gd name="connsiteX110" fmla="*/ 6064750 w 11269336"/>
              <a:gd name="connsiteY110" fmla="*/ 1896394 h 2323145"/>
              <a:gd name="connsiteX111" fmla="*/ 5964230 w 11269336"/>
              <a:gd name="connsiteY111" fmla="*/ 1910038 h 2323145"/>
              <a:gd name="connsiteX112" fmla="*/ 5865399 w 11269336"/>
              <a:gd name="connsiteY112" fmla="*/ 1926966 h 2323145"/>
              <a:gd name="connsiteX113" fmla="*/ 5829951 w 11269336"/>
              <a:gd name="connsiteY113" fmla="*/ 1934755 h 2323145"/>
              <a:gd name="connsiteX114" fmla="*/ 5765285 w 11269336"/>
              <a:gd name="connsiteY114" fmla="*/ 1941322 h 2323145"/>
              <a:gd name="connsiteX115" fmla="*/ 5734750 w 11269336"/>
              <a:gd name="connsiteY115" fmla="*/ 1939793 h 2323145"/>
              <a:gd name="connsiteX116" fmla="*/ 5733569 w 11269336"/>
              <a:gd name="connsiteY116" fmla="*/ 1940505 h 2323145"/>
              <a:gd name="connsiteX117" fmla="*/ 5730329 w 11269336"/>
              <a:gd name="connsiteY117" fmla="*/ 1937845 h 2323145"/>
              <a:gd name="connsiteX118" fmla="*/ 5724661 w 11269336"/>
              <a:gd name="connsiteY118" fmla="*/ 1937455 h 2323145"/>
              <a:gd name="connsiteX119" fmla="*/ 5710186 w 11269336"/>
              <a:gd name="connsiteY119" fmla="*/ 1941370 h 2323145"/>
              <a:gd name="connsiteX120" fmla="*/ 5704910 w 11269336"/>
              <a:gd name="connsiteY120" fmla="*/ 1943663 h 2323145"/>
              <a:gd name="connsiteX121" fmla="*/ 5696836 w 11269336"/>
              <a:gd name="connsiteY121" fmla="*/ 1945271 h 2323145"/>
              <a:gd name="connsiteX122" fmla="*/ 5696583 w 11269336"/>
              <a:gd name="connsiteY122" fmla="*/ 1945050 h 2323145"/>
              <a:gd name="connsiteX123" fmla="*/ 5689123 w 11269336"/>
              <a:gd name="connsiteY123" fmla="*/ 1947067 h 2323145"/>
              <a:gd name="connsiteX124" fmla="*/ 5653291 w 11269336"/>
              <a:gd name="connsiteY124" fmla="*/ 1960245 h 2323145"/>
              <a:gd name="connsiteX125" fmla="*/ 5599385 w 11269336"/>
              <a:gd name="connsiteY125" fmla="*/ 1945198 h 2323145"/>
              <a:gd name="connsiteX126" fmla="*/ 5578300 w 11269336"/>
              <a:gd name="connsiteY126" fmla="*/ 1944963 h 2323145"/>
              <a:gd name="connsiteX127" fmla="*/ 5566758 w 11269336"/>
              <a:gd name="connsiteY127" fmla="*/ 1943441 h 2323145"/>
              <a:gd name="connsiteX128" fmla="*/ 5565857 w 11269336"/>
              <a:gd name="connsiteY128" fmla="*/ 1942445 h 2323145"/>
              <a:gd name="connsiteX129" fmla="*/ 5531534 w 11269336"/>
              <a:gd name="connsiteY129" fmla="*/ 1955208 h 2323145"/>
              <a:gd name="connsiteX130" fmla="*/ 5526552 w 11269336"/>
              <a:gd name="connsiteY130" fmla="*/ 1954799 h 2323145"/>
              <a:gd name="connsiteX131" fmla="*/ 5504723 w 11269336"/>
              <a:gd name="connsiteY131" fmla="*/ 1965811 h 2323145"/>
              <a:gd name="connsiteX132" fmla="*/ 5493156 w 11269336"/>
              <a:gd name="connsiteY132" fmla="*/ 1970063 h 2323145"/>
              <a:gd name="connsiteX133" fmla="*/ 5490486 w 11269336"/>
              <a:gd name="connsiteY133" fmla="*/ 1974227 h 2323145"/>
              <a:gd name="connsiteX134" fmla="*/ 5473107 w 11269336"/>
              <a:gd name="connsiteY134" fmla="*/ 1979001 h 2323145"/>
              <a:gd name="connsiteX135" fmla="*/ 5470885 w 11269336"/>
              <a:gd name="connsiteY135" fmla="*/ 1978432 h 2323145"/>
              <a:gd name="connsiteX136" fmla="*/ 5457393 w 11269336"/>
              <a:gd name="connsiteY136" fmla="*/ 1986525 h 2323145"/>
              <a:gd name="connsiteX137" fmla="*/ 5447102 w 11269336"/>
              <a:gd name="connsiteY137" fmla="*/ 1998329 h 2323145"/>
              <a:gd name="connsiteX138" fmla="*/ 5159151 w 11269336"/>
              <a:gd name="connsiteY138" fmla="*/ 2029640 h 2323145"/>
              <a:gd name="connsiteX139" fmla="*/ 5041688 w 11269336"/>
              <a:gd name="connsiteY139" fmla="*/ 2022334 h 2323145"/>
              <a:gd name="connsiteX140" fmla="*/ 4860988 w 11269336"/>
              <a:gd name="connsiteY140" fmla="*/ 2135698 h 2323145"/>
              <a:gd name="connsiteX141" fmla="*/ 4807902 w 11269336"/>
              <a:gd name="connsiteY141" fmla="*/ 2138894 h 2323145"/>
              <a:gd name="connsiteX142" fmla="*/ 4765388 w 11269336"/>
              <a:gd name="connsiteY142" fmla="*/ 2162525 h 2323145"/>
              <a:gd name="connsiteX143" fmla="*/ 4745033 w 11269336"/>
              <a:gd name="connsiteY143" fmla="*/ 2158859 h 2323145"/>
              <a:gd name="connsiteX144" fmla="*/ 4741475 w 11269336"/>
              <a:gd name="connsiteY144" fmla="*/ 2157998 h 2323145"/>
              <a:gd name="connsiteX145" fmla="*/ 4728247 w 11269336"/>
              <a:gd name="connsiteY145" fmla="*/ 2159526 h 2323145"/>
              <a:gd name="connsiteX146" fmla="*/ 4723263 w 11269336"/>
              <a:gd name="connsiteY146" fmla="*/ 2153742 h 2323145"/>
              <a:gd name="connsiteX147" fmla="*/ 4702453 w 11269336"/>
              <a:gd name="connsiteY147" fmla="*/ 2151586 h 2323145"/>
              <a:gd name="connsiteX148" fmla="*/ 4678455 w 11269336"/>
              <a:gd name="connsiteY148" fmla="*/ 2156131 h 2323145"/>
              <a:gd name="connsiteX149" fmla="*/ 4593061 w 11269336"/>
              <a:gd name="connsiteY149" fmla="*/ 2171597 h 2323145"/>
              <a:gd name="connsiteX150" fmla="*/ 4579902 w 11269336"/>
              <a:gd name="connsiteY150" fmla="*/ 2177927 h 2323145"/>
              <a:gd name="connsiteX151" fmla="*/ 4533444 w 11269336"/>
              <a:gd name="connsiteY151" fmla="*/ 2181200 h 2323145"/>
              <a:gd name="connsiteX152" fmla="*/ 4492832 w 11269336"/>
              <a:gd name="connsiteY152" fmla="*/ 2188033 h 2323145"/>
              <a:gd name="connsiteX153" fmla="*/ 4467257 w 11269336"/>
              <a:gd name="connsiteY153" fmla="*/ 2196121 h 2323145"/>
              <a:gd name="connsiteX154" fmla="*/ 4459937 w 11269336"/>
              <a:gd name="connsiteY154" fmla="*/ 2195182 h 2323145"/>
              <a:gd name="connsiteX155" fmla="*/ 4433312 w 11269336"/>
              <a:gd name="connsiteY155" fmla="*/ 2199004 h 2323145"/>
              <a:gd name="connsiteX156" fmla="*/ 4420601 w 11269336"/>
              <a:gd name="connsiteY156" fmla="*/ 2205158 h 2323145"/>
              <a:gd name="connsiteX157" fmla="*/ 4405765 w 11269336"/>
              <a:gd name="connsiteY157" fmla="*/ 2199902 h 2323145"/>
              <a:gd name="connsiteX158" fmla="*/ 4401354 w 11269336"/>
              <a:gd name="connsiteY158" fmla="*/ 2194745 h 2323145"/>
              <a:gd name="connsiteX159" fmla="*/ 4383151 w 11269336"/>
              <a:gd name="connsiteY159" fmla="*/ 2201140 h 2323145"/>
              <a:gd name="connsiteX160" fmla="*/ 4366646 w 11269336"/>
              <a:gd name="connsiteY160" fmla="*/ 2198564 h 2323145"/>
              <a:gd name="connsiteX161" fmla="*/ 4354009 w 11269336"/>
              <a:gd name="connsiteY161" fmla="*/ 2204984 h 2323145"/>
              <a:gd name="connsiteX162" fmla="*/ 4348284 w 11269336"/>
              <a:gd name="connsiteY162" fmla="*/ 2205270 h 2323145"/>
              <a:gd name="connsiteX163" fmla="*/ 4333906 w 11269336"/>
              <a:gd name="connsiteY163" fmla="*/ 2205251 h 2323145"/>
              <a:gd name="connsiteX164" fmla="*/ 4308819 w 11269336"/>
              <a:gd name="connsiteY164" fmla="*/ 2203822 h 2323145"/>
              <a:gd name="connsiteX165" fmla="*/ 4301210 w 11269336"/>
              <a:gd name="connsiteY165" fmla="*/ 2204456 h 2323145"/>
              <a:gd name="connsiteX166" fmla="*/ 4283095 w 11269336"/>
              <a:gd name="connsiteY166" fmla="*/ 2198177 h 2323145"/>
              <a:gd name="connsiteX167" fmla="*/ 4250119 w 11269336"/>
              <a:gd name="connsiteY167" fmla="*/ 2196342 h 2323145"/>
              <a:gd name="connsiteX168" fmla="*/ 4189203 w 11269336"/>
              <a:gd name="connsiteY168" fmla="*/ 2178994 h 2323145"/>
              <a:gd name="connsiteX169" fmla="*/ 4154035 w 11269336"/>
              <a:gd name="connsiteY169" fmla="*/ 2171950 h 2323145"/>
              <a:gd name="connsiteX170" fmla="*/ 4129569 w 11269336"/>
              <a:gd name="connsiteY170" fmla="*/ 2163850 h 2323145"/>
              <a:gd name="connsiteX171" fmla="*/ 4061250 w 11269336"/>
              <a:gd name="connsiteY171" fmla="*/ 2159236 h 2323145"/>
              <a:gd name="connsiteX172" fmla="*/ 3945480 w 11269336"/>
              <a:gd name="connsiteY172" fmla="*/ 2158279 h 2323145"/>
              <a:gd name="connsiteX173" fmla="*/ 3921468 w 11269336"/>
              <a:gd name="connsiteY173" fmla="*/ 2156588 h 2323145"/>
              <a:gd name="connsiteX174" fmla="*/ 3903348 w 11269336"/>
              <a:gd name="connsiteY174" fmla="*/ 2149220 h 2323145"/>
              <a:gd name="connsiteX175" fmla="*/ 3901342 w 11269336"/>
              <a:gd name="connsiteY175" fmla="*/ 2142355 h 2323145"/>
              <a:gd name="connsiteX176" fmla="*/ 3888539 w 11269336"/>
              <a:gd name="connsiteY176" fmla="*/ 2140476 h 2323145"/>
              <a:gd name="connsiteX177" fmla="*/ 3885662 w 11269336"/>
              <a:gd name="connsiteY177" fmla="*/ 2138740 h 2323145"/>
              <a:gd name="connsiteX178" fmla="*/ 3868627 w 11269336"/>
              <a:gd name="connsiteY178" fmla="*/ 2130023 h 2323145"/>
              <a:gd name="connsiteX179" fmla="*/ 3819177 w 11269336"/>
              <a:gd name="connsiteY179" fmla="*/ 2142111 h 2323145"/>
              <a:gd name="connsiteX180" fmla="*/ 3769100 w 11269336"/>
              <a:gd name="connsiteY180" fmla="*/ 2131731 h 2323145"/>
              <a:gd name="connsiteX181" fmla="*/ 3562752 w 11269336"/>
              <a:gd name="connsiteY181" fmla="*/ 2131785 h 2323145"/>
              <a:gd name="connsiteX182" fmla="*/ 3541402 w 11269336"/>
              <a:gd name="connsiteY182" fmla="*/ 2106821 h 2323145"/>
              <a:gd name="connsiteX183" fmla="*/ 3365341 w 11269336"/>
              <a:gd name="connsiteY183" fmla="*/ 2077638 h 2323145"/>
              <a:gd name="connsiteX184" fmla="*/ 3170922 w 11269336"/>
              <a:gd name="connsiteY184" fmla="*/ 2115957 h 2323145"/>
              <a:gd name="connsiteX185" fmla="*/ 3156256 w 11269336"/>
              <a:gd name="connsiteY185" fmla="*/ 2124773 h 2323145"/>
              <a:gd name="connsiteX186" fmla="*/ 3140298 w 11269336"/>
              <a:gd name="connsiteY186" fmla="*/ 2129182 h 2323145"/>
              <a:gd name="connsiteX187" fmla="*/ 3138514 w 11269336"/>
              <a:gd name="connsiteY187" fmla="*/ 2128069 h 2323145"/>
              <a:gd name="connsiteX188" fmla="*/ 3120467 w 11269336"/>
              <a:gd name="connsiteY188" fmla="*/ 2128281 h 2323145"/>
              <a:gd name="connsiteX189" fmla="*/ 3116175 w 11269336"/>
              <a:gd name="connsiteY189" fmla="*/ 2131633 h 2323145"/>
              <a:gd name="connsiteX190" fmla="*/ 3103685 w 11269336"/>
              <a:gd name="connsiteY190" fmla="*/ 2132814 h 2323145"/>
              <a:gd name="connsiteX191" fmla="*/ 3078794 w 11269336"/>
              <a:gd name="connsiteY191" fmla="*/ 2137935 h 2323145"/>
              <a:gd name="connsiteX192" fmla="*/ 3074407 w 11269336"/>
              <a:gd name="connsiteY192" fmla="*/ 2136274 h 2323145"/>
              <a:gd name="connsiteX193" fmla="*/ 3037285 w 11269336"/>
              <a:gd name="connsiteY193" fmla="*/ 2139919 h 2323145"/>
              <a:gd name="connsiteX194" fmla="*/ 3036901 w 11269336"/>
              <a:gd name="connsiteY194" fmla="*/ 2138726 h 2323145"/>
              <a:gd name="connsiteX195" fmla="*/ 3026996 w 11269336"/>
              <a:gd name="connsiteY195" fmla="*/ 2134322 h 2323145"/>
              <a:gd name="connsiteX196" fmla="*/ 3007772 w 11269336"/>
              <a:gd name="connsiteY196" fmla="*/ 2128742 h 2323145"/>
              <a:gd name="connsiteX197" fmla="*/ 2965030 w 11269336"/>
              <a:gd name="connsiteY197" fmla="*/ 2100494 h 2323145"/>
              <a:gd name="connsiteX198" fmla="*/ 2926342 w 11269336"/>
              <a:gd name="connsiteY198" fmla="*/ 2104155 h 2323145"/>
              <a:gd name="connsiteX199" fmla="*/ 2918608 w 11269336"/>
              <a:gd name="connsiteY199" fmla="*/ 2104215 h 2323145"/>
              <a:gd name="connsiteX200" fmla="*/ 2918475 w 11269336"/>
              <a:gd name="connsiteY200" fmla="*/ 2103937 h 2323145"/>
              <a:gd name="connsiteX201" fmla="*/ 2910360 w 11269336"/>
              <a:gd name="connsiteY201" fmla="*/ 2103444 h 2323145"/>
              <a:gd name="connsiteX202" fmla="*/ 2904507 w 11269336"/>
              <a:gd name="connsiteY202" fmla="*/ 2104326 h 2323145"/>
              <a:gd name="connsiteX203" fmla="*/ 2889503 w 11269336"/>
              <a:gd name="connsiteY203" fmla="*/ 2104443 h 2323145"/>
              <a:gd name="connsiteX204" fmla="*/ 2884480 w 11269336"/>
              <a:gd name="connsiteY204" fmla="*/ 2102626 h 2323145"/>
              <a:gd name="connsiteX205" fmla="*/ 2882689 w 11269336"/>
              <a:gd name="connsiteY205" fmla="*/ 2099228 h 2323145"/>
              <a:gd name="connsiteX206" fmla="*/ 2881291 w 11269336"/>
              <a:gd name="connsiteY206" fmla="*/ 2099618 h 2323145"/>
              <a:gd name="connsiteX207" fmla="*/ 2853979 w 11269336"/>
              <a:gd name="connsiteY207" fmla="*/ 2090388 h 2323145"/>
              <a:gd name="connsiteX208" fmla="*/ 2791790 w 11269336"/>
              <a:gd name="connsiteY208" fmla="*/ 2080332 h 2323145"/>
              <a:gd name="connsiteX209" fmla="*/ 2755844 w 11269336"/>
              <a:gd name="connsiteY209" fmla="*/ 2078874 h 2323145"/>
              <a:gd name="connsiteX210" fmla="*/ 2657742 w 11269336"/>
              <a:gd name="connsiteY210" fmla="*/ 2070179 h 2323145"/>
              <a:gd name="connsiteX211" fmla="*/ 2559549 w 11269336"/>
              <a:gd name="connsiteY211" fmla="*/ 2057873 h 2323145"/>
              <a:gd name="connsiteX212" fmla="*/ 2512054 w 11269336"/>
              <a:gd name="connsiteY212" fmla="*/ 2031671 h 2323145"/>
              <a:gd name="connsiteX213" fmla="*/ 2506437 w 11269336"/>
              <a:gd name="connsiteY213" fmla="*/ 2030918 h 2323145"/>
              <a:gd name="connsiteX214" fmla="*/ 2491752 w 11269336"/>
              <a:gd name="connsiteY214" fmla="*/ 2033906 h 2323145"/>
              <a:gd name="connsiteX215" fmla="*/ 2486338 w 11269336"/>
              <a:gd name="connsiteY215" fmla="*/ 2035862 h 2323145"/>
              <a:gd name="connsiteX216" fmla="*/ 2478186 w 11269336"/>
              <a:gd name="connsiteY216" fmla="*/ 2036953 h 2323145"/>
              <a:gd name="connsiteX217" fmla="*/ 2477950 w 11269336"/>
              <a:gd name="connsiteY217" fmla="*/ 2036715 h 2323145"/>
              <a:gd name="connsiteX218" fmla="*/ 2470381 w 11269336"/>
              <a:gd name="connsiteY218" fmla="*/ 2038256 h 2323145"/>
              <a:gd name="connsiteX219" fmla="*/ 2433781 w 11269336"/>
              <a:gd name="connsiteY219" fmla="*/ 2049140 h 2323145"/>
              <a:gd name="connsiteX220" fmla="*/ 2381172 w 11269336"/>
              <a:gd name="connsiteY220" fmla="*/ 2030645 h 2323145"/>
              <a:gd name="connsiteX221" fmla="*/ 2360198 w 11269336"/>
              <a:gd name="connsiteY221" fmla="*/ 2029059 h 2323145"/>
              <a:gd name="connsiteX222" fmla="*/ 2348815 w 11269336"/>
              <a:gd name="connsiteY222" fmla="*/ 2026798 h 2323145"/>
              <a:gd name="connsiteX223" fmla="*/ 2347988 w 11269336"/>
              <a:gd name="connsiteY223" fmla="*/ 2025745 h 2323145"/>
              <a:gd name="connsiteX224" fmla="*/ 2312920 w 11269336"/>
              <a:gd name="connsiteY224" fmla="*/ 2036311 h 2323145"/>
              <a:gd name="connsiteX225" fmla="*/ 2307986 w 11269336"/>
              <a:gd name="connsiteY225" fmla="*/ 2035583 h 2323145"/>
              <a:gd name="connsiteX226" fmla="*/ 2285481 w 11269336"/>
              <a:gd name="connsiteY226" fmla="*/ 2045197 h 2323145"/>
              <a:gd name="connsiteX227" fmla="*/ 2273666 w 11269336"/>
              <a:gd name="connsiteY227" fmla="*/ 2048710 h 2323145"/>
              <a:gd name="connsiteX228" fmla="*/ 2270719 w 11269336"/>
              <a:gd name="connsiteY228" fmla="*/ 2052702 h 2323145"/>
              <a:gd name="connsiteX229" fmla="*/ 2253080 w 11269336"/>
              <a:gd name="connsiteY229" fmla="*/ 2056363 h 2323145"/>
              <a:gd name="connsiteX230" fmla="*/ 2250906 w 11269336"/>
              <a:gd name="connsiteY230" fmla="*/ 2055654 h 2323145"/>
              <a:gd name="connsiteX231" fmla="*/ 2236905 w 11269336"/>
              <a:gd name="connsiteY231" fmla="*/ 2062882 h 2323145"/>
              <a:gd name="connsiteX232" fmla="*/ 2225830 w 11269336"/>
              <a:gd name="connsiteY232" fmla="*/ 2074027 h 2323145"/>
              <a:gd name="connsiteX233" fmla="*/ 2073776 w 11269336"/>
              <a:gd name="connsiteY233" fmla="*/ 2089244 h 2323145"/>
              <a:gd name="connsiteX234" fmla="*/ 1948256 w 11269336"/>
              <a:gd name="connsiteY234" fmla="*/ 2146616 h 2323145"/>
              <a:gd name="connsiteX235" fmla="*/ 1865582 w 11269336"/>
              <a:gd name="connsiteY235" fmla="*/ 2153738 h 2323145"/>
              <a:gd name="connsiteX236" fmla="*/ 1835210 w 11269336"/>
              <a:gd name="connsiteY236" fmla="*/ 2134244 h 2323145"/>
              <a:gd name="connsiteX237" fmla="*/ 1632661 w 11269336"/>
              <a:gd name="connsiteY237" fmla="*/ 2173882 h 2323145"/>
              <a:gd name="connsiteX238" fmla="*/ 1579590 w 11269336"/>
              <a:gd name="connsiteY238" fmla="*/ 2173680 h 2323145"/>
              <a:gd name="connsiteX239" fmla="*/ 1535601 w 11269336"/>
              <a:gd name="connsiteY239" fmla="*/ 2194590 h 2323145"/>
              <a:gd name="connsiteX240" fmla="*/ 1515594 w 11269336"/>
              <a:gd name="connsiteY240" fmla="*/ 2189622 h 2323145"/>
              <a:gd name="connsiteX241" fmla="*/ 1512113 w 11269336"/>
              <a:gd name="connsiteY241" fmla="*/ 2188534 h 2323145"/>
              <a:gd name="connsiteX242" fmla="*/ 1498838 w 11269336"/>
              <a:gd name="connsiteY242" fmla="*/ 2189213 h 2323145"/>
              <a:gd name="connsiteX243" fmla="*/ 1494279 w 11269336"/>
              <a:gd name="connsiteY243" fmla="*/ 2183112 h 2323145"/>
              <a:gd name="connsiteX244" fmla="*/ 1473714 w 11269336"/>
              <a:gd name="connsiteY244" fmla="*/ 2179625 h 2323145"/>
              <a:gd name="connsiteX245" fmla="*/ 1449503 w 11269336"/>
              <a:gd name="connsiteY245" fmla="*/ 2182633 h 2323145"/>
              <a:gd name="connsiteX246" fmla="*/ 1266687 w 11269336"/>
              <a:gd name="connsiteY246" fmla="*/ 2212688 h 2323145"/>
              <a:gd name="connsiteX247" fmla="*/ 1239614 w 11269336"/>
              <a:gd name="connsiteY247" fmla="*/ 2209727 h 2323145"/>
              <a:gd name="connsiteX248" fmla="*/ 1202436 w 11269336"/>
              <a:gd name="connsiteY248" fmla="*/ 2209817 h 2323145"/>
              <a:gd name="connsiteX249" fmla="*/ 1136097 w 11269336"/>
              <a:gd name="connsiteY249" fmla="*/ 2205112 h 2323145"/>
              <a:gd name="connsiteX250" fmla="*/ 988232 w 11269336"/>
              <a:gd name="connsiteY250" fmla="*/ 2235635 h 2323145"/>
              <a:gd name="connsiteX251" fmla="*/ 981959 w 11269336"/>
              <a:gd name="connsiteY251" fmla="*/ 2231607 h 2323145"/>
              <a:gd name="connsiteX252" fmla="*/ 938600 w 11269336"/>
              <a:gd name="connsiteY252" fmla="*/ 2238113 h 2323145"/>
              <a:gd name="connsiteX253" fmla="*/ 791788 w 11269336"/>
              <a:gd name="connsiteY253" fmla="*/ 2293224 h 2323145"/>
              <a:gd name="connsiteX254" fmla="*/ 706914 w 11269336"/>
              <a:gd name="connsiteY254" fmla="*/ 2305046 h 2323145"/>
              <a:gd name="connsiteX255" fmla="*/ 675971 w 11269336"/>
              <a:gd name="connsiteY255" fmla="*/ 2304030 h 2323145"/>
              <a:gd name="connsiteX256" fmla="*/ 624180 w 11269336"/>
              <a:gd name="connsiteY256" fmla="*/ 2302650 h 2323145"/>
              <a:gd name="connsiteX257" fmla="*/ 583453 w 11269336"/>
              <a:gd name="connsiteY257" fmla="*/ 2288788 h 2323145"/>
              <a:gd name="connsiteX258" fmla="*/ 540946 w 11269336"/>
              <a:gd name="connsiteY258" fmla="*/ 2292721 h 2323145"/>
              <a:gd name="connsiteX259" fmla="*/ 533680 w 11269336"/>
              <a:gd name="connsiteY259" fmla="*/ 2310233 h 2323145"/>
              <a:gd name="connsiteX260" fmla="*/ 487366 w 11269336"/>
              <a:gd name="connsiteY260" fmla="*/ 2309053 h 2323145"/>
              <a:gd name="connsiteX261" fmla="*/ 416820 w 11269336"/>
              <a:gd name="connsiteY261" fmla="*/ 2305443 h 2323145"/>
              <a:gd name="connsiteX262" fmla="*/ 376805 w 11269336"/>
              <a:gd name="connsiteY262" fmla="*/ 2307647 h 2323145"/>
              <a:gd name="connsiteX263" fmla="*/ 266777 w 11269336"/>
              <a:gd name="connsiteY263" fmla="*/ 2309012 h 2323145"/>
              <a:gd name="connsiteX264" fmla="*/ 156013 w 11269336"/>
              <a:gd name="connsiteY264" fmla="*/ 2306832 h 2323145"/>
              <a:gd name="connsiteX265" fmla="*/ 87258 w 11269336"/>
              <a:gd name="connsiteY265" fmla="*/ 2285511 h 2323145"/>
              <a:gd name="connsiteX266" fmla="*/ 23798 w 11269336"/>
              <a:gd name="connsiteY266" fmla="*/ 2281822 h 2323145"/>
              <a:gd name="connsiteX267" fmla="*/ 0 w 11269336"/>
              <a:gd name="connsiteY267" fmla="*/ 2285369 h 2323145"/>
              <a:gd name="connsiteX268" fmla="*/ 0 w 11269336"/>
              <a:gd name="connsiteY268"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742561 w 11269336"/>
              <a:gd name="connsiteY18" fmla="*/ 500437 h 2323145"/>
              <a:gd name="connsiteX19" fmla="*/ 9561831 w 11269336"/>
              <a:gd name="connsiteY19" fmla="*/ 547649 h 2323145"/>
              <a:gd name="connsiteX20" fmla="*/ 9380600 w 11269336"/>
              <a:gd name="connsiteY20" fmla="*/ 549821 h 2323145"/>
              <a:gd name="connsiteX21" fmla="*/ 9139429 w 11269336"/>
              <a:gd name="connsiteY21" fmla="*/ 696446 h 2323145"/>
              <a:gd name="connsiteX22" fmla="*/ 9114263 w 11269336"/>
              <a:gd name="connsiteY22" fmla="*/ 709213 h 2323145"/>
              <a:gd name="connsiteX23" fmla="*/ 9028928 w 11269336"/>
              <a:gd name="connsiteY23" fmla="*/ 745350 h 2323145"/>
              <a:gd name="connsiteX24" fmla="*/ 8977138 w 11269336"/>
              <a:gd name="connsiteY24" fmla="*/ 774970 h 2323145"/>
              <a:gd name="connsiteX25" fmla="*/ 8947030 w 11269336"/>
              <a:gd name="connsiteY25" fmla="*/ 814934 h 2323145"/>
              <a:gd name="connsiteX26" fmla="*/ 8914746 w 11269336"/>
              <a:gd name="connsiteY26" fmla="*/ 826428 h 2323145"/>
              <a:gd name="connsiteX27" fmla="*/ 8917778 w 11269336"/>
              <a:gd name="connsiteY27" fmla="*/ 835198 h 2323145"/>
              <a:gd name="connsiteX28" fmla="*/ 8905560 w 11269336"/>
              <a:gd name="connsiteY28" fmla="*/ 838358 h 2323145"/>
              <a:gd name="connsiteX29" fmla="*/ 8897564 w 11269336"/>
              <a:gd name="connsiteY29" fmla="*/ 834287 h 2323145"/>
              <a:gd name="connsiteX30" fmla="*/ 8878040 w 11269336"/>
              <a:gd name="connsiteY30" fmla="*/ 844150 h 2323145"/>
              <a:gd name="connsiteX31" fmla="*/ 8882654 w 11269336"/>
              <a:gd name="connsiteY31" fmla="*/ 892768 h 2323145"/>
              <a:gd name="connsiteX32" fmla="*/ 8795998 w 11269336"/>
              <a:gd name="connsiteY32" fmla="*/ 863337 h 2323145"/>
              <a:gd name="connsiteX33" fmla="*/ 8776970 w 11269336"/>
              <a:gd name="connsiteY33" fmla="*/ 885177 h 2323145"/>
              <a:gd name="connsiteX34" fmla="*/ 8755719 w 11269336"/>
              <a:gd name="connsiteY34" fmla="*/ 889754 h 2323145"/>
              <a:gd name="connsiteX35" fmla="*/ 8743257 w 11269336"/>
              <a:gd name="connsiteY35" fmla="*/ 904723 h 2323145"/>
              <a:gd name="connsiteX36" fmla="*/ 8721366 w 11269336"/>
              <a:gd name="connsiteY36" fmla="*/ 904711 h 2323145"/>
              <a:gd name="connsiteX37" fmla="*/ 8678353 w 11269336"/>
              <a:gd name="connsiteY37" fmla="*/ 926318 h 2323145"/>
              <a:gd name="connsiteX38" fmla="*/ 8636849 w 11269336"/>
              <a:gd name="connsiteY38" fmla="*/ 937900 h 2323145"/>
              <a:gd name="connsiteX39" fmla="*/ 8620213 w 11269336"/>
              <a:gd name="connsiteY39" fmla="*/ 943068 h 2323145"/>
              <a:gd name="connsiteX40" fmla="*/ 8612581 w 11269336"/>
              <a:gd name="connsiteY40" fmla="*/ 952695 h 2323145"/>
              <a:gd name="connsiteX41" fmla="*/ 8589038 w 11269336"/>
              <a:gd name="connsiteY41" fmla="*/ 963892 h 2323145"/>
              <a:gd name="connsiteX42" fmla="*/ 8579950 w 11269336"/>
              <a:gd name="connsiteY42" fmla="*/ 960899 h 2323145"/>
              <a:gd name="connsiteX43" fmla="*/ 8579319 w 11269336"/>
              <a:gd name="connsiteY43" fmla="*/ 965630 h 2323145"/>
              <a:gd name="connsiteX44" fmla="*/ 8547429 w 11269336"/>
              <a:gd name="connsiteY44" fmla="*/ 984506 h 2323145"/>
              <a:gd name="connsiteX45" fmla="*/ 8478704 w 11269336"/>
              <a:gd name="connsiteY45" fmla="*/ 1025490 h 2323145"/>
              <a:gd name="connsiteX46" fmla="*/ 8461421 w 11269336"/>
              <a:gd name="connsiteY46" fmla="*/ 1035512 h 2323145"/>
              <a:gd name="connsiteX47" fmla="*/ 8445003 w 11269336"/>
              <a:gd name="connsiteY47" fmla="*/ 1036851 h 2323145"/>
              <a:gd name="connsiteX48" fmla="*/ 8357350 w 11269336"/>
              <a:gd name="connsiteY48" fmla="*/ 1060213 h 2323145"/>
              <a:gd name="connsiteX49" fmla="*/ 8335565 w 11269336"/>
              <a:gd name="connsiteY49" fmla="*/ 1061151 h 2323145"/>
              <a:gd name="connsiteX50" fmla="*/ 8325267 w 11269336"/>
              <a:gd name="connsiteY50" fmla="*/ 1055919 h 2323145"/>
              <a:gd name="connsiteX51" fmla="*/ 8293586 w 11269336"/>
              <a:gd name="connsiteY51" fmla="*/ 1076144 h 2323145"/>
              <a:gd name="connsiteX52" fmla="*/ 8242405 w 11269336"/>
              <a:gd name="connsiteY52" fmla="*/ 1095960 h 2323145"/>
              <a:gd name="connsiteX53" fmla="*/ 8197391 w 11269336"/>
              <a:gd name="connsiteY53" fmla="*/ 1107746 h 2323145"/>
              <a:gd name="connsiteX54" fmla="*/ 8081474 w 11269336"/>
              <a:gd name="connsiteY54" fmla="*/ 1130125 h 2323145"/>
              <a:gd name="connsiteX55" fmla="*/ 8053585 w 11269336"/>
              <a:gd name="connsiteY55" fmla="*/ 1129169 h 2323145"/>
              <a:gd name="connsiteX56" fmla="*/ 8038422 w 11269336"/>
              <a:gd name="connsiteY56" fmla="*/ 1119092 h 2323145"/>
              <a:gd name="connsiteX57" fmla="*/ 8029450 w 11269336"/>
              <a:gd name="connsiteY57" fmla="*/ 1125592 h 2323145"/>
              <a:gd name="connsiteX58" fmla="*/ 7959552 w 11269336"/>
              <a:gd name="connsiteY58" fmla="*/ 1140188 h 2323145"/>
              <a:gd name="connsiteX59" fmla="*/ 7914188 w 11269336"/>
              <a:gd name="connsiteY59" fmla="*/ 1150862 h 2323145"/>
              <a:gd name="connsiteX60" fmla="*/ 7914918 w 11269336"/>
              <a:gd name="connsiteY60" fmla="*/ 1168758 h 2323145"/>
              <a:gd name="connsiteX61" fmla="*/ 7875510 w 11269336"/>
              <a:gd name="connsiteY61" fmla="*/ 1183153 h 2323145"/>
              <a:gd name="connsiteX62" fmla="*/ 7829932 w 11269336"/>
              <a:gd name="connsiteY62" fmla="*/ 1180782 h 2323145"/>
              <a:gd name="connsiteX63" fmla="*/ 7779182 w 11269336"/>
              <a:gd name="connsiteY63" fmla="*/ 1192665 h 2323145"/>
              <a:gd name="connsiteX64" fmla="*/ 7748774 w 11269336"/>
              <a:gd name="connsiteY64" fmla="*/ 1199586 h 2323145"/>
              <a:gd name="connsiteX65" fmla="*/ 7671846 w 11269336"/>
              <a:gd name="connsiteY65" fmla="*/ 1231966 h 2323145"/>
              <a:gd name="connsiteX66" fmla="*/ 7554146 w 11269336"/>
              <a:gd name="connsiteY66" fmla="*/ 1319748 h 2323145"/>
              <a:gd name="connsiteX67" fmla="*/ 7515052 w 11269336"/>
              <a:gd name="connsiteY67" fmla="*/ 1336718 h 2323145"/>
              <a:gd name="connsiteX68" fmla="*/ 7507193 w 11269336"/>
              <a:gd name="connsiteY68" fmla="*/ 1334617 h 2323145"/>
              <a:gd name="connsiteX69" fmla="*/ 7461694 w 11269336"/>
              <a:gd name="connsiteY69" fmla="*/ 1375866 h 2323145"/>
              <a:gd name="connsiteX70" fmla="*/ 7377571 w 11269336"/>
              <a:gd name="connsiteY70" fmla="*/ 1400128 h 2323145"/>
              <a:gd name="connsiteX71" fmla="*/ 7311261 w 11269336"/>
              <a:gd name="connsiteY71" fmla="*/ 1412652 h 2323145"/>
              <a:gd name="connsiteX72" fmla="*/ 7275307 w 11269336"/>
              <a:gd name="connsiteY72" fmla="*/ 1422171 h 2323145"/>
              <a:gd name="connsiteX73" fmla="*/ 7247783 w 11269336"/>
              <a:gd name="connsiteY73" fmla="*/ 1426330 h 2323145"/>
              <a:gd name="connsiteX74" fmla="*/ 7185047 w 11269336"/>
              <a:gd name="connsiteY74" fmla="*/ 1451812 h 2323145"/>
              <a:gd name="connsiteX75" fmla="*/ 7084117 w 11269336"/>
              <a:gd name="connsiteY75" fmla="*/ 1500281 h 2323145"/>
              <a:gd name="connsiteX76" fmla="*/ 7062011 w 11269336"/>
              <a:gd name="connsiteY76" fmla="*/ 1509183 h 2323145"/>
              <a:gd name="connsiteX77" fmla="*/ 7040555 w 11269336"/>
              <a:gd name="connsiteY77" fmla="*/ 1511207 h 2323145"/>
              <a:gd name="connsiteX78" fmla="*/ 7033438 w 11269336"/>
              <a:gd name="connsiteY78" fmla="*/ 1506772 h 2323145"/>
              <a:gd name="connsiteX79" fmla="*/ 7020886 w 11269336"/>
              <a:gd name="connsiteY79" fmla="*/ 1510764 h 2323145"/>
              <a:gd name="connsiteX80" fmla="*/ 7017033 w 11269336"/>
              <a:gd name="connsiteY80" fmla="*/ 1510650 h 2323145"/>
              <a:gd name="connsiteX81" fmla="*/ 6995460 w 11269336"/>
              <a:gd name="connsiteY81" fmla="*/ 1511173 h 2323145"/>
              <a:gd name="connsiteX82" fmla="*/ 6962144 w 11269336"/>
              <a:gd name="connsiteY82" fmla="*/ 1541508 h 2323145"/>
              <a:gd name="connsiteX83" fmla="*/ 6910674 w 11269336"/>
              <a:gd name="connsiteY83" fmla="*/ 1554793 h 2323145"/>
              <a:gd name="connsiteX84" fmla="*/ 6732152 w 11269336"/>
              <a:gd name="connsiteY84" fmla="*/ 1642538 h 2323145"/>
              <a:gd name="connsiteX85" fmla="*/ 6694106 w 11269336"/>
              <a:gd name="connsiteY85" fmla="*/ 1632377 h 2323145"/>
              <a:gd name="connsiteX86" fmla="*/ 6617223 w 11269336"/>
              <a:gd name="connsiteY86" fmla="*/ 1659889 h 2323145"/>
              <a:gd name="connsiteX87" fmla="*/ 6521138 w 11269336"/>
              <a:gd name="connsiteY87" fmla="*/ 1744340 h 2323145"/>
              <a:gd name="connsiteX88" fmla="*/ 6380677 w 11269336"/>
              <a:gd name="connsiteY88" fmla="*/ 1796883 h 2323145"/>
              <a:gd name="connsiteX89" fmla="*/ 6374897 w 11269336"/>
              <a:gd name="connsiteY89" fmla="*/ 1809910 h 2323145"/>
              <a:gd name="connsiteX90" fmla="*/ 6364545 w 11269336"/>
              <a:gd name="connsiteY90" fmla="*/ 1820090 h 2323145"/>
              <a:gd name="connsiteX91" fmla="*/ 6362126 w 11269336"/>
              <a:gd name="connsiteY91" fmla="*/ 1819991 h 2323145"/>
              <a:gd name="connsiteX92" fmla="*/ 6346673 w 11269336"/>
              <a:gd name="connsiteY92" fmla="*/ 1827824 h 2323145"/>
              <a:gd name="connsiteX93" fmla="*/ 6345588 w 11269336"/>
              <a:gd name="connsiteY93" fmla="*/ 1832232 h 2323145"/>
              <a:gd name="connsiteX94" fmla="*/ 6335708 w 11269336"/>
              <a:gd name="connsiteY94" fmla="*/ 1838451 h 2323145"/>
              <a:gd name="connsiteX95" fmla="*/ 6318182 w 11269336"/>
              <a:gd name="connsiteY95" fmla="*/ 1852975 h 2323145"/>
              <a:gd name="connsiteX96" fmla="*/ 6313084 w 11269336"/>
              <a:gd name="connsiteY96" fmla="*/ 1853561 h 2323145"/>
              <a:gd name="connsiteX97" fmla="*/ 6283816 w 11269336"/>
              <a:gd name="connsiteY97" fmla="*/ 1872148 h 2323145"/>
              <a:gd name="connsiteX98" fmla="*/ 6282550 w 11269336"/>
              <a:gd name="connsiteY98" fmla="*/ 1871392 h 2323145"/>
              <a:gd name="connsiteX99" fmla="*/ 6270527 w 11269336"/>
              <a:gd name="connsiteY99" fmla="*/ 1872208 h 2323145"/>
              <a:gd name="connsiteX100" fmla="*/ 6249518 w 11269336"/>
              <a:gd name="connsiteY100" fmla="*/ 1876079 h 2323145"/>
              <a:gd name="connsiteX101" fmla="*/ 6190386 w 11269336"/>
              <a:gd name="connsiteY101" fmla="*/ 1872478 h 2323145"/>
              <a:gd name="connsiteX102" fmla="*/ 6159777 w 11269336"/>
              <a:gd name="connsiteY102" fmla="*/ 1891745 h 2323145"/>
              <a:gd name="connsiteX103" fmla="*/ 6153131 w 11269336"/>
              <a:gd name="connsiteY103" fmla="*/ 1895079 h 2323145"/>
              <a:gd name="connsiteX104" fmla="*/ 6152798 w 11269336"/>
              <a:gd name="connsiteY104" fmla="*/ 1894920 h 2323145"/>
              <a:gd name="connsiteX105" fmla="*/ 6145388 w 11269336"/>
              <a:gd name="connsiteY105" fmla="*/ 1897990 h 2323145"/>
              <a:gd name="connsiteX106" fmla="*/ 6141014 w 11269336"/>
              <a:gd name="connsiteY106" fmla="*/ 1901155 h 2323145"/>
              <a:gd name="connsiteX107" fmla="*/ 6128122 w 11269336"/>
              <a:gd name="connsiteY107" fmla="*/ 1907623 h 2323145"/>
              <a:gd name="connsiteX108" fmla="*/ 6122351 w 11269336"/>
              <a:gd name="connsiteY108" fmla="*/ 1908359 h 2323145"/>
              <a:gd name="connsiteX109" fmla="*/ 6064750 w 11269336"/>
              <a:gd name="connsiteY109" fmla="*/ 1896394 h 2323145"/>
              <a:gd name="connsiteX110" fmla="*/ 5964230 w 11269336"/>
              <a:gd name="connsiteY110" fmla="*/ 1910038 h 2323145"/>
              <a:gd name="connsiteX111" fmla="*/ 5865399 w 11269336"/>
              <a:gd name="connsiteY111" fmla="*/ 1926966 h 2323145"/>
              <a:gd name="connsiteX112" fmla="*/ 5829951 w 11269336"/>
              <a:gd name="connsiteY112" fmla="*/ 1934755 h 2323145"/>
              <a:gd name="connsiteX113" fmla="*/ 5765285 w 11269336"/>
              <a:gd name="connsiteY113" fmla="*/ 1941322 h 2323145"/>
              <a:gd name="connsiteX114" fmla="*/ 5734750 w 11269336"/>
              <a:gd name="connsiteY114" fmla="*/ 1939793 h 2323145"/>
              <a:gd name="connsiteX115" fmla="*/ 5733569 w 11269336"/>
              <a:gd name="connsiteY115" fmla="*/ 1940505 h 2323145"/>
              <a:gd name="connsiteX116" fmla="*/ 5730329 w 11269336"/>
              <a:gd name="connsiteY116" fmla="*/ 1937845 h 2323145"/>
              <a:gd name="connsiteX117" fmla="*/ 5724661 w 11269336"/>
              <a:gd name="connsiteY117" fmla="*/ 1937455 h 2323145"/>
              <a:gd name="connsiteX118" fmla="*/ 5710186 w 11269336"/>
              <a:gd name="connsiteY118" fmla="*/ 1941370 h 2323145"/>
              <a:gd name="connsiteX119" fmla="*/ 5704910 w 11269336"/>
              <a:gd name="connsiteY119" fmla="*/ 1943663 h 2323145"/>
              <a:gd name="connsiteX120" fmla="*/ 5696836 w 11269336"/>
              <a:gd name="connsiteY120" fmla="*/ 1945271 h 2323145"/>
              <a:gd name="connsiteX121" fmla="*/ 5696583 w 11269336"/>
              <a:gd name="connsiteY121" fmla="*/ 1945050 h 2323145"/>
              <a:gd name="connsiteX122" fmla="*/ 5689123 w 11269336"/>
              <a:gd name="connsiteY122" fmla="*/ 1947067 h 2323145"/>
              <a:gd name="connsiteX123" fmla="*/ 5653291 w 11269336"/>
              <a:gd name="connsiteY123" fmla="*/ 1960245 h 2323145"/>
              <a:gd name="connsiteX124" fmla="*/ 5599385 w 11269336"/>
              <a:gd name="connsiteY124" fmla="*/ 1945198 h 2323145"/>
              <a:gd name="connsiteX125" fmla="*/ 5578300 w 11269336"/>
              <a:gd name="connsiteY125" fmla="*/ 1944963 h 2323145"/>
              <a:gd name="connsiteX126" fmla="*/ 5566758 w 11269336"/>
              <a:gd name="connsiteY126" fmla="*/ 1943441 h 2323145"/>
              <a:gd name="connsiteX127" fmla="*/ 5565857 w 11269336"/>
              <a:gd name="connsiteY127" fmla="*/ 1942445 h 2323145"/>
              <a:gd name="connsiteX128" fmla="*/ 5531534 w 11269336"/>
              <a:gd name="connsiteY128" fmla="*/ 1955208 h 2323145"/>
              <a:gd name="connsiteX129" fmla="*/ 5526552 w 11269336"/>
              <a:gd name="connsiteY129" fmla="*/ 1954799 h 2323145"/>
              <a:gd name="connsiteX130" fmla="*/ 5504723 w 11269336"/>
              <a:gd name="connsiteY130" fmla="*/ 1965811 h 2323145"/>
              <a:gd name="connsiteX131" fmla="*/ 5493156 w 11269336"/>
              <a:gd name="connsiteY131" fmla="*/ 1970063 h 2323145"/>
              <a:gd name="connsiteX132" fmla="*/ 5490486 w 11269336"/>
              <a:gd name="connsiteY132" fmla="*/ 1974227 h 2323145"/>
              <a:gd name="connsiteX133" fmla="*/ 5473107 w 11269336"/>
              <a:gd name="connsiteY133" fmla="*/ 1979001 h 2323145"/>
              <a:gd name="connsiteX134" fmla="*/ 5470885 w 11269336"/>
              <a:gd name="connsiteY134" fmla="*/ 1978432 h 2323145"/>
              <a:gd name="connsiteX135" fmla="*/ 5457393 w 11269336"/>
              <a:gd name="connsiteY135" fmla="*/ 1986525 h 2323145"/>
              <a:gd name="connsiteX136" fmla="*/ 5447102 w 11269336"/>
              <a:gd name="connsiteY136" fmla="*/ 1998329 h 2323145"/>
              <a:gd name="connsiteX137" fmla="*/ 5159151 w 11269336"/>
              <a:gd name="connsiteY137" fmla="*/ 2029640 h 2323145"/>
              <a:gd name="connsiteX138" fmla="*/ 5041688 w 11269336"/>
              <a:gd name="connsiteY138" fmla="*/ 2022334 h 2323145"/>
              <a:gd name="connsiteX139" fmla="*/ 4860988 w 11269336"/>
              <a:gd name="connsiteY139" fmla="*/ 2135698 h 2323145"/>
              <a:gd name="connsiteX140" fmla="*/ 4807902 w 11269336"/>
              <a:gd name="connsiteY140" fmla="*/ 2138894 h 2323145"/>
              <a:gd name="connsiteX141" fmla="*/ 4765388 w 11269336"/>
              <a:gd name="connsiteY141" fmla="*/ 2162525 h 2323145"/>
              <a:gd name="connsiteX142" fmla="*/ 4745033 w 11269336"/>
              <a:gd name="connsiteY142" fmla="*/ 2158859 h 2323145"/>
              <a:gd name="connsiteX143" fmla="*/ 4741475 w 11269336"/>
              <a:gd name="connsiteY143" fmla="*/ 2157998 h 2323145"/>
              <a:gd name="connsiteX144" fmla="*/ 4728247 w 11269336"/>
              <a:gd name="connsiteY144" fmla="*/ 2159526 h 2323145"/>
              <a:gd name="connsiteX145" fmla="*/ 4723263 w 11269336"/>
              <a:gd name="connsiteY145" fmla="*/ 2153742 h 2323145"/>
              <a:gd name="connsiteX146" fmla="*/ 4702453 w 11269336"/>
              <a:gd name="connsiteY146" fmla="*/ 2151586 h 2323145"/>
              <a:gd name="connsiteX147" fmla="*/ 4678455 w 11269336"/>
              <a:gd name="connsiteY147" fmla="*/ 2156131 h 2323145"/>
              <a:gd name="connsiteX148" fmla="*/ 4593061 w 11269336"/>
              <a:gd name="connsiteY148" fmla="*/ 2171597 h 2323145"/>
              <a:gd name="connsiteX149" fmla="*/ 4579902 w 11269336"/>
              <a:gd name="connsiteY149" fmla="*/ 2177927 h 2323145"/>
              <a:gd name="connsiteX150" fmla="*/ 4533444 w 11269336"/>
              <a:gd name="connsiteY150" fmla="*/ 2181200 h 2323145"/>
              <a:gd name="connsiteX151" fmla="*/ 4492832 w 11269336"/>
              <a:gd name="connsiteY151" fmla="*/ 2188033 h 2323145"/>
              <a:gd name="connsiteX152" fmla="*/ 4467257 w 11269336"/>
              <a:gd name="connsiteY152" fmla="*/ 2196121 h 2323145"/>
              <a:gd name="connsiteX153" fmla="*/ 4459937 w 11269336"/>
              <a:gd name="connsiteY153" fmla="*/ 2195182 h 2323145"/>
              <a:gd name="connsiteX154" fmla="*/ 4433312 w 11269336"/>
              <a:gd name="connsiteY154" fmla="*/ 2199004 h 2323145"/>
              <a:gd name="connsiteX155" fmla="*/ 4420601 w 11269336"/>
              <a:gd name="connsiteY155" fmla="*/ 2205158 h 2323145"/>
              <a:gd name="connsiteX156" fmla="*/ 4405765 w 11269336"/>
              <a:gd name="connsiteY156" fmla="*/ 2199902 h 2323145"/>
              <a:gd name="connsiteX157" fmla="*/ 4401354 w 11269336"/>
              <a:gd name="connsiteY157" fmla="*/ 2194745 h 2323145"/>
              <a:gd name="connsiteX158" fmla="*/ 4383151 w 11269336"/>
              <a:gd name="connsiteY158" fmla="*/ 2201140 h 2323145"/>
              <a:gd name="connsiteX159" fmla="*/ 4366646 w 11269336"/>
              <a:gd name="connsiteY159" fmla="*/ 2198564 h 2323145"/>
              <a:gd name="connsiteX160" fmla="*/ 4354009 w 11269336"/>
              <a:gd name="connsiteY160" fmla="*/ 2204984 h 2323145"/>
              <a:gd name="connsiteX161" fmla="*/ 4348284 w 11269336"/>
              <a:gd name="connsiteY161" fmla="*/ 2205270 h 2323145"/>
              <a:gd name="connsiteX162" fmla="*/ 4333906 w 11269336"/>
              <a:gd name="connsiteY162" fmla="*/ 2205251 h 2323145"/>
              <a:gd name="connsiteX163" fmla="*/ 4308819 w 11269336"/>
              <a:gd name="connsiteY163" fmla="*/ 2203822 h 2323145"/>
              <a:gd name="connsiteX164" fmla="*/ 4301210 w 11269336"/>
              <a:gd name="connsiteY164" fmla="*/ 2204456 h 2323145"/>
              <a:gd name="connsiteX165" fmla="*/ 4283095 w 11269336"/>
              <a:gd name="connsiteY165" fmla="*/ 2198177 h 2323145"/>
              <a:gd name="connsiteX166" fmla="*/ 4250119 w 11269336"/>
              <a:gd name="connsiteY166" fmla="*/ 2196342 h 2323145"/>
              <a:gd name="connsiteX167" fmla="*/ 4189203 w 11269336"/>
              <a:gd name="connsiteY167" fmla="*/ 2178994 h 2323145"/>
              <a:gd name="connsiteX168" fmla="*/ 4154035 w 11269336"/>
              <a:gd name="connsiteY168" fmla="*/ 2171950 h 2323145"/>
              <a:gd name="connsiteX169" fmla="*/ 4129569 w 11269336"/>
              <a:gd name="connsiteY169" fmla="*/ 2163850 h 2323145"/>
              <a:gd name="connsiteX170" fmla="*/ 4061250 w 11269336"/>
              <a:gd name="connsiteY170" fmla="*/ 2159236 h 2323145"/>
              <a:gd name="connsiteX171" fmla="*/ 3945480 w 11269336"/>
              <a:gd name="connsiteY171" fmla="*/ 2158279 h 2323145"/>
              <a:gd name="connsiteX172" fmla="*/ 3921468 w 11269336"/>
              <a:gd name="connsiteY172" fmla="*/ 2156588 h 2323145"/>
              <a:gd name="connsiteX173" fmla="*/ 3903348 w 11269336"/>
              <a:gd name="connsiteY173" fmla="*/ 2149220 h 2323145"/>
              <a:gd name="connsiteX174" fmla="*/ 3901342 w 11269336"/>
              <a:gd name="connsiteY174" fmla="*/ 2142355 h 2323145"/>
              <a:gd name="connsiteX175" fmla="*/ 3888539 w 11269336"/>
              <a:gd name="connsiteY175" fmla="*/ 2140476 h 2323145"/>
              <a:gd name="connsiteX176" fmla="*/ 3885662 w 11269336"/>
              <a:gd name="connsiteY176" fmla="*/ 2138740 h 2323145"/>
              <a:gd name="connsiteX177" fmla="*/ 3868627 w 11269336"/>
              <a:gd name="connsiteY177" fmla="*/ 2130023 h 2323145"/>
              <a:gd name="connsiteX178" fmla="*/ 3819177 w 11269336"/>
              <a:gd name="connsiteY178" fmla="*/ 2142111 h 2323145"/>
              <a:gd name="connsiteX179" fmla="*/ 3769100 w 11269336"/>
              <a:gd name="connsiteY179" fmla="*/ 2131731 h 2323145"/>
              <a:gd name="connsiteX180" fmla="*/ 3562752 w 11269336"/>
              <a:gd name="connsiteY180" fmla="*/ 2131785 h 2323145"/>
              <a:gd name="connsiteX181" fmla="*/ 3541402 w 11269336"/>
              <a:gd name="connsiteY181" fmla="*/ 2106821 h 2323145"/>
              <a:gd name="connsiteX182" fmla="*/ 3365341 w 11269336"/>
              <a:gd name="connsiteY182" fmla="*/ 2077638 h 2323145"/>
              <a:gd name="connsiteX183" fmla="*/ 3170922 w 11269336"/>
              <a:gd name="connsiteY183" fmla="*/ 2115957 h 2323145"/>
              <a:gd name="connsiteX184" fmla="*/ 3156256 w 11269336"/>
              <a:gd name="connsiteY184" fmla="*/ 2124773 h 2323145"/>
              <a:gd name="connsiteX185" fmla="*/ 3140298 w 11269336"/>
              <a:gd name="connsiteY185" fmla="*/ 2129182 h 2323145"/>
              <a:gd name="connsiteX186" fmla="*/ 3138514 w 11269336"/>
              <a:gd name="connsiteY186" fmla="*/ 2128069 h 2323145"/>
              <a:gd name="connsiteX187" fmla="*/ 3120467 w 11269336"/>
              <a:gd name="connsiteY187" fmla="*/ 2128281 h 2323145"/>
              <a:gd name="connsiteX188" fmla="*/ 3116175 w 11269336"/>
              <a:gd name="connsiteY188" fmla="*/ 2131633 h 2323145"/>
              <a:gd name="connsiteX189" fmla="*/ 3103685 w 11269336"/>
              <a:gd name="connsiteY189" fmla="*/ 2132814 h 2323145"/>
              <a:gd name="connsiteX190" fmla="*/ 3078794 w 11269336"/>
              <a:gd name="connsiteY190" fmla="*/ 2137935 h 2323145"/>
              <a:gd name="connsiteX191" fmla="*/ 3074407 w 11269336"/>
              <a:gd name="connsiteY191" fmla="*/ 2136274 h 2323145"/>
              <a:gd name="connsiteX192" fmla="*/ 3037285 w 11269336"/>
              <a:gd name="connsiteY192" fmla="*/ 2139919 h 2323145"/>
              <a:gd name="connsiteX193" fmla="*/ 3036901 w 11269336"/>
              <a:gd name="connsiteY193" fmla="*/ 2138726 h 2323145"/>
              <a:gd name="connsiteX194" fmla="*/ 3026996 w 11269336"/>
              <a:gd name="connsiteY194" fmla="*/ 2134322 h 2323145"/>
              <a:gd name="connsiteX195" fmla="*/ 3007772 w 11269336"/>
              <a:gd name="connsiteY195" fmla="*/ 2128742 h 2323145"/>
              <a:gd name="connsiteX196" fmla="*/ 2965030 w 11269336"/>
              <a:gd name="connsiteY196" fmla="*/ 2100494 h 2323145"/>
              <a:gd name="connsiteX197" fmla="*/ 2926342 w 11269336"/>
              <a:gd name="connsiteY197" fmla="*/ 2104155 h 2323145"/>
              <a:gd name="connsiteX198" fmla="*/ 2918608 w 11269336"/>
              <a:gd name="connsiteY198" fmla="*/ 2104215 h 2323145"/>
              <a:gd name="connsiteX199" fmla="*/ 2918475 w 11269336"/>
              <a:gd name="connsiteY199" fmla="*/ 2103937 h 2323145"/>
              <a:gd name="connsiteX200" fmla="*/ 2910360 w 11269336"/>
              <a:gd name="connsiteY200" fmla="*/ 2103444 h 2323145"/>
              <a:gd name="connsiteX201" fmla="*/ 2904507 w 11269336"/>
              <a:gd name="connsiteY201" fmla="*/ 2104326 h 2323145"/>
              <a:gd name="connsiteX202" fmla="*/ 2889503 w 11269336"/>
              <a:gd name="connsiteY202" fmla="*/ 2104443 h 2323145"/>
              <a:gd name="connsiteX203" fmla="*/ 2884480 w 11269336"/>
              <a:gd name="connsiteY203" fmla="*/ 2102626 h 2323145"/>
              <a:gd name="connsiteX204" fmla="*/ 2882689 w 11269336"/>
              <a:gd name="connsiteY204" fmla="*/ 2099228 h 2323145"/>
              <a:gd name="connsiteX205" fmla="*/ 2881291 w 11269336"/>
              <a:gd name="connsiteY205" fmla="*/ 2099618 h 2323145"/>
              <a:gd name="connsiteX206" fmla="*/ 2853979 w 11269336"/>
              <a:gd name="connsiteY206" fmla="*/ 2090388 h 2323145"/>
              <a:gd name="connsiteX207" fmla="*/ 2791790 w 11269336"/>
              <a:gd name="connsiteY207" fmla="*/ 2080332 h 2323145"/>
              <a:gd name="connsiteX208" fmla="*/ 2755844 w 11269336"/>
              <a:gd name="connsiteY208" fmla="*/ 2078874 h 2323145"/>
              <a:gd name="connsiteX209" fmla="*/ 2657742 w 11269336"/>
              <a:gd name="connsiteY209" fmla="*/ 2070179 h 2323145"/>
              <a:gd name="connsiteX210" fmla="*/ 2559549 w 11269336"/>
              <a:gd name="connsiteY210" fmla="*/ 2057873 h 2323145"/>
              <a:gd name="connsiteX211" fmla="*/ 2512054 w 11269336"/>
              <a:gd name="connsiteY211" fmla="*/ 2031671 h 2323145"/>
              <a:gd name="connsiteX212" fmla="*/ 2506437 w 11269336"/>
              <a:gd name="connsiteY212" fmla="*/ 2030918 h 2323145"/>
              <a:gd name="connsiteX213" fmla="*/ 2491752 w 11269336"/>
              <a:gd name="connsiteY213" fmla="*/ 2033906 h 2323145"/>
              <a:gd name="connsiteX214" fmla="*/ 2486338 w 11269336"/>
              <a:gd name="connsiteY214" fmla="*/ 2035862 h 2323145"/>
              <a:gd name="connsiteX215" fmla="*/ 2478186 w 11269336"/>
              <a:gd name="connsiteY215" fmla="*/ 2036953 h 2323145"/>
              <a:gd name="connsiteX216" fmla="*/ 2477950 w 11269336"/>
              <a:gd name="connsiteY216" fmla="*/ 2036715 h 2323145"/>
              <a:gd name="connsiteX217" fmla="*/ 2470381 w 11269336"/>
              <a:gd name="connsiteY217" fmla="*/ 2038256 h 2323145"/>
              <a:gd name="connsiteX218" fmla="*/ 2433781 w 11269336"/>
              <a:gd name="connsiteY218" fmla="*/ 2049140 h 2323145"/>
              <a:gd name="connsiteX219" fmla="*/ 2381172 w 11269336"/>
              <a:gd name="connsiteY219" fmla="*/ 2030645 h 2323145"/>
              <a:gd name="connsiteX220" fmla="*/ 2360198 w 11269336"/>
              <a:gd name="connsiteY220" fmla="*/ 2029059 h 2323145"/>
              <a:gd name="connsiteX221" fmla="*/ 2348815 w 11269336"/>
              <a:gd name="connsiteY221" fmla="*/ 2026798 h 2323145"/>
              <a:gd name="connsiteX222" fmla="*/ 2347988 w 11269336"/>
              <a:gd name="connsiteY222" fmla="*/ 2025745 h 2323145"/>
              <a:gd name="connsiteX223" fmla="*/ 2312920 w 11269336"/>
              <a:gd name="connsiteY223" fmla="*/ 2036311 h 2323145"/>
              <a:gd name="connsiteX224" fmla="*/ 2307986 w 11269336"/>
              <a:gd name="connsiteY224" fmla="*/ 2035583 h 2323145"/>
              <a:gd name="connsiteX225" fmla="*/ 2285481 w 11269336"/>
              <a:gd name="connsiteY225" fmla="*/ 2045197 h 2323145"/>
              <a:gd name="connsiteX226" fmla="*/ 2273666 w 11269336"/>
              <a:gd name="connsiteY226" fmla="*/ 2048710 h 2323145"/>
              <a:gd name="connsiteX227" fmla="*/ 2270719 w 11269336"/>
              <a:gd name="connsiteY227" fmla="*/ 2052702 h 2323145"/>
              <a:gd name="connsiteX228" fmla="*/ 2253080 w 11269336"/>
              <a:gd name="connsiteY228" fmla="*/ 2056363 h 2323145"/>
              <a:gd name="connsiteX229" fmla="*/ 2250906 w 11269336"/>
              <a:gd name="connsiteY229" fmla="*/ 2055654 h 2323145"/>
              <a:gd name="connsiteX230" fmla="*/ 2236905 w 11269336"/>
              <a:gd name="connsiteY230" fmla="*/ 2062882 h 2323145"/>
              <a:gd name="connsiteX231" fmla="*/ 2225830 w 11269336"/>
              <a:gd name="connsiteY231" fmla="*/ 2074027 h 2323145"/>
              <a:gd name="connsiteX232" fmla="*/ 2073776 w 11269336"/>
              <a:gd name="connsiteY232" fmla="*/ 2089244 h 2323145"/>
              <a:gd name="connsiteX233" fmla="*/ 1948256 w 11269336"/>
              <a:gd name="connsiteY233" fmla="*/ 2146616 h 2323145"/>
              <a:gd name="connsiteX234" fmla="*/ 1865582 w 11269336"/>
              <a:gd name="connsiteY234" fmla="*/ 2153738 h 2323145"/>
              <a:gd name="connsiteX235" fmla="*/ 1835210 w 11269336"/>
              <a:gd name="connsiteY235" fmla="*/ 2134244 h 2323145"/>
              <a:gd name="connsiteX236" fmla="*/ 1632661 w 11269336"/>
              <a:gd name="connsiteY236" fmla="*/ 2173882 h 2323145"/>
              <a:gd name="connsiteX237" fmla="*/ 1579590 w 11269336"/>
              <a:gd name="connsiteY237" fmla="*/ 2173680 h 2323145"/>
              <a:gd name="connsiteX238" fmla="*/ 1535601 w 11269336"/>
              <a:gd name="connsiteY238" fmla="*/ 2194590 h 2323145"/>
              <a:gd name="connsiteX239" fmla="*/ 1515594 w 11269336"/>
              <a:gd name="connsiteY239" fmla="*/ 2189622 h 2323145"/>
              <a:gd name="connsiteX240" fmla="*/ 1512113 w 11269336"/>
              <a:gd name="connsiteY240" fmla="*/ 2188534 h 2323145"/>
              <a:gd name="connsiteX241" fmla="*/ 1498838 w 11269336"/>
              <a:gd name="connsiteY241" fmla="*/ 2189213 h 2323145"/>
              <a:gd name="connsiteX242" fmla="*/ 1494279 w 11269336"/>
              <a:gd name="connsiteY242" fmla="*/ 2183112 h 2323145"/>
              <a:gd name="connsiteX243" fmla="*/ 1473714 w 11269336"/>
              <a:gd name="connsiteY243" fmla="*/ 2179625 h 2323145"/>
              <a:gd name="connsiteX244" fmla="*/ 1449503 w 11269336"/>
              <a:gd name="connsiteY244" fmla="*/ 2182633 h 2323145"/>
              <a:gd name="connsiteX245" fmla="*/ 1266687 w 11269336"/>
              <a:gd name="connsiteY245" fmla="*/ 2212688 h 2323145"/>
              <a:gd name="connsiteX246" fmla="*/ 1239614 w 11269336"/>
              <a:gd name="connsiteY246" fmla="*/ 2209727 h 2323145"/>
              <a:gd name="connsiteX247" fmla="*/ 1202436 w 11269336"/>
              <a:gd name="connsiteY247" fmla="*/ 2209817 h 2323145"/>
              <a:gd name="connsiteX248" fmla="*/ 1136097 w 11269336"/>
              <a:gd name="connsiteY248" fmla="*/ 2205112 h 2323145"/>
              <a:gd name="connsiteX249" fmla="*/ 988232 w 11269336"/>
              <a:gd name="connsiteY249" fmla="*/ 2235635 h 2323145"/>
              <a:gd name="connsiteX250" fmla="*/ 981959 w 11269336"/>
              <a:gd name="connsiteY250" fmla="*/ 2231607 h 2323145"/>
              <a:gd name="connsiteX251" fmla="*/ 938600 w 11269336"/>
              <a:gd name="connsiteY251" fmla="*/ 2238113 h 2323145"/>
              <a:gd name="connsiteX252" fmla="*/ 791788 w 11269336"/>
              <a:gd name="connsiteY252" fmla="*/ 2293224 h 2323145"/>
              <a:gd name="connsiteX253" fmla="*/ 706914 w 11269336"/>
              <a:gd name="connsiteY253" fmla="*/ 2305046 h 2323145"/>
              <a:gd name="connsiteX254" fmla="*/ 675971 w 11269336"/>
              <a:gd name="connsiteY254" fmla="*/ 2304030 h 2323145"/>
              <a:gd name="connsiteX255" fmla="*/ 624180 w 11269336"/>
              <a:gd name="connsiteY255" fmla="*/ 2302650 h 2323145"/>
              <a:gd name="connsiteX256" fmla="*/ 583453 w 11269336"/>
              <a:gd name="connsiteY256" fmla="*/ 2288788 h 2323145"/>
              <a:gd name="connsiteX257" fmla="*/ 540946 w 11269336"/>
              <a:gd name="connsiteY257" fmla="*/ 2292721 h 2323145"/>
              <a:gd name="connsiteX258" fmla="*/ 533680 w 11269336"/>
              <a:gd name="connsiteY258" fmla="*/ 2310233 h 2323145"/>
              <a:gd name="connsiteX259" fmla="*/ 487366 w 11269336"/>
              <a:gd name="connsiteY259" fmla="*/ 2309053 h 2323145"/>
              <a:gd name="connsiteX260" fmla="*/ 416820 w 11269336"/>
              <a:gd name="connsiteY260" fmla="*/ 2305443 h 2323145"/>
              <a:gd name="connsiteX261" fmla="*/ 376805 w 11269336"/>
              <a:gd name="connsiteY261" fmla="*/ 2307647 h 2323145"/>
              <a:gd name="connsiteX262" fmla="*/ 266777 w 11269336"/>
              <a:gd name="connsiteY262" fmla="*/ 2309012 h 2323145"/>
              <a:gd name="connsiteX263" fmla="*/ 156013 w 11269336"/>
              <a:gd name="connsiteY263" fmla="*/ 2306832 h 2323145"/>
              <a:gd name="connsiteX264" fmla="*/ 87258 w 11269336"/>
              <a:gd name="connsiteY264" fmla="*/ 2285511 h 2323145"/>
              <a:gd name="connsiteX265" fmla="*/ 23798 w 11269336"/>
              <a:gd name="connsiteY265" fmla="*/ 2281822 h 2323145"/>
              <a:gd name="connsiteX266" fmla="*/ 0 w 11269336"/>
              <a:gd name="connsiteY266" fmla="*/ 2285369 h 2323145"/>
              <a:gd name="connsiteX267" fmla="*/ 0 w 11269336"/>
              <a:gd name="connsiteY267"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742561 w 11269336"/>
              <a:gd name="connsiteY18" fmla="*/ 500437 h 2323145"/>
              <a:gd name="connsiteX19" fmla="*/ 9380600 w 11269336"/>
              <a:gd name="connsiteY19" fmla="*/ 549821 h 2323145"/>
              <a:gd name="connsiteX20" fmla="*/ 9139429 w 11269336"/>
              <a:gd name="connsiteY20" fmla="*/ 696446 h 2323145"/>
              <a:gd name="connsiteX21" fmla="*/ 9114263 w 11269336"/>
              <a:gd name="connsiteY21" fmla="*/ 709213 h 2323145"/>
              <a:gd name="connsiteX22" fmla="*/ 9028928 w 11269336"/>
              <a:gd name="connsiteY22" fmla="*/ 745350 h 2323145"/>
              <a:gd name="connsiteX23" fmla="*/ 8977138 w 11269336"/>
              <a:gd name="connsiteY23" fmla="*/ 774970 h 2323145"/>
              <a:gd name="connsiteX24" fmla="*/ 8947030 w 11269336"/>
              <a:gd name="connsiteY24" fmla="*/ 814934 h 2323145"/>
              <a:gd name="connsiteX25" fmla="*/ 8914746 w 11269336"/>
              <a:gd name="connsiteY25" fmla="*/ 826428 h 2323145"/>
              <a:gd name="connsiteX26" fmla="*/ 8917778 w 11269336"/>
              <a:gd name="connsiteY26" fmla="*/ 835198 h 2323145"/>
              <a:gd name="connsiteX27" fmla="*/ 8905560 w 11269336"/>
              <a:gd name="connsiteY27" fmla="*/ 838358 h 2323145"/>
              <a:gd name="connsiteX28" fmla="*/ 8897564 w 11269336"/>
              <a:gd name="connsiteY28" fmla="*/ 834287 h 2323145"/>
              <a:gd name="connsiteX29" fmla="*/ 8878040 w 11269336"/>
              <a:gd name="connsiteY29" fmla="*/ 844150 h 2323145"/>
              <a:gd name="connsiteX30" fmla="*/ 8882654 w 11269336"/>
              <a:gd name="connsiteY30" fmla="*/ 892768 h 2323145"/>
              <a:gd name="connsiteX31" fmla="*/ 8795998 w 11269336"/>
              <a:gd name="connsiteY31" fmla="*/ 863337 h 2323145"/>
              <a:gd name="connsiteX32" fmla="*/ 8776970 w 11269336"/>
              <a:gd name="connsiteY32" fmla="*/ 885177 h 2323145"/>
              <a:gd name="connsiteX33" fmla="*/ 8755719 w 11269336"/>
              <a:gd name="connsiteY33" fmla="*/ 889754 h 2323145"/>
              <a:gd name="connsiteX34" fmla="*/ 8743257 w 11269336"/>
              <a:gd name="connsiteY34" fmla="*/ 904723 h 2323145"/>
              <a:gd name="connsiteX35" fmla="*/ 8721366 w 11269336"/>
              <a:gd name="connsiteY35" fmla="*/ 904711 h 2323145"/>
              <a:gd name="connsiteX36" fmla="*/ 8678353 w 11269336"/>
              <a:gd name="connsiteY36" fmla="*/ 926318 h 2323145"/>
              <a:gd name="connsiteX37" fmla="*/ 8636849 w 11269336"/>
              <a:gd name="connsiteY37" fmla="*/ 937900 h 2323145"/>
              <a:gd name="connsiteX38" fmla="*/ 8620213 w 11269336"/>
              <a:gd name="connsiteY38" fmla="*/ 943068 h 2323145"/>
              <a:gd name="connsiteX39" fmla="*/ 8612581 w 11269336"/>
              <a:gd name="connsiteY39" fmla="*/ 952695 h 2323145"/>
              <a:gd name="connsiteX40" fmla="*/ 8589038 w 11269336"/>
              <a:gd name="connsiteY40" fmla="*/ 963892 h 2323145"/>
              <a:gd name="connsiteX41" fmla="*/ 8579950 w 11269336"/>
              <a:gd name="connsiteY41" fmla="*/ 960899 h 2323145"/>
              <a:gd name="connsiteX42" fmla="*/ 8579319 w 11269336"/>
              <a:gd name="connsiteY42" fmla="*/ 965630 h 2323145"/>
              <a:gd name="connsiteX43" fmla="*/ 8547429 w 11269336"/>
              <a:gd name="connsiteY43" fmla="*/ 984506 h 2323145"/>
              <a:gd name="connsiteX44" fmla="*/ 8478704 w 11269336"/>
              <a:gd name="connsiteY44" fmla="*/ 1025490 h 2323145"/>
              <a:gd name="connsiteX45" fmla="*/ 8461421 w 11269336"/>
              <a:gd name="connsiteY45" fmla="*/ 1035512 h 2323145"/>
              <a:gd name="connsiteX46" fmla="*/ 8445003 w 11269336"/>
              <a:gd name="connsiteY46" fmla="*/ 1036851 h 2323145"/>
              <a:gd name="connsiteX47" fmla="*/ 8357350 w 11269336"/>
              <a:gd name="connsiteY47" fmla="*/ 1060213 h 2323145"/>
              <a:gd name="connsiteX48" fmla="*/ 8335565 w 11269336"/>
              <a:gd name="connsiteY48" fmla="*/ 1061151 h 2323145"/>
              <a:gd name="connsiteX49" fmla="*/ 8325267 w 11269336"/>
              <a:gd name="connsiteY49" fmla="*/ 1055919 h 2323145"/>
              <a:gd name="connsiteX50" fmla="*/ 8293586 w 11269336"/>
              <a:gd name="connsiteY50" fmla="*/ 1076144 h 2323145"/>
              <a:gd name="connsiteX51" fmla="*/ 8242405 w 11269336"/>
              <a:gd name="connsiteY51" fmla="*/ 1095960 h 2323145"/>
              <a:gd name="connsiteX52" fmla="*/ 8197391 w 11269336"/>
              <a:gd name="connsiteY52" fmla="*/ 1107746 h 2323145"/>
              <a:gd name="connsiteX53" fmla="*/ 8081474 w 11269336"/>
              <a:gd name="connsiteY53" fmla="*/ 1130125 h 2323145"/>
              <a:gd name="connsiteX54" fmla="*/ 8053585 w 11269336"/>
              <a:gd name="connsiteY54" fmla="*/ 1129169 h 2323145"/>
              <a:gd name="connsiteX55" fmla="*/ 8038422 w 11269336"/>
              <a:gd name="connsiteY55" fmla="*/ 1119092 h 2323145"/>
              <a:gd name="connsiteX56" fmla="*/ 8029450 w 11269336"/>
              <a:gd name="connsiteY56" fmla="*/ 1125592 h 2323145"/>
              <a:gd name="connsiteX57" fmla="*/ 7959552 w 11269336"/>
              <a:gd name="connsiteY57" fmla="*/ 1140188 h 2323145"/>
              <a:gd name="connsiteX58" fmla="*/ 7914188 w 11269336"/>
              <a:gd name="connsiteY58" fmla="*/ 1150862 h 2323145"/>
              <a:gd name="connsiteX59" fmla="*/ 7914918 w 11269336"/>
              <a:gd name="connsiteY59" fmla="*/ 1168758 h 2323145"/>
              <a:gd name="connsiteX60" fmla="*/ 7875510 w 11269336"/>
              <a:gd name="connsiteY60" fmla="*/ 1183153 h 2323145"/>
              <a:gd name="connsiteX61" fmla="*/ 7829932 w 11269336"/>
              <a:gd name="connsiteY61" fmla="*/ 1180782 h 2323145"/>
              <a:gd name="connsiteX62" fmla="*/ 7779182 w 11269336"/>
              <a:gd name="connsiteY62" fmla="*/ 1192665 h 2323145"/>
              <a:gd name="connsiteX63" fmla="*/ 7748774 w 11269336"/>
              <a:gd name="connsiteY63" fmla="*/ 1199586 h 2323145"/>
              <a:gd name="connsiteX64" fmla="*/ 7671846 w 11269336"/>
              <a:gd name="connsiteY64" fmla="*/ 1231966 h 2323145"/>
              <a:gd name="connsiteX65" fmla="*/ 7554146 w 11269336"/>
              <a:gd name="connsiteY65" fmla="*/ 1319748 h 2323145"/>
              <a:gd name="connsiteX66" fmla="*/ 7515052 w 11269336"/>
              <a:gd name="connsiteY66" fmla="*/ 1336718 h 2323145"/>
              <a:gd name="connsiteX67" fmla="*/ 7507193 w 11269336"/>
              <a:gd name="connsiteY67" fmla="*/ 1334617 h 2323145"/>
              <a:gd name="connsiteX68" fmla="*/ 7461694 w 11269336"/>
              <a:gd name="connsiteY68" fmla="*/ 1375866 h 2323145"/>
              <a:gd name="connsiteX69" fmla="*/ 7377571 w 11269336"/>
              <a:gd name="connsiteY69" fmla="*/ 1400128 h 2323145"/>
              <a:gd name="connsiteX70" fmla="*/ 7311261 w 11269336"/>
              <a:gd name="connsiteY70" fmla="*/ 1412652 h 2323145"/>
              <a:gd name="connsiteX71" fmla="*/ 7275307 w 11269336"/>
              <a:gd name="connsiteY71" fmla="*/ 1422171 h 2323145"/>
              <a:gd name="connsiteX72" fmla="*/ 7247783 w 11269336"/>
              <a:gd name="connsiteY72" fmla="*/ 1426330 h 2323145"/>
              <a:gd name="connsiteX73" fmla="*/ 7185047 w 11269336"/>
              <a:gd name="connsiteY73" fmla="*/ 1451812 h 2323145"/>
              <a:gd name="connsiteX74" fmla="*/ 7084117 w 11269336"/>
              <a:gd name="connsiteY74" fmla="*/ 1500281 h 2323145"/>
              <a:gd name="connsiteX75" fmla="*/ 7062011 w 11269336"/>
              <a:gd name="connsiteY75" fmla="*/ 1509183 h 2323145"/>
              <a:gd name="connsiteX76" fmla="*/ 7040555 w 11269336"/>
              <a:gd name="connsiteY76" fmla="*/ 1511207 h 2323145"/>
              <a:gd name="connsiteX77" fmla="*/ 7033438 w 11269336"/>
              <a:gd name="connsiteY77" fmla="*/ 1506772 h 2323145"/>
              <a:gd name="connsiteX78" fmla="*/ 7020886 w 11269336"/>
              <a:gd name="connsiteY78" fmla="*/ 1510764 h 2323145"/>
              <a:gd name="connsiteX79" fmla="*/ 7017033 w 11269336"/>
              <a:gd name="connsiteY79" fmla="*/ 1510650 h 2323145"/>
              <a:gd name="connsiteX80" fmla="*/ 6995460 w 11269336"/>
              <a:gd name="connsiteY80" fmla="*/ 1511173 h 2323145"/>
              <a:gd name="connsiteX81" fmla="*/ 6962144 w 11269336"/>
              <a:gd name="connsiteY81" fmla="*/ 1541508 h 2323145"/>
              <a:gd name="connsiteX82" fmla="*/ 6910674 w 11269336"/>
              <a:gd name="connsiteY82" fmla="*/ 1554793 h 2323145"/>
              <a:gd name="connsiteX83" fmla="*/ 6732152 w 11269336"/>
              <a:gd name="connsiteY83" fmla="*/ 1642538 h 2323145"/>
              <a:gd name="connsiteX84" fmla="*/ 6694106 w 11269336"/>
              <a:gd name="connsiteY84" fmla="*/ 1632377 h 2323145"/>
              <a:gd name="connsiteX85" fmla="*/ 6617223 w 11269336"/>
              <a:gd name="connsiteY85" fmla="*/ 1659889 h 2323145"/>
              <a:gd name="connsiteX86" fmla="*/ 6521138 w 11269336"/>
              <a:gd name="connsiteY86" fmla="*/ 1744340 h 2323145"/>
              <a:gd name="connsiteX87" fmla="*/ 6380677 w 11269336"/>
              <a:gd name="connsiteY87" fmla="*/ 1796883 h 2323145"/>
              <a:gd name="connsiteX88" fmla="*/ 6374897 w 11269336"/>
              <a:gd name="connsiteY88" fmla="*/ 1809910 h 2323145"/>
              <a:gd name="connsiteX89" fmla="*/ 6364545 w 11269336"/>
              <a:gd name="connsiteY89" fmla="*/ 1820090 h 2323145"/>
              <a:gd name="connsiteX90" fmla="*/ 6362126 w 11269336"/>
              <a:gd name="connsiteY90" fmla="*/ 1819991 h 2323145"/>
              <a:gd name="connsiteX91" fmla="*/ 6346673 w 11269336"/>
              <a:gd name="connsiteY91" fmla="*/ 1827824 h 2323145"/>
              <a:gd name="connsiteX92" fmla="*/ 6345588 w 11269336"/>
              <a:gd name="connsiteY92" fmla="*/ 1832232 h 2323145"/>
              <a:gd name="connsiteX93" fmla="*/ 6335708 w 11269336"/>
              <a:gd name="connsiteY93" fmla="*/ 1838451 h 2323145"/>
              <a:gd name="connsiteX94" fmla="*/ 6318182 w 11269336"/>
              <a:gd name="connsiteY94" fmla="*/ 1852975 h 2323145"/>
              <a:gd name="connsiteX95" fmla="*/ 6313084 w 11269336"/>
              <a:gd name="connsiteY95" fmla="*/ 1853561 h 2323145"/>
              <a:gd name="connsiteX96" fmla="*/ 6283816 w 11269336"/>
              <a:gd name="connsiteY96" fmla="*/ 1872148 h 2323145"/>
              <a:gd name="connsiteX97" fmla="*/ 6282550 w 11269336"/>
              <a:gd name="connsiteY97" fmla="*/ 1871392 h 2323145"/>
              <a:gd name="connsiteX98" fmla="*/ 6270527 w 11269336"/>
              <a:gd name="connsiteY98" fmla="*/ 1872208 h 2323145"/>
              <a:gd name="connsiteX99" fmla="*/ 6249518 w 11269336"/>
              <a:gd name="connsiteY99" fmla="*/ 1876079 h 2323145"/>
              <a:gd name="connsiteX100" fmla="*/ 6190386 w 11269336"/>
              <a:gd name="connsiteY100" fmla="*/ 1872478 h 2323145"/>
              <a:gd name="connsiteX101" fmla="*/ 6159777 w 11269336"/>
              <a:gd name="connsiteY101" fmla="*/ 1891745 h 2323145"/>
              <a:gd name="connsiteX102" fmla="*/ 6153131 w 11269336"/>
              <a:gd name="connsiteY102" fmla="*/ 1895079 h 2323145"/>
              <a:gd name="connsiteX103" fmla="*/ 6152798 w 11269336"/>
              <a:gd name="connsiteY103" fmla="*/ 1894920 h 2323145"/>
              <a:gd name="connsiteX104" fmla="*/ 6145388 w 11269336"/>
              <a:gd name="connsiteY104" fmla="*/ 1897990 h 2323145"/>
              <a:gd name="connsiteX105" fmla="*/ 6141014 w 11269336"/>
              <a:gd name="connsiteY105" fmla="*/ 1901155 h 2323145"/>
              <a:gd name="connsiteX106" fmla="*/ 6128122 w 11269336"/>
              <a:gd name="connsiteY106" fmla="*/ 1907623 h 2323145"/>
              <a:gd name="connsiteX107" fmla="*/ 6122351 w 11269336"/>
              <a:gd name="connsiteY107" fmla="*/ 1908359 h 2323145"/>
              <a:gd name="connsiteX108" fmla="*/ 6064750 w 11269336"/>
              <a:gd name="connsiteY108" fmla="*/ 1896394 h 2323145"/>
              <a:gd name="connsiteX109" fmla="*/ 5964230 w 11269336"/>
              <a:gd name="connsiteY109" fmla="*/ 1910038 h 2323145"/>
              <a:gd name="connsiteX110" fmla="*/ 5865399 w 11269336"/>
              <a:gd name="connsiteY110" fmla="*/ 1926966 h 2323145"/>
              <a:gd name="connsiteX111" fmla="*/ 5829951 w 11269336"/>
              <a:gd name="connsiteY111" fmla="*/ 1934755 h 2323145"/>
              <a:gd name="connsiteX112" fmla="*/ 5765285 w 11269336"/>
              <a:gd name="connsiteY112" fmla="*/ 1941322 h 2323145"/>
              <a:gd name="connsiteX113" fmla="*/ 5734750 w 11269336"/>
              <a:gd name="connsiteY113" fmla="*/ 1939793 h 2323145"/>
              <a:gd name="connsiteX114" fmla="*/ 5733569 w 11269336"/>
              <a:gd name="connsiteY114" fmla="*/ 1940505 h 2323145"/>
              <a:gd name="connsiteX115" fmla="*/ 5730329 w 11269336"/>
              <a:gd name="connsiteY115" fmla="*/ 1937845 h 2323145"/>
              <a:gd name="connsiteX116" fmla="*/ 5724661 w 11269336"/>
              <a:gd name="connsiteY116" fmla="*/ 1937455 h 2323145"/>
              <a:gd name="connsiteX117" fmla="*/ 5710186 w 11269336"/>
              <a:gd name="connsiteY117" fmla="*/ 1941370 h 2323145"/>
              <a:gd name="connsiteX118" fmla="*/ 5704910 w 11269336"/>
              <a:gd name="connsiteY118" fmla="*/ 1943663 h 2323145"/>
              <a:gd name="connsiteX119" fmla="*/ 5696836 w 11269336"/>
              <a:gd name="connsiteY119" fmla="*/ 1945271 h 2323145"/>
              <a:gd name="connsiteX120" fmla="*/ 5696583 w 11269336"/>
              <a:gd name="connsiteY120" fmla="*/ 1945050 h 2323145"/>
              <a:gd name="connsiteX121" fmla="*/ 5689123 w 11269336"/>
              <a:gd name="connsiteY121" fmla="*/ 1947067 h 2323145"/>
              <a:gd name="connsiteX122" fmla="*/ 5653291 w 11269336"/>
              <a:gd name="connsiteY122" fmla="*/ 1960245 h 2323145"/>
              <a:gd name="connsiteX123" fmla="*/ 5599385 w 11269336"/>
              <a:gd name="connsiteY123" fmla="*/ 1945198 h 2323145"/>
              <a:gd name="connsiteX124" fmla="*/ 5578300 w 11269336"/>
              <a:gd name="connsiteY124" fmla="*/ 1944963 h 2323145"/>
              <a:gd name="connsiteX125" fmla="*/ 5566758 w 11269336"/>
              <a:gd name="connsiteY125" fmla="*/ 1943441 h 2323145"/>
              <a:gd name="connsiteX126" fmla="*/ 5565857 w 11269336"/>
              <a:gd name="connsiteY126" fmla="*/ 1942445 h 2323145"/>
              <a:gd name="connsiteX127" fmla="*/ 5531534 w 11269336"/>
              <a:gd name="connsiteY127" fmla="*/ 1955208 h 2323145"/>
              <a:gd name="connsiteX128" fmla="*/ 5526552 w 11269336"/>
              <a:gd name="connsiteY128" fmla="*/ 1954799 h 2323145"/>
              <a:gd name="connsiteX129" fmla="*/ 5504723 w 11269336"/>
              <a:gd name="connsiteY129" fmla="*/ 1965811 h 2323145"/>
              <a:gd name="connsiteX130" fmla="*/ 5493156 w 11269336"/>
              <a:gd name="connsiteY130" fmla="*/ 1970063 h 2323145"/>
              <a:gd name="connsiteX131" fmla="*/ 5490486 w 11269336"/>
              <a:gd name="connsiteY131" fmla="*/ 1974227 h 2323145"/>
              <a:gd name="connsiteX132" fmla="*/ 5473107 w 11269336"/>
              <a:gd name="connsiteY132" fmla="*/ 1979001 h 2323145"/>
              <a:gd name="connsiteX133" fmla="*/ 5470885 w 11269336"/>
              <a:gd name="connsiteY133" fmla="*/ 1978432 h 2323145"/>
              <a:gd name="connsiteX134" fmla="*/ 5457393 w 11269336"/>
              <a:gd name="connsiteY134" fmla="*/ 1986525 h 2323145"/>
              <a:gd name="connsiteX135" fmla="*/ 5447102 w 11269336"/>
              <a:gd name="connsiteY135" fmla="*/ 1998329 h 2323145"/>
              <a:gd name="connsiteX136" fmla="*/ 5159151 w 11269336"/>
              <a:gd name="connsiteY136" fmla="*/ 2029640 h 2323145"/>
              <a:gd name="connsiteX137" fmla="*/ 5041688 w 11269336"/>
              <a:gd name="connsiteY137" fmla="*/ 2022334 h 2323145"/>
              <a:gd name="connsiteX138" fmla="*/ 4860988 w 11269336"/>
              <a:gd name="connsiteY138" fmla="*/ 2135698 h 2323145"/>
              <a:gd name="connsiteX139" fmla="*/ 4807902 w 11269336"/>
              <a:gd name="connsiteY139" fmla="*/ 2138894 h 2323145"/>
              <a:gd name="connsiteX140" fmla="*/ 4765388 w 11269336"/>
              <a:gd name="connsiteY140" fmla="*/ 2162525 h 2323145"/>
              <a:gd name="connsiteX141" fmla="*/ 4745033 w 11269336"/>
              <a:gd name="connsiteY141" fmla="*/ 2158859 h 2323145"/>
              <a:gd name="connsiteX142" fmla="*/ 4741475 w 11269336"/>
              <a:gd name="connsiteY142" fmla="*/ 2157998 h 2323145"/>
              <a:gd name="connsiteX143" fmla="*/ 4728247 w 11269336"/>
              <a:gd name="connsiteY143" fmla="*/ 2159526 h 2323145"/>
              <a:gd name="connsiteX144" fmla="*/ 4723263 w 11269336"/>
              <a:gd name="connsiteY144" fmla="*/ 2153742 h 2323145"/>
              <a:gd name="connsiteX145" fmla="*/ 4702453 w 11269336"/>
              <a:gd name="connsiteY145" fmla="*/ 2151586 h 2323145"/>
              <a:gd name="connsiteX146" fmla="*/ 4678455 w 11269336"/>
              <a:gd name="connsiteY146" fmla="*/ 2156131 h 2323145"/>
              <a:gd name="connsiteX147" fmla="*/ 4593061 w 11269336"/>
              <a:gd name="connsiteY147" fmla="*/ 2171597 h 2323145"/>
              <a:gd name="connsiteX148" fmla="*/ 4579902 w 11269336"/>
              <a:gd name="connsiteY148" fmla="*/ 2177927 h 2323145"/>
              <a:gd name="connsiteX149" fmla="*/ 4533444 w 11269336"/>
              <a:gd name="connsiteY149" fmla="*/ 2181200 h 2323145"/>
              <a:gd name="connsiteX150" fmla="*/ 4492832 w 11269336"/>
              <a:gd name="connsiteY150" fmla="*/ 2188033 h 2323145"/>
              <a:gd name="connsiteX151" fmla="*/ 4467257 w 11269336"/>
              <a:gd name="connsiteY151" fmla="*/ 2196121 h 2323145"/>
              <a:gd name="connsiteX152" fmla="*/ 4459937 w 11269336"/>
              <a:gd name="connsiteY152" fmla="*/ 2195182 h 2323145"/>
              <a:gd name="connsiteX153" fmla="*/ 4433312 w 11269336"/>
              <a:gd name="connsiteY153" fmla="*/ 2199004 h 2323145"/>
              <a:gd name="connsiteX154" fmla="*/ 4420601 w 11269336"/>
              <a:gd name="connsiteY154" fmla="*/ 2205158 h 2323145"/>
              <a:gd name="connsiteX155" fmla="*/ 4405765 w 11269336"/>
              <a:gd name="connsiteY155" fmla="*/ 2199902 h 2323145"/>
              <a:gd name="connsiteX156" fmla="*/ 4401354 w 11269336"/>
              <a:gd name="connsiteY156" fmla="*/ 2194745 h 2323145"/>
              <a:gd name="connsiteX157" fmla="*/ 4383151 w 11269336"/>
              <a:gd name="connsiteY157" fmla="*/ 2201140 h 2323145"/>
              <a:gd name="connsiteX158" fmla="*/ 4366646 w 11269336"/>
              <a:gd name="connsiteY158" fmla="*/ 2198564 h 2323145"/>
              <a:gd name="connsiteX159" fmla="*/ 4354009 w 11269336"/>
              <a:gd name="connsiteY159" fmla="*/ 2204984 h 2323145"/>
              <a:gd name="connsiteX160" fmla="*/ 4348284 w 11269336"/>
              <a:gd name="connsiteY160" fmla="*/ 2205270 h 2323145"/>
              <a:gd name="connsiteX161" fmla="*/ 4333906 w 11269336"/>
              <a:gd name="connsiteY161" fmla="*/ 2205251 h 2323145"/>
              <a:gd name="connsiteX162" fmla="*/ 4308819 w 11269336"/>
              <a:gd name="connsiteY162" fmla="*/ 2203822 h 2323145"/>
              <a:gd name="connsiteX163" fmla="*/ 4301210 w 11269336"/>
              <a:gd name="connsiteY163" fmla="*/ 2204456 h 2323145"/>
              <a:gd name="connsiteX164" fmla="*/ 4283095 w 11269336"/>
              <a:gd name="connsiteY164" fmla="*/ 2198177 h 2323145"/>
              <a:gd name="connsiteX165" fmla="*/ 4250119 w 11269336"/>
              <a:gd name="connsiteY165" fmla="*/ 2196342 h 2323145"/>
              <a:gd name="connsiteX166" fmla="*/ 4189203 w 11269336"/>
              <a:gd name="connsiteY166" fmla="*/ 2178994 h 2323145"/>
              <a:gd name="connsiteX167" fmla="*/ 4154035 w 11269336"/>
              <a:gd name="connsiteY167" fmla="*/ 2171950 h 2323145"/>
              <a:gd name="connsiteX168" fmla="*/ 4129569 w 11269336"/>
              <a:gd name="connsiteY168" fmla="*/ 2163850 h 2323145"/>
              <a:gd name="connsiteX169" fmla="*/ 4061250 w 11269336"/>
              <a:gd name="connsiteY169" fmla="*/ 2159236 h 2323145"/>
              <a:gd name="connsiteX170" fmla="*/ 3945480 w 11269336"/>
              <a:gd name="connsiteY170" fmla="*/ 2158279 h 2323145"/>
              <a:gd name="connsiteX171" fmla="*/ 3921468 w 11269336"/>
              <a:gd name="connsiteY171" fmla="*/ 2156588 h 2323145"/>
              <a:gd name="connsiteX172" fmla="*/ 3903348 w 11269336"/>
              <a:gd name="connsiteY172" fmla="*/ 2149220 h 2323145"/>
              <a:gd name="connsiteX173" fmla="*/ 3901342 w 11269336"/>
              <a:gd name="connsiteY173" fmla="*/ 2142355 h 2323145"/>
              <a:gd name="connsiteX174" fmla="*/ 3888539 w 11269336"/>
              <a:gd name="connsiteY174" fmla="*/ 2140476 h 2323145"/>
              <a:gd name="connsiteX175" fmla="*/ 3885662 w 11269336"/>
              <a:gd name="connsiteY175" fmla="*/ 2138740 h 2323145"/>
              <a:gd name="connsiteX176" fmla="*/ 3868627 w 11269336"/>
              <a:gd name="connsiteY176" fmla="*/ 2130023 h 2323145"/>
              <a:gd name="connsiteX177" fmla="*/ 3819177 w 11269336"/>
              <a:gd name="connsiteY177" fmla="*/ 2142111 h 2323145"/>
              <a:gd name="connsiteX178" fmla="*/ 3769100 w 11269336"/>
              <a:gd name="connsiteY178" fmla="*/ 2131731 h 2323145"/>
              <a:gd name="connsiteX179" fmla="*/ 3562752 w 11269336"/>
              <a:gd name="connsiteY179" fmla="*/ 2131785 h 2323145"/>
              <a:gd name="connsiteX180" fmla="*/ 3541402 w 11269336"/>
              <a:gd name="connsiteY180" fmla="*/ 2106821 h 2323145"/>
              <a:gd name="connsiteX181" fmla="*/ 3365341 w 11269336"/>
              <a:gd name="connsiteY181" fmla="*/ 2077638 h 2323145"/>
              <a:gd name="connsiteX182" fmla="*/ 3170922 w 11269336"/>
              <a:gd name="connsiteY182" fmla="*/ 2115957 h 2323145"/>
              <a:gd name="connsiteX183" fmla="*/ 3156256 w 11269336"/>
              <a:gd name="connsiteY183" fmla="*/ 2124773 h 2323145"/>
              <a:gd name="connsiteX184" fmla="*/ 3140298 w 11269336"/>
              <a:gd name="connsiteY184" fmla="*/ 2129182 h 2323145"/>
              <a:gd name="connsiteX185" fmla="*/ 3138514 w 11269336"/>
              <a:gd name="connsiteY185" fmla="*/ 2128069 h 2323145"/>
              <a:gd name="connsiteX186" fmla="*/ 3120467 w 11269336"/>
              <a:gd name="connsiteY186" fmla="*/ 2128281 h 2323145"/>
              <a:gd name="connsiteX187" fmla="*/ 3116175 w 11269336"/>
              <a:gd name="connsiteY187" fmla="*/ 2131633 h 2323145"/>
              <a:gd name="connsiteX188" fmla="*/ 3103685 w 11269336"/>
              <a:gd name="connsiteY188" fmla="*/ 2132814 h 2323145"/>
              <a:gd name="connsiteX189" fmla="*/ 3078794 w 11269336"/>
              <a:gd name="connsiteY189" fmla="*/ 2137935 h 2323145"/>
              <a:gd name="connsiteX190" fmla="*/ 3074407 w 11269336"/>
              <a:gd name="connsiteY190" fmla="*/ 2136274 h 2323145"/>
              <a:gd name="connsiteX191" fmla="*/ 3037285 w 11269336"/>
              <a:gd name="connsiteY191" fmla="*/ 2139919 h 2323145"/>
              <a:gd name="connsiteX192" fmla="*/ 3036901 w 11269336"/>
              <a:gd name="connsiteY192" fmla="*/ 2138726 h 2323145"/>
              <a:gd name="connsiteX193" fmla="*/ 3026996 w 11269336"/>
              <a:gd name="connsiteY193" fmla="*/ 2134322 h 2323145"/>
              <a:gd name="connsiteX194" fmla="*/ 3007772 w 11269336"/>
              <a:gd name="connsiteY194" fmla="*/ 2128742 h 2323145"/>
              <a:gd name="connsiteX195" fmla="*/ 2965030 w 11269336"/>
              <a:gd name="connsiteY195" fmla="*/ 2100494 h 2323145"/>
              <a:gd name="connsiteX196" fmla="*/ 2926342 w 11269336"/>
              <a:gd name="connsiteY196" fmla="*/ 2104155 h 2323145"/>
              <a:gd name="connsiteX197" fmla="*/ 2918608 w 11269336"/>
              <a:gd name="connsiteY197" fmla="*/ 2104215 h 2323145"/>
              <a:gd name="connsiteX198" fmla="*/ 2918475 w 11269336"/>
              <a:gd name="connsiteY198" fmla="*/ 2103937 h 2323145"/>
              <a:gd name="connsiteX199" fmla="*/ 2910360 w 11269336"/>
              <a:gd name="connsiteY199" fmla="*/ 2103444 h 2323145"/>
              <a:gd name="connsiteX200" fmla="*/ 2904507 w 11269336"/>
              <a:gd name="connsiteY200" fmla="*/ 2104326 h 2323145"/>
              <a:gd name="connsiteX201" fmla="*/ 2889503 w 11269336"/>
              <a:gd name="connsiteY201" fmla="*/ 2104443 h 2323145"/>
              <a:gd name="connsiteX202" fmla="*/ 2884480 w 11269336"/>
              <a:gd name="connsiteY202" fmla="*/ 2102626 h 2323145"/>
              <a:gd name="connsiteX203" fmla="*/ 2882689 w 11269336"/>
              <a:gd name="connsiteY203" fmla="*/ 2099228 h 2323145"/>
              <a:gd name="connsiteX204" fmla="*/ 2881291 w 11269336"/>
              <a:gd name="connsiteY204" fmla="*/ 2099618 h 2323145"/>
              <a:gd name="connsiteX205" fmla="*/ 2853979 w 11269336"/>
              <a:gd name="connsiteY205" fmla="*/ 2090388 h 2323145"/>
              <a:gd name="connsiteX206" fmla="*/ 2791790 w 11269336"/>
              <a:gd name="connsiteY206" fmla="*/ 2080332 h 2323145"/>
              <a:gd name="connsiteX207" fmla="*/ 2755844 w 11269336"/>
              <a:gd name="connsiteY207" fmla="*/ 2078874 h 2323145"/>
              <a:gd name="connsiteX208" fmla="*/ 2657742 w 11269336"/>
              <a:gd name="connsiteY208" fmla="*/ 2070179 h 2323145"/>
              <a:gd name="connsiteX209" fmla="*/ 2559549 w 11269336"/>
              <a:gd name="connsiteY209" fmla="*/ 2057873 h 2323145"/>
              <a:gd name="connsiteX210" fmla="*/ 2512054 w 11269336"/>
              <a:gd name="connsiteY210" fmla="*/ 2031671 h 2323145"/>
              <a:gd name="connsiteX211" fmla="*/ 2506437 w 11269336"/>
              <a:gd name="connsiteY211" fmla="*/ 2030918 h 2323145"/>
              <a:gd name="connsiteX212" fmla="*/ 2491752 w 11269336"/>
              <a:gd name="connsiteY212" fmla="*/ 2033906 h 2323145"/>
              <a:gd name="connsiteX213" fmla="*/ 2486338 w 11269336"/>
              <a:gd name="connsiteY213" fmla="*/ 2035862 h 2323145"/>
              <a:gd name="connsiteX214" fmla="*/ 2478186 w 11269336"/>
              <a:gd name="connsiteY214" fmla="*/ 2036953 h 2323145"/>
              <a:gd name="connsiteX215" fmla="*/ 2477950 w 11269336"/>
              <a:gd name="connsiteY215" fmla="*/ 2036715 h 2323145"/>
              <a:gd name="connsiteX216" fmla="*/ 2470381 w 11269336"/>
              <a:gd name="connsiteY216" fmla="*/ 2038256 h 2323145"/>
              <a:gd name="connsiteX217" fmla="*/ 2433781 w 11269336"/>
              <a:gd name="connsiteY217" fmla="*/ 2049140 h 2323145"/>
              <a:gd name="connsiteX218" fmla="*/ 2381172 w 11269336"/>
              <a:gd name="connsiteY218" fmla="*/ 2030645 h 2323145"/>
              <a:gd name="connsiteX219" fmla="*/ 2360198 w 11269336"/>
              <a:gd name="connsiteY219" fmla="*/ 2029059 h 2323145"/>
              <a:gd name="connsiteX220" fmla="*/ 2348815 w 11269336"/>
              <a:gd name="connsiteY220" fmla="*/ 2026798 h 2323145"/>
              <a:gd name="connsiteX221" fmla="*/ 2347988 w 11269336"/>
              <a:gd name="connsiteY221" fmla="*/ 2025745 h 2323145"/>
              <a:gd name="connsiteX222" fmla="*/ 2312920 w 11269336"/>
              <a:gd name="connsiteY222" fmla="*/ 2036311 h 2323145"/>
              <a:gd name="connsiteX223" fmla="*/ 2307986 w 11269336"/>
              <a:gd name="connsiteY223" fmla="*/ 2035583 h 2323145"/>
              <a:gd name="connsiteX224" fmla="*/ 2285481 w 11269336"/>
              <a:gd name="connsiteY224" fmla="*/ 2045197 h 2323145"/>
              <a:gd name="connsiteX225" fmla="*/ 2273666 w 11269336"/>
              <a:gd name="connsiteY225" fmla="*/ 2048710 h 2323145"/>
              <a:gd name="connsiteX226" fmla="*/ 2270719 w 11269336"/>
              <a:gd name="connsiteY226" fmla="*/ 2052702 h 2323145"/>
              <a:gd name="connsiteX227" fmla="*/ 2253080 w 11269336"/>
              <a:gd name="connsiteY227" fmla="*/ 2056363 h 2323145"/>
              <a:gd name="connsiteX228" fmla="*/ 2250906 w 11269336"/>
              <a:gd name="connsiteY228" fmla="*/ 2055654 h 2323145"/>
              <a:gd name="connsiteX229" fmla="*/ 2236905 w 11269336"/>
              <a:gd name="connsiteY229" fmla="*/ 2062882 h 2323145"/>
              <a:gd name="connsiteX230" fmla="*/ 2225830 w 11269336"/>
              <a:gd name="connsiteY230" fmla="*/ 2074027 h 2323145"/>
              <a:gd name="connsiteX231" fmla="*/ 2073776 w 11269336"/>
              <a:gd name="connsiteY231" fmla="*/ 2089244 h 2323145"/>
              <a:gd name="connsiteX232" fmla="*/ 1948256 w 11269336"/>
              <a:gd name="connsiteY232" fmla="*/ 2146616 h 2323145"/>
              <a:gd name="connsiteX233" fmla="*/ 1865582 w 11269336"/>
              <a:gd name="connsiteY233" fmla="*/ 2153738 h 2323145"/>
              <a:gd name="connsiteX234" fmla="*/ 1835210 w 11269336"/>
              <a:gd name="connsiteY234" fmla="*/ 2134244 h 2323145"/>
              <a:gd name="connsiteX235" fmla="*/ 1632661 w 11269336"/>
              <a:gd name="connsiteY235" fmla="*/ 2173882 h 2323145"/>
              <a:gd name="connsiteX236" fmla="*/ 1579590 w 11269336"/>
              <a:gd name="connsiteY236" fmla="*/ 2173680 h 2323145"/>
              <a:gd name="connsiteX237" fmla="*/ 1535601 w 11269336"/>
              <a:gd name="connsiteY237" fmla="*/ 2194590 h 2323145"/>
              <a:gd name="connsiteX238" fmla="*/ 1515594 w 11269336"/>
              <a:gd name="connsiteY238" fmla="*/ 2189622 h 2323145"/>
              <a:gd name="connsiteX239" fmla="*/ 1512113 w 11269336"/>
              <a:gd name="connsiteY239" fmla="*/ 2188534 h 2323145"/>
              <a:gd name="connsiteX240" fmla="*/ 1498838 w 11269336"/>
              <a:gd name="connsiteY240" fmla="*/ 2189213 h 2323145"/>
              <a:gd name="connsiteX241" fmla="*/ 1494279 w 11269336"/>
              <a:gd name="connsiteY241" fmla="*/ 2183112 h 2323145"/>
              <a:gd name="connsiteX242" fmla="*/ 1473714 w 11269336"/>
              <a:gd name="connsiteY242" fmla="*/ 2179625 h 2323145"/>
              <a:gd name="connsiteX243" fmla="*/ 1449503 w 11269336"/>
              <a:gd name="connsiteY243" fmla="*/ 2182633 h 2323145"/>
              <a:gd name="connsiteX244" fmla="*/ 1266687 w 11269336"/>
              <a:gd name="connsiteY244" fmla="*/ 2212688 h 2323145"/>
              <a:gd name="connsiteX245" fmla="*/ 1239614 w 11269336"/>
              <a:gd name="connsiteY245" fmla="*/ 2209727 h 2323145"/>
              <a:gd name="connsiteX246" fmla="*/ 1202436 w 11269336"/>
              <a:gd name="connsiteY246" fmla="*/ 2209817 h 2323145"/>
              <a:gd name="connsiteX247" fmla="*/ 1136097 w 11269336"/>
              <a:gd name="connsiteY247" fmla="*/ 2205112 h 2323145"/>
              <a:gd name="connsiteX248" fmla="*/ 988232 w 11269336"/>
              <a:gd name="connsiteY248" fmla="*/ 2235635 h 2323145"/>
              <a:gd name="connsiteX249" fmla="*/ 981959 w 11269336"/>
              <a:gd name="connsiteY249" fmla="*/ 2231607 h 2323145"/>
              <a:gd name="connsiteX250" fmla="*/ 938600 w 11269336"/>
              <a:gd name="connsiteY250" fmla="*/ 2238113 h 2323145"/>
              <a:gd name="connsiteX251" fmla="*/ 791788 w 11269336"/>
              <a:gd name="connsiteY251" fmla="*/ 2293224 h 2323145"/>
              <a:gd name="connsiteX252" fmla="*/ 706914 w 11269336"/>
              <a:gd name="connsiteY252" fmla="*/ 2305046 h 2323145"/>
              <a:gd name="connsiteX253" fmla="*/ 675971 w 11269336"/>
              <a:gd name="connsiteY253" fmla="*/ 2304030 h 2323145"/>
              <a:gd name="connsiteX254" fmla="*/ 624180 w 11269336"/>
              <a:gd name="connsiteY254" fmla="*/ 2302650 h 2323145"/>
              <a:gd name="connsiteX255" fmla="*/ 583453 w 11269336"/>
              <a:gd name="connsiteY255" fmla="*/ 2288788 h 2323145"/>
              <a:gd name="connsiteX256" fmla="*/ 540946 w 11269336"/>
              <a:gd name="connsiteY256" fmla="*/ 2292721 h 2323145"/>
              <a:gd name="connsiteX257" fmla="*/ 533680 w 11269336"/>
              <a:gd name="connsiteY257" fmla="*/ 2310233 h 2323145"/>
              <a:gd name="connsiteX258" fmla="*/ 487366 w 11269336"/>
              <a:gd name="connsiteY258" fmla="*/ 2309053 h 2323145"/>
              <a:gd name="connsiteX259" fmla="*/ 416820 w 11269336"/>
              <a:gd name="connsiteY259" fmla="*/ 2305443 h 2323145"/>
              <a:gd name="connsiteX260" fmla="*/ 376805 w 11269336"/>
              <a:gd name="connsiteY260" fmla="*/ 2307647 h 2323145"/>
              <a:gd name="connsiteX261" fmla="*/ 266777 w 11269336"/>
              <a:gd name="connsiteY261" fmla="*/ 2309012 h 2323145"/>
              <a:gd name="connsiteX262" fmla="*/ 156013 w 11269336"/>
              <a:gd name="connsiteY262" fmla="*/ 2306832 h 2323145"/>
              <a:gd name="connsiteX263" fmla="*/ 87258 w 11269336"/>
              <a:gd name="connsiteY263" fmla="*/ 2285511 h 2323145"/>
              <a:gd name="connsiteX264" fmla="*/ 23798 w 11269336"/>
              <a:gd name="connsiteY264" fmla="*/ 2281822 h 2323145"/>
              <a:gd name="connsiteX265" fmla="*/ 0 w 11269336"/>
              <a:gd name="connsiteY265" fmla="*/ 2285369 h 2323145"/>
              <a:gd name="connsiteX266" fmla="*/ 0 w 11269336"/>
              <a:gd name="connsiteY266"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380600 w 11269336"/>
              <a:gd name="connsiteY19" fmla="*/ 549821 h 2323145"/>
              <a:gd name="connsiteX20" fmla="*/ 9139429 w 11269336"/>
              <a:gd name="connsiteY20" fmla="*/ 696446 h 2323145"/>
              <a:gd name="connsiteX21" fmla="*/ 9114263 w 11269336"/>
              <a:gd name="connsiteY21" fmla="*/ 709213 h 2323145"/>
              <a:gd name="connsiteX22" fmla="*/ 9028928 w 11269336"/>
              <a:gd name="connsiteY22" fmla="*/ 745350 h 2323145"/>
              <a:gd name="connsiteX23" fmla="*/ 8977138 w 11269336"/>
              <a:gd name="connsiteY23" fmla="*/ 774970 h 2323145"/>
              <a:gd name="connsiteX24" fmla="*/ 8947030 w 11269336"/>
              <a:gd name="connsiteY24" fmla="*/ 814934 h 2323145"/>
              <a:gd name="connsiteX25" fmla="*/ 8914746 w 11269336"/>
              <a:gd name="connsiteY25" fmla="*/ 826428 h 2323145"/>
              <a:gd name="connsiteX26" fmla="*/ 8917778 w 11269336"/>
              <a:gd name="connsiteY26" fmla="*/ 835198 h 2323145"/>
              <a:gd name="connsiteX27" fmla="*/ 8905560 w 11269336"/>
              <a:gd name="connsiteY27" fmla="*/ 838358 h 2323145"/>
              <a:gd name="connsiteX28" fmla="*/ 8897564 w 11269336"/>
              <a:gd name="connsiteY28" fmla="*/ 834287 h 2323145"/>
              <a:gd name="connsiteX29" fmla="*/ 8878040 w 11269336"/>
              <a:gd name="connsiteY29" fmla="*/ 844150 h 2323145"/>
              <a:gd name="connsiteX30" fmla="*/ 8882654 w 11269336"/>
              <a:gd name="connsiteY30" fmla="*/ 892768 h 2323145"/>
              <a:gd name="connsiteX31" fmla="*/ 8795998 w 11269336"/>
              <a:gd name="connsiteY31" fmla="*/ 863337 h 2323145"/>
              <a:gd name="connsiteX32" fmla="*/ 8776970 w 11269336"/>
              <a:gd name="connsiteY32" fmla="*/ 885177 h 2323145"/>
              <a:gd name="connsiteX33" fmla="*/ 8755719 w 11269336"/>
              <a:gd name="connsiteY33" fmla="*/ 889754 h 2323145"/>
              <a:gd name="connsiteX34" fmla="*/ 8743257 w 11269336"/>
              <a:gd name="connsiteY34" fmla="*/ 904723 h 2323145"/>
              <a:gd name="connsiteX35" fmla="*/ 8721366 w 11269336"/>
              <a:gd name="connsiteY35" fmla="*/ 904711 h 2323145"/>
              <a:gd name="connsiteX36" fmla="*/ 8678353 w 11269336"/>
              <a:gd name="connsiteY36" fmla="*/ 926318 h 2323145"/>
              <a:gd name="connsiteX37" fmla="*/ 8636849 w 11269336"/>
              <a:gd name="connsiteY37" fmla="*/ 937900 h 2323145"/>
              <a:gd name="connsiteX38" fmla="*/ 8620213 w 11269336"/>
              <a:gd name="connsiteY38" fmla="*/ 943068 h 2323145"/>
              <a:gd name="connsiteX39" fmla="*/ 8612581 w 11269336"/>
              <a:gd name="connsiteY39" fmla="*/ 952695 h 2323145"/>
              <a:gd name="connsiteX40" fmla="*/ 8589038 w 11269336"/>
              <a:gd name="connsiteY40" fmla="*/ 963892 h 2323145"/>
              <a:gd name="connsiteX41" fmla="*/ 8579950 w 11269336"/>
              <a:gd name="connsiteY41" fmla="*/ 960899 h 2323145"/>
              <a:gd name="connsiteX42" fmla="*/ 8579319 w 11269336"/>
              <a:gd name="connsiteY42" fmla="*/ 965630 h 2323145"/>
              <a:gd name="connsiteX43" fmla="*/ 8547429 w 11269336"/>
              <a:gd name="connsiteY43" fmla="*/ 984506 h 2323145"/>
              <a:gd name="connsiteX44" fmla="*/ 8478704 w 11269336"/>
              <a:gd name="connsiteY44" fmla="*/ 1025490 h 2323145"/>
              <a:gd name="connsiteX45" fmla="*/ 8461421 w 11269336"/>
              <a:gd name="connsiteY45" fmla="*/ 1035512 h 2323145"/>
              <a:gd name="connsiteX46" fmla="*/ 8445003 w 11269336"/>
              <a:gd name="connsiteY46" fmla="*/ 1036851 h 2323145"/>
              <a:gd name="connsiteX47" fmla="*/ 8357350 w 11269336"/>
              <a:gd name="connsiteY47" fmla="*/ 1060213 h 2323145"/>
              <a:gd name="connsiteX48" fmla="*/ 8335565 w 11269336"/>
              <a:gd name="connsiteY48" fmla="*/ 1061151 h 2323145"/>
              <a:gd name="connsiteX49" fmla="*/ 8325267 w 11269336"/>
              <a:gd name="connsiteY49" fmla="*/ 1055919 h 2323145"/>
              <a:gd name="connsiteX50" fmla="*/ 8293586 w 11269336"/>
              <a:gd name="connsiteY50" fmla="*/ 1076144 h 2323145"/>
              <a:gd name="connsiteX51" fmla="*/ 8242405 w 11269336"/>
              <a:gd name="connsiteY51" fmla="*/ 1095960 h 2323145"/>
              <a:gd name="connsiteX52" fmla="*/ 8197391 w 11269336"/>
              <a:gd name="connsiteY52" fmla="*/ 1107746 h 2323145"/>
              <a:gd name="connsiteX53" fmla="*/ 8081474 w 11269336"/>
              <a:gd name="connsiteY53" fmla="*/ 1130125 h 2323145"/>
              <a:gd name="connsiteX54" fmla="*/ 8053585 w 11269336"/>
              <a:gd name="connsiteY54" fmla="*/ 1129169 h 2323145"/>
              <a:gd name="connsiteX55" fmla="*/ 8038422 w 11269336"/>
              <a:gd name="connsiteY55" fmla="*/ 1119092 h 2323145"/>
              <a:gd name="connsiteX56" fmla="*/ 8029450 w 11269336"/>
              <a:gd name="connsiteY56" fmla="*/ 1125592 h 2323145"/>
              <a:gd name="connsiteX57" fmla="*/ 7959552 w 11269336"/>
              <a:gd name="connsiteY57" fmla="*/ 1140188 h 2323145"/>
              <a:gd name="connsiteX58" fmla="*/ 7914188 w 11269336"/>
              <a:gd name="connsiteY58" fmla="*/ 1150862 h 2323145"/>
              <a:gd name="connsiteX59" fmla="*/ 7914918 w 11269336"/>
              <a:gd name="connsiteY59" fmla="*/ 1168758 h 2323145"/>
              <a:gd name="connsiteX60" fmla="*/ 7875510 w 11269336"/>
              <a:gd name="connsiteY60" fmla="*/ 1183153 h 2323145"/>
              <a:gd name="connsiteX61" fmla="*/ 7829932 w 11269336"/>
              <a:gd name="connsiteY61" fmla="*/ 1180782 h 2323145"/>
              <a:gd name="connsiteX62" fmla="*/ 7779182 w 11269336"/>
              <a:gd name="connsiteY62" fmla="*/ 1192665 h 2323145"/>
              <a:gd name="connsiteX63" fmla="*/ 7748774 w 11269336"/>
              <a:gd name="connsiteY63" fmla="*/ 1199586 h 2323145"/>
              <a:gd name="connsiteX64" fmla="*/ 7671846 w 11269336"/>
              <a:gd name="connsiteY64" fmla="*/ 1231966 h 2323145"/>
              <a:gd name="connsiteX65" fmla="*/ 7554146 w 11269336"/>
              <a:gd name="connsiteY65" fmla="*/ 1319748 h 2323145"/>
              <a:gd name="connsiteX66" fmla="*/ 7515052 w 11269336"/>
              <a:gd name="connsiteY66" fmla="*/ 1336718 h 2323145"/>
              <a:gd name="connsiteX67" fmla="*/ 7507193 w 11269336"/>
              <a:gd name="connsiteY67" fmla="*/ 1334617 h 2323145"/>
              <a:gd name="connsiteX68" fmla="*/ 7461694 w 11269336"/>
              <a:gd name="connsiteY68" fmla="*/ 1375866 h 2323145"/>
              <a:gd name="connsiteX69" fmla="*/ 7377571 w 11269336"/>
              <a:gd name="connsiteY69" fmla="*/ 1400128 h 2323145"/>
              <a:gd name="connsiteX70" fmla="*/ 7311261 w 11269336"/>
              <a:gd name="connsiteY70" fmla="*/ 1412652 h 2323145"/>
              <a:gd name="connsiteX71" fmla="*/ 7275307 w 11269336"/>
              <a:gd name="connsiteY71" fmla="*/ 1422171 h 2323145"/>
              <a:gd name="connsiteX72" fmla="*/ 7247783 w 11269336"/>
              <a:gd name="connsiteY72" fmla="*/ 1426330 h 2323145"/>
              <a:gd name="connsiteX73" fmla="*/ 7185047 w 11269336"/>
              <a:gd name="connsiteY73" fmla="*/ 1451812 h 2323145"/>
              <a:gd name="connsiteX74" fmla="*/ 7084117 w 11269336"/>
              <a:gd name="connsiteY74" fmla="*/ 1500281 h 2323145"/>
              <a:gd name="connsiteX75" fmla="*/ 7062011 w 11269336"/>
              <a:gd name="connsiteY75" fmla="*/ 1509183 h 2323145"/>
              <a:gd name="connsiteX76" fmla="*/ 7040555 w 11269336"/>
              <a:gd name="connsiteY76" fmla="*/ 1511207 h 2323145"/>
              <a:gd name="connsiteX77" fmla="*/ 7033438 w 11269336"/>
              <a:gd name="connsiteY77" fmla="*/ 1506772 h 2323145"/>
              <a:gd name="connsiteX78" fmla="*/ 7020886 w 11269336"/>
              <a:gd name="connsiteY78" fmla="*/ 1510764 h 2323145"/>
              <a:gd name="connsiteX79" fmla="*/ 7017033 w 11269336"/>
              <a:gd name="connsiteY79" fmla="*/ 1510650 h 2323145"/>
              <a:gd name="connsiteX80" fmla="*/ 6995460 w 11269336"/>
              <a:gd name="connsiteY80" fmla="*/ 1511173 h 2323145"/>
              <a:gd name="connsiteX81" fmla="*/ 6962144 w 11269336"/>
              <a:gd name="connsiteY81" fmla="*/ 1541508 h 2323145"/>
              <a:gd name="connsiteX82" fmla="*/ 6910674 w 11269336"/>
              <a:gd name="connsiteY82" fmla="*/ 1554793 h 2323145"/>
              <a:gd name="connsiteX83" fmla="*/ 6732152 w 11269336"/>
              <a:gd name="connsiteY83" fmla="*/ 1642538 h 2323145"/>
              <a:gd name="connsiteX84" fmla="*/ 6694106 w 11269336"/>
              <a:gd name="connsiteY84" fmla="*/ 1632377 h 2323145"/>
              <a:gd name="connsiteX85" fmla="*/ 6617223 w 11269336"/>
              <a:gd name="connsiteY85" fmla="*/ 1659889 h 2323145"/>
              <a:gd name="connsiteX86" fmla="*/ 6521138 w 11269336"/>
              <a:gd name="connsiteY86" fmla="*/ 1744340 h 2323145"/>
              <a:gd name="connsiteX87" fmla="*/ 6380677 w 11269336"/>
              <a:gd name="connsiteY87" fmla="*/ 1796883 h 2323145"/>
              <a:gd name="connsiteX88" fmla="*/ 6374897 w 11269336"/>
              <a:gd name="connsiteY88" fmla="*/ 1809910 h 2323145"/>
              <a:gd name="connsiteX89" fmla="*/ 6364545 w 11269336"/>
              <a:gd name="connsiteY89" fmla="*/ 1820090 h 2323145"/>
              <a:gd name="connsiteX90" fmla="*/ 6362126 w 11269336"/>
              <a:gd name="connsiteY90" fmla="*/ 1819991 h 2323145"/>
              <a:gd name="connsiteX91" fmla="*/ 6346673 w 11269336"/>
              <a:gd name="connsiteY91" fmla="*/ 1827824 h 2323145"/>
              <a:gd name="connsiteX92" fmla="*/ 6345588 w 11269336"/>
              <a:gd name="connsiteY92" fmla="*/ 1832232 h 2323145"/>
              <a:gd name="connsiteX93" fmla="*/ 6335708 w 11269336"/>
              <a:gd name="connsiteY93" fmla="*/ 1838451 h 2323145"/>
              <a:gd name="connsiteX94" fmla="*/ 6318182 w 11269336"/>
              <a:gd name="connsiteY94" fmla="*/ 1852975 h 2323145"/>
              <a:gd name="connsiteX95" fmla="*/ 6313084 w 11269336"/>
              <a:gd name="connsiteY95" fmla="*/ 1853561 h 2323145"/>
              <a:gd name="connsiteX96" fmla="*/ 6283816 w 11269336"/>
              <a:gd name="connsiteY96" fmla="*/ 1872148 h 2323145"/>
              <a:gd name="connsiteX97" fmla="*/ 6282550 w 11269336"/>
              <a:gd name="connsiteY97" fmla="*/ 1871392 h 2323145"/>
              <a:gd name="connsiteX98" fmla="*/ 6270527 w 11269336"/>
              <a:gd name="connsiteY98" fmla="*/ 1872208 h 2323145"/>
              <a:gd name="connsiteX99" fmla="*/ 6249518 w 11269336"/>
              <a:gd name="connsiteY99" fmla="*/ 1876079 h 2323145"/>
              <a:gd name="connsiteX100" fmla="*/ 6190386 w 11269336"/>
              <a:gd name="connsiteY100" fmla="*/ 1872478 h 2323145"/>
              <a:gd name="connsiteX101" fmla="*/ 6159777 w 11269336"/>
              <a:gd name="connsiteY101" fmla="*/ 1891745 h 2323145"/>
              <a:gd name="connsiteX102" fmla="*/ 6153131 w 11269336"/>
              <a:gd name="connsiteY102" fmla="*/ 1895079 h 2323145"/>
              <a:gd name="connsiteX103" fmla="*/ 6152798 w 11269336"/>
              <a:gd name="connsiteY103" fmla="*/ 1894920 h 2323145"/>
              <a:gd name="connsiteX104" fmla="*/ 6145388 w 11269336"/>
              <a:gd name="connsiteY104" fmla="*/ 1897990 h 2323145"/>
              <a:gd name="connsiteX105" fmla="*/ 6141014 w 11269336"/>
              <a:gd name="connsiteY105" fmla="*/ 1901155 h 2323145"/>
              <a:gd name="connsiteX106" fmla="*/ 6128122 w 11269336"/>
              <a:gd name="connsiteY106" fmla="*/ 1907623 h 2323145"/>
              <a:gd name="connsiteX107" fmla="*/ 6122351 w 11269336"/>
              <a:gd name="connsiteY107" fmla="*/ 1908359 h 2323145"/>
              <a:gd name="connsiteX108" fmla="*/ 6064750 w 11269336"/>
              <a:gd name="connsiteY108" fmla="*/ 1896394 h 2323145"/>
              <a:gd name="connsiteX109" fmla="*/ 5964230 w 11269336"/>
              <a:gd name="connsiteY109" fmla="*/ 1910038 h 2323145"/>
              <a:gd name="connsiteX110" fmla="*/ 5865399 w 11269336"/>
              <a:gd name="connsiteY110" fmla="*/ 1926966 h 2323145"/>
              <a:gd name="connsiteX111" fmla="*/ 5829951 w 11269336"/>
              <a:gd name="connsiteY111" fmla="*/ 1934755 h 2323145"/>
              <a:gd name="connsiteX112" fmla="*/ 5765285 w 11269336"/>
              <a:gd name="connsiteY112" fmla="*/ 1941322 h 2323145"/>
              <a:gd name="connsiteX113" fmla="*/ 5734750 w 11269336"/>
              <a:gd name="connsiteY113" fmla="*/ 1939793 h 2323145"/>
              <a:gd name="connsiteX114" fmla="*/ 5733569 w 11269336"/>
              <a:gd name="connsiteY114" fmla="*/ 1940505 h 2323145"/>
              <a:gd name="connsiteX115" fmla="*/ 5730329 w 11269336"/>
              <a:gd name="connsiteY115" fmla="*/ 1937845 h 2323145"/>
              <a:gd name="connsiteX116" fmla="*/ 5724661 w 11269336"/>
              <a:gd name="connsiteY116" fmla="*/ 1937455 h 2323145"/>
              <a:gd name="connsiteX117" fmla="*/ 5710186 w 11269336"/>
              <a:gd name="connsiteY117" fmla="*/ 1941370 h 2323145"/>
              <a:gd name="connsiteX118" fmla="*/ 5704910 w 11269336"/>
              <a:gd name="connsiteY118" fmla="*/ 1943663 h 2323145"/>
              <a:gd name="connsiteX119" fmla="*/ 5696836 w 11269336"/>
              <a:gd name="connsiteY119" fmla="*/ 1945271 h 2323145"/>
              <a:gd name="connsiteX120" fmla="*/ 5696583 w 11269336"/>
              <a:gd name="connsiteY120" fmla="*/ 1945050 h 2323145"/>
              <a:gd name="connsiteX121" fmla="*/ 5689123 w 11269336"/>
              <a:gd name="connsiteY121" fmla="*/ 1947067 h 2323145"/>
              <a:gd name="connsiteX122" fmla="*/ 5653291 w 11269336"/>
              <a:gd name="connsiteY122" fmla="*/ 1960245 h 2323145"/>
              <a:gd name="connsiteX123" fmla="*/ 5599385 w 11269336"/>
              <a:gd name="connsiteY123" fmla="*/ 1945198 h 2323145"/>
              <a:gd name="connsiteX124" fmla="*/ 5578300 w 11269336"/>
              <a:gd name="connsiteY124" fmla="*/ 1944963 h 2323145"/>
              <a:gd name="connsiteX125" fmla="*/ 5566758 w 11269336"/>
              <a:gd name="connsiteY125" fmla="*/ 1943441 h 2323145"/>
              <a:gd name="connsiteX126" fmla="*/ 5565857 w 11269336"/>
              <a:gd name="connsiteY126" fmla="*/ 1942445 h 2323145"/>
              <a:gd name="connsiteX127" fmla="*/ 5531534 w 11269336"/>
              <a:gd name="connsiteY127" fmla="*/ 1955208 h 2323145"/>
              <a:gd name="connsiteX128" fmla="*/ 5526552 w 11269336"/>
              <a:gd name="connsiteY128" fmla="*/ 1954799 h 2323145"/>
              <a:gd name="connsiteX129" fmla="*/ 5504723 w 11269336"/>
              <a:gd name="connsiteY129" fmla="*/ 1965811 h 2323145"/>
              <a:gd name="connsiteX130" fmla="*/ 5493156 w 11269336"/>
              <a:gd name="connsiteY130" fmla="*/ 1970063 h 2323145"/>
              <a:gd name="connsiteX131" fmla="*/ 5490486 w 11269336"/>
              <a:gd name="connsiteY131" fmla="*/ 1974227 h 2323145"/>
              <a:gd name="connsiteX132" fmla="*/ 5473107 w 11269336"/>
              <a:gd name="connsiteY132" fmla="*/ 1979001 h 2323145"/>
              <a:gd name="connsiteX133" fmla="*/ 5470885 w 11269336"/>
              <a:gd name="connsiteY133" fmla="*/ 1978432 h 2323145"/>
              <a:gd name="connsiteX134" fmla="*/ 5457393 w 11269336"/>
              <a:gd name="connsiteY134" fmla="*/ 1986525 h 2323145"/>
              <a:gd name="connsiteX135" fmla="*/ 5447102 w 11269336"/>
              <a:gd name="connsiteY135" fmla="*/ 1998329 h 2323145"/>
              <a:gd name="connsiteX136" fmla="*/ 5159151 w 11269336"/>
              <a:gd name="connsiteY136" fmla="*/ 2029640 h 2323145"/>
              <a:gd name="connsiteX137" fmla="*/ 5041688 w 11269336"/>
              <a:gd name="connsiteY137" fmla="*/ 2022334 h 2323145"/>
              <a:gd name="connsiteX138" fmla="*/ 4860988 w 11269336"/>
              <a:gd name="connsiteY138" fmla="*/ 2135698 h 2323145"/>
              <a:gd name="connsiteX139" fmla="*/ 4807902 w 11269336"/>
              <a:gd name="connsiteY139" fmla="*/ 2138894 h 2323145"/>
              <a:gd name="connsiteX140" fmla="*/ 4765388 w 11269336"/>
              <a:gd name="connsiteY140" fmla="*/ 2162525 h 2323145"/>
              <a:gd name="connsiteX141" fmla="*/ 4745033 w 11269336"/>
              <a:gd name="connsiteY141" fmla="*/ 2158859 h 2323145"/>
              <a:gd name="connsiteX142" fmla="*/ 4741475 w 11269336"/>
              <a:gd name="connsiteY142" fmla="*/ 2157998 h 2323145"/>
              <a:gd name="connsiteX143" fmla="*/ 4728247 w 11269336"/>
              <a:gd name="connsiteY143" fmla="*/ 2159526 h 2323145"/>
              <a:gd name="connsiteX144" fmla="*/ 4723263 w 11269336"/>
              <a:gd name="connsiteY144" fmla="*/ 2153742 h 2323145"/>
              <a:gd name="connsiteX145" fmla="*/ 4702453 w 11269336"/>
              <a:gd name="connsiteY145" fmla="*/ 2151586 h 2323145"/>
              <a:gd name="connsiteX146" fmla="*/ 4678455 w 11269336"/>
              <a:gd name="connsiteY146" fmla="*/ 2156131 h 2323145"/>
              <a:gd name="connsiteX147" fmla="*/ 4593061 w 11269336"/>
              <a:gd name="connsiteY147" fmla="*/ 2171597 h 2323145"/>
              <a:gd name="connsiteX148" fmla="*/ 4579902 w 11269336"/>
              <a:gd name="connsiteY148" fmla="*/ 2177927 h 2323145"/>
              <a:gd name="connsiteX149" fmla="*/ 4533444 w 11269336"/>
              <a:gd name="connsiteY149" fmla="*/ 2181200 h 2323145"/>
              <a:gd name="connsiteX150" fmla="*/ 4492832 w 11269336"/>
              <a:gd name="connsiteY150" fmla="*/ 2188033 h 2323145"/>
              <a:gd name="connsiteX151" fmla="*/ 4467257 w 11269336"/>
              <a:gd name="connsiteY151" fmla="*/ 2196121 h 2323145"/>
              <a:gd name="connsiteX152" fmla="*/ 4459937 w 11269336"/>
              <a:gd name="connsiteY152" fmla="*/ 2195182 h 2323145"/>
              <a:gd name="connsiteX153" fmla="*/ 4433312 w 11269336"/>
              <a:gd name="connsiteY153" fmla="*/ 2199004 h 2323145"/>
              <a:gd name="connsiteX154" fmla="*/ 4420601 w 11269336"/>
              <a:gd name="connsiteY154" fmla="*/ 2205158 h 2323145"/>
              <a:gd name="connsiteX155" fmla="*/ 4405765 w 11269336"/>
              <a:gd name="connsiteY155" fmla="*/ 2199902 h 2323145"/>
              <a:gd name="connsiteX156" fmla="*/ 4401354 w 11269336"/>
              <a:gd name="connsiteY156" fmla="*/ 2194745 h 2323145"/>
              <a:gd name="connsiteX157" fmla="*/ 4383151 w 11269336"/>
              <a:gd name="connsiteY157" fmla="*/ 2201140 h 2323145"/>
              <a:gd name="connsiteX158" fmla="*/ 4366646 w 11269336"/>
              <a:gd name="connsiteY158" fmla="*/ 2198564 h 2323145"/>
              <a:gd name="connsiteX159" fmla="*/ 4354009 w 11269336"/>
              <a:gd name="connsiteY159" fmla="*/ 2204984 h 2323145"/>
              <a:gd name="connsiteX160" fmla="*/ 4348284 w 11269336"/>
              <a:gd name="connsiteY160" fmla="*/ 2205270 h 2323145"/>
              <a:gd name="connsiteX161" fmla="*/ 4333906 w 11269336"/>
              <a:gd name="connsiteY161" fmla="*/ 2205251 h 2323145"/>
              <a:gd name="connsiteX162" fmla="*/ 4308819 w 11269336"/>
              <a:gd name="connsiteY162" fmla="*/ 2203822 h 2323145"/>
              <a:gd name="connsiteX163" fmla="*/ 4301210 w 11269336"/>
              <a:gd name="connsiteY163" fmla="*/ 2204456 h 2323145"/>
              <a:gd name="connsiteX164" fmla="*/ 4283095 w 11269336"/>
              <a:gd name="connsiteY164" fmla="*/ 2198177 h 2323145"/>
              <a:gd name="connsiteX165" fmla="*/ 4250119 w 11269336"/>
              <a:gd name="connsiteY165" fmla="*/ 2196342 h 2323145"/>
              <a:gd name="connsiteX166" fmla="*/ 4189203 w 11269336"/>
              <a:gd name="connsiteY166" fmla="*/ 2178994 h 2323145"/>
              <a:gd name="connsiteX167" fmla="*/ 4154035 w 11269336"/>
              <a:gd name="connsiteY167" fmla="*/ 2171950 h 2323145"/>
              <a:gd name="connsiteX168" fmla="*/ 4129569 w 11269336"/>
              <a:gd name="connsiteY168" fmla="*/ 2163850 h 2323145"/>
              <a:gd name="connsiteX169" fmla="*/ 4061250 w 11269336"/>
              <a:gd name="connsiteY169" fmla="*/ 2159236 h 2323145"/>
              <a:gd name="connsiteX170" fmla="*/ 3945480 w 11269336"/>
              <a:gd name="connsiteY170" fmla="*/ 2158279 h 2323145"/>
              <a:gd name="connsiteX171" fmla="*/ 3921468 w 11269336"/>
              <a:gd name="connsiteY171" fmla="*/ 2156588 h 2323145"/>
              <a:gd name="connsiteX172" fmla="*/ 3903348 w 11269336"/>
              <a:gd name="connsiteY172" fmla="*/ 2149220 h 2323145"/>
              <a:gd name="connsiteX173" fmla="*/ 3901342 w 11269336"/>
              <a:gd name="connsiteY173" fmla="*/ 2142355 h 2323145"/>
              <a:gd name="connsiteX174" fmla="*/ 3888539 w 11269336"/>
              <a:gd name="connsiteY174" fmla="*/ 2140476 h 2323145"/>
              <a:gd name="connsiteX175" fmla="*/ 3885662 w 11269336"/>
              <a:gd name="connsiteY175" fmla="*/ 2138740 h 2323145"/>
              <a:gd name="connsiteX176" fmla="*/ 3868627 w 11269336"/>
              <a:gd name="connsiteY176" fmla="*/ 2130023 h 2323145"/>
              <a:gd name="connsiteX177" fmla="*/ 3819177 w 11269336"/>
              <a:gd name="connsiteY177" fmla="*/ 2142111 h 2323145"/>
              <a:gd name="connsiteX178" fmla="*/ 3769100 w 11269336"/>
              <a:gd name="connsiteY178" fmla="*/ 2131731 h 2323145"/>
              <a:gd name="connsiteX179" fmla="*/ 3562752 w 11269336"/>
              <a:gd name="connsiteY179" fmla="*/ 2131785 h 2323145"/>
              <a:gd name="connsiteX180" fmla="*/ 3541402 w 11269336"/>
              <a:gd name="connsiteY180" fmla="*/ 2106821 h 2323145"/>
              <a:gd name="connsiteX181" fmla="*/ 3365341 w 11269336"/>
              <a:gd name="connsiteY181" fmla="*/ 2077638 h 2323145"/>
              <a:gd name="connsiteX182" fmla="*/ 3170922 w 11269336"/>
              <a:gd name="connsiteY182" fmla="*/ 2115957 h 2323145"/>
              <a:gd name="connsiteX183" fmla="*/ 3156256 w 11269336"/>
              <a:gd name="connsiteY183" fmla="*/ 2124773 h 2323145"/>
              <a:gd name="connsiteX184" fmla="*/ 3140298 w 11269336"/>
              <a:gd name="connsiteY184" fmla="*/ 2129182 h 2323145"/>
              <a:gd name="connsiteX185" fmla="*/ 3138514 w 11269336"/>
              <a:gd name="connsiteY185" fmla="*/ 2128069 h 2323145"/>
              <a:gd name="connsiteX186" fmla="*/ 3120467 w 11269336"/>
              <a:gd name="connsiteY186" fmla="*/ 2128281 h 2323145"/>
              <a:gd name="connsiteX187" fmla="*/ 3116175 w 11269336"/>
              <a:gd name="connsiteY187" fmla="*/ 2131633 h 2323145"/>
              <a:gd name="connsiteX188" fmla="*/ 3103685 w 11269336"/>
              <a:gd name="connsiteY188" fmla="*/ 2132814 h 2323145"/>
              <a:gd name="connsiteX189" fmla="*/ 3078794 w 11269336"/>
              <a:gd name="connsiteY189" fmla="*/ 2137935 h 2323145"/>
              <a:gd name="connsiteX190" fmla="*/ 3074407 w 11269336"/>
              <a:gd name="connsiteY190" fmla="*/ 2136274 h 2323145"/>
              <a:gd name="connsiteX191" fmla="*/ 3037285 w 11269336"/>
              <a:gd name="connsiteY191" fmla="*/ 2139919 h 2323145"/>
              <a:gd name="connsiteX192" fmla="*/ 3036901 w 11269336"/>
              <a:gd name="connsiteY192" fmla="*/ 2138726 h 2323145"/>
              <a:gd name="connsiteX193" fmla="*/ 3026996 w 11269336"/>
              <a:gd name="connsiteY193" fmla="*/ 2134322 h 2323145"/>
              <a:gd name="connsiteX194" fmla="*/ 3007772 w 11269336"/>
              <a:gd name="connsiteY194" fmla="*/ 2128742 h 2323145"/>
              <a:gd name="connsiteX195" fmla="*/ 2965030 w 11269336"/>
              <a:gd name="connsiteY195" fmla="*/ 2100494 h 2323145"/>
              <a:gd name="connsiteX196" fmla="*/ 2926342 w 11269336"/>
              <a:gd name="connsiteY196" fmla="*/ 2104155 h 2323145"/>
              <a:gd name="connsiteX197" fmla="*/ 2918608 w 11269336"/>
              <a:gd name="connsiteY197" fmla="*/ 2104215 h 2323145"/>
              <a:gd name="connsiteX198" fmla="*/ 2918475 w 11269336"/>
              <a:gd name="connsiteY198" fmla="*/ 2103937 h 2323145"/>
              <a:gd name="connsiteX199" fmla="*/ 2910360 w 11269336"/>
              <a:gd name="connsiteY199" fmla="*/ 2103444 h 2323145"/>
              <a:gd name="connsiteX200" fmla="*/ 2904507 w 11269336"/>
              <a:gd name="connsiteY200" fmla="*/ 2104326 h 2323145"/>
              <a:gd name="connsiteX201" fmla="*/ 2889503 w 11269336"/>
              <a:gd name="connsiteY201" fmla="*/ 2104443 h 2323145"/>
              <a:gd name="connsiteX202" fmla="*/ 2884480 w 11269336"/>
              <a:gd name="connsiteY202" fmla="*/ 2102626 h 2323145"/>
              <a:gd name="connsiteX203" fmla="*/ 2882689 w 11269336"/>
              <a:gd name="connsiteY203" fmla="*/ 2099228 h 2323145"/>
              <a:gd name="connsiteX204" fmla="*/ 2881291 w 11269336"/>
              <a:gd name="connsiteY204" fmla="*/ 2099618 h 2323145"/>
              <a:gd name="connsiteX205" fmla="*/ 2853979 w 11269336"/>
              <a:gd name="connsiteY205" fmla="*/ 2090388 h 2323145"/>
              <a:gd name="connsiteX206" fmla="*/ 2791790 w 11269336"/>
              <a:gd name="connsiteY206" fmla="*/ 2080332 h 2323145"/>
              <a:gd name="connsiteX207" fmla="*/ 2755844 w 11269336"/>
              <a:gd name="connsiteY207" fmla="*/ 2078874 h 2323145"/>
              <a:gd name="connsiteX208" fmla="*/ 2657742 w 11269336"/>
              <a:gd name="connsiteY208" fmla="*/ 2070179 h 2323145"/>
              <a:gd name="connsiteX209" fmla="*/ 2559549 w 11269336"/>
              <a:gd name="connsiteY209" fmla="*/ 2057873 h 2323145"/>
              <a:gd name="connsiteX210" fmla="*/ 2512054 w 11269336"/>
              <a:gd name="connsiteY210" fmla="*/ 2031671 h 2323145"/>
              <a:gd name="connsiteX211" fmla="*/ 2506437 w 11269336"/>
              <a:gd name="connsiteY211" fmla="*/ 2030918 h 2323145"/>
              <a:gd name="connsiteX212" fmla="*/ 2491752 w 11269336"/>
              <a:gd name="connsiteY212" fmla="*/ 2033906 h 2323145"/>
              <a:gd name="connsiteX213" fmla="*/ 2486338 w 11269336"/>
              <a:gd name="connsiteY213" fmla="*/ 2035862 h 2323145"/>
              <a:gd name="connsiteX214" fmla="*/ 2478186 w 11269336"/>
              <a:gd name="connsiteY214" fmla="*/ 2036953 h 2323145"/>
              <a:gd name="connsiteX215" fmla="*/ 2477950 w 11269336"/>
              <a:gd name="connsiteY215" fmla="*/ 2036715 h 2323145"/>
              <a:gd name="connsiteX216" fmla="*/ 2470381 w 11269336"/>
              <a:gd name="connsiteY216" fmla="*/ 2038256 h 2323145"/>
              <a:gd name="connsiteX217" fmla="*/ 2433781 w 11269336"/>
              <a:gd name="connsiteY217" fmla="*/ 2049140 h 2323145"/>
              <a:gd name="connsiteX218" fmla="*/ 2381172 w 11269336"/>
              <a:gd name="connsiteY218" fmla="*/ 2030645 h 2323145"/>
              <a:gd name="connsiteX219" fmla="*/ 2360198 w 11269336"/>
              <a:gd name="connsiteY219" fmla="*/ 2029059 h 2323145"/>
              <a:gd name="connsiteX220" fmla="*/ 2348815 w 11269336"/>
              <a:gd name="connsiteY220" fmla="*/ 2026798 h 2323145"/>
              <a:gd name="connsiteX221" fmla="*/ 2347988 w 11269336"/>
              <a:gd name="connsiteY221" fmla="*/ 2025745 h 2323145"/>
              <a:gd name="connsiteX222" fmla="*/ 2312920 w 11269336"/>
              <a:gd name="connsiteY222" fmla="*/ 2036311 h 2323145"/>
              <a:gd name="connsiteX223" fmla="*/ 2307986 w 11269336"/>
              <a:gd name="connsiteY223" fmla="*/ 2035583 h 2323145"/>
              <a:gd name="connsiteX224" fmla="*/ 2285481 w 11269336"/>
              <a:gd name="connsiteY224" fmla="*/ 2045197 h 2323145"/>
              <a:gd name="connsiteX225" fmla="*/ 2273666 w 11269336"/>
              <a:gd name="connsiteY225" fmla="*/ 2048710 h 2323145"/>
              <a:gd name="connsiteX226" fmla="*/ 2270719 w 11269336"/>
              <a:gd name="connsiteY226" fmla="*/ 2052702 h 2323145"/>
              <a:gd name="connsiteX227" fmla="*/ 2253080 w 11269336"/>
              <a:gd name="connsiteY227" fmla="*/ 2056363 h 2323145"/>
              <a:gd name="connsiteX228" fmla="*/ 2250906 w 11269336"/>
              <a:gd name="connsiteY228" fmla="*/ 2055654 h 2323145"/>
              <a:gd name="connsiteX229" fmla="*/ 2236905 w 11269336"/>
              <a:gd name="connsiteY229" fmla="*/ 2062882 h 2323145"/>
              <a:gd name="connsiteX230" fmla="*/ 2225830 w 11269336"/>
              <a:gd name="connsiteY230" fmla="*/ 2074027 h 2323145"/>
              <a:gd name="connsiteX231" fmla="*/ 2073776 w 11269336"/>
              <a:gd name="connsiteY231" fmla="*/ 2089244 h 2323145"/>
              <a:gd name="connsiteX232" fmla="*/ 1948256 w 11269336"/>
              <a:gd name="connsiteY232" fmla="*/ 2146616 h 2323145"/>
              <a:gd name="connsiteX233" fmla="*/ 1865582 w 11269336"/>
              <a:gd name="connsiteY233" fmla="*/ 2153738 h 2323145"/>
              <a:gd name="connsiteX234" fmla="*/ 1835210 w 11269336"/>
              <a:gd name="connsiteY234" fmla="*/ 2134244 h 2323145"/>
              <a:gd name="connsiteX235" fmla="*/ 1632661 w 11269336"/>
              <a:gd name="connsiteY235" fmla="*/ 2173882 h 2323145"/>
              <a:gd name="connsiteX236" fmla="*/ 1579590 w 11269336"/>
              <a:gd name="connsiteY236" fmla="*/ 2173680 h 2323145"/>
              <a:gd name="connsiteX237" fmla="*/ 1535601 w 11269336"/>
              <a:gd name="connsiteY237" fmla="*/ 2194590 h 2323145"/>
              <a:gd name="connsiteX238" fmla="*/ 1515594 w 11269336"/>
              <a:gd name="connsiteY238" fmla="*/ 2189622 h 2323145"/>
              <a:gd name="connsiteX239" fmla="*/ 1512113 w 11269336"/>
              <a:gd name="connsiteY239" fmla="*/ 2188534 h 2323145"/>
              <a:gd name="connsiteX240" fmla="*/ 1498838 w 11269336"/>
              <a:gd name="connsiteY240" fmla="*/ 2189213 h 2323145"/>
              <a:gd name="connsiteX241" fmla="*/ 1494279 w 11269336"/>
              <a:gd name="connsiteY241" fmla="*/ 2183112 h 2323145"/>
              <a:gd name="connsiteX242" fmla="*/ 1473714 w 11269336"/>
              <a:gd name="connsiteY242" fmla="*/ 2179625 h 2323145"/>
              <a:gd name="connsiteX243" fmla="*/ 1449503 w 11269336"/>
              <a:gd name="connsiteY243" fmla="*/ 2182633 h 2323145"/>
              <a:gd name="connsiteX244" fmla="*/ 1266687 w 11269336"/>
              <a:gd name="connsiteY244" fmla="*/ 2212688 h 2323145"/>
              <a:gd name="connsiteX245" fmla="*/ 1239614 w 11269336"/>
              <a:gd name="connsiteY245" fmla="*/ 2209727 h 2323145"/>
              <a:gd name="connsiteX246" fmla="*/ 1202436 w 11269336"/>
              <a:gd name="connsiteY246" fmla="*/ 2209817 h 2323145"/>
              <a:gd name="connsiteX247" fmla="*/ 1136097 w 11269336"/>
              <a:gd name="connsiteY247" fmla="*/ 2205112 h 2323145"/>
              <a:gd name="connsiteX248" fmla="*/ 988232 w 11269336"/>
              <a:gd name="connsiteY248" fmla="*/ 2235635 h 2323145"/>
              <a:gd name="connsiteX249" fmla="*/ 981959 w 11269336"/>
              <a:gd name="connsiteY249" fmla="*/ 2231607 h 2323145"/>
              <a:gd name="connsiteX250" fmla="*/ 938600 w 11269336"/>
              <a:gd name="connsiteY250" fmla="*/ 2238113 h 2323145"/>
              <a:gd name="connsiteX251" fmla="*/ 791788 w 11269336"/>
              <a:gd name="connsiteY251" fmla="*/ 2293224 h 2323145"/>
              <a:gd name="connsiteX252" fmla="*/ 706914 w 11269336"/>
              <a:gd name="connsiteY252" fmla="*/ 2305046 h 2323145"/>
              <a:gd name="connsiteX253" fmla="*/ 675971 w 11269336"/>
              <a:gd name="connsiteY253" fmla="*/ 2304030 h 2323145"/>
              <a:gd name="connsiteX254" fmla="*/ 624180 w 11269336"/>
              <a:gd name="connsiteY254" fmla="*/ 2302650 h 2323145"/>
              <a:gd name="connsiteX255" fmla="*/ 583453 w 11269336"/>
              <a:gd name="connsiteY255" fmla="*/ 2288788 h 2323145"/>
              <a:gd name="connsiteX256" fmla="*/ 540946 w 11269336"/>
              <a:gd name="connsiteY256" fmla="*/ 2292721 h 2323145"/>
              <a:gd name="connsiteX257" fmla="*/ 533680 w 11269336"/>
              <a:gd name="connsiteY257" fmla="*/ 2310233 h 2323145"/>
              <a:gd name="connsiteX258" fmla="*/ 487366 w 11269336"/>
              <a:gd name="connsiteY258" fmla="*/ 2309053 h 2323145"/>
              <a:gd name="connsiteX259" fmla="*/ 416820 w 11269336"/>
              <a:gd name="connsiteY259" fmla="*/ 2305443 h 2323145"/>
              <a:gd name="connsiteX260" fmla="*/ 376805 w 11269336"/>
              <a:gd name="connsiteY260" fmla="*/ 2307647 h 2323145"/>
              <a:gd name="connsiteX261" fmla="*/ 266777 w 11269336"/>
              <a:gd name="connsiteY261" fmla="*/ 2309012 h 2323145"/>
              <a:gd name="connsiteX262" fmla="*/ 156013 w 11269336"/>
              <a:gd name="connsiteY262" fmla="*/ 2306832 h 2323145"/>
              <a:gd name="connsiteX263" fmla="*/ 87258 w 11269336"/>
              <a:gd name="connsiteY263" fmla="*/ 2285511 h 2323145"/>
              <a:gd name="connsiteX264" fmla="*/ 23798 w 11269336"/>
              <a:gd name="connsiteY264" fmla="*/ 2281822 h 2323145"/>
              <a:gd name="connsiteX265" fmla="*/ 0 w 11269336"/>
              <a:gd name="connsiteY265" fmla="*/ 2285369 h 2323145"/>
              <a:gd name="connsiteX266" fmla="*/ 0 w 11269336"/>
              <a:gd name="connsiteY266"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380600 w 11269336"/>
              <a:gd name="connsiteY19" fmla="*/ 549821 h 2323145"/>
              <a:gd name="connsiteX20" fmla="*/ 9139429 w 11269336"/>
              <a:gd name="connsiteY20" fmla="*/ 696446 h 2323145"/>
              <a:gd name="connsiteX21" fmla="*/ 9028928 w 11269336"/>
              <a:gd name="connsiteY21" fmla="*/ 745350 h 2323145"/>
              <a:gd name="connsiteX22" fmla="*/ 8977138 w 11269336"/>
              <a:gd name="connsiteY22" fmla="*/ 774970 h 2323145"/>
              <a:gd name="connsiteX23" fmla="*/ 8947030 w 11269336"/>
              <a:gd name="connsiteY23" fmla="*/ 814934 h 2323145"/>
              <a:gd name="connsiteX24" fmla="*/ 8914746 w 11269336"/>
              <a:gd name="connsiteY24" fmla="*/ 826428 h 2323145"/>
              <a:gd name="connsiteX25" fmla="*/ 8917778 w 11269336"/>
              <a:gd name="connsiteY25" fmla="*/ 835198 h 2323145"/>
              <a:gd name="connsiteX26" fmla="*/ 8905560 w 11269336"/>
              <a:gd name="connsiteY26" fmla="*/ 838358 h 2323145"/>
              <a:gd name="connsiteX27" fmla="*/ 8897564 w 11269336"/>
              <a:gd name="connsiteY27" fmla="*/ 834287 h 2323145"/>
              <a:gd name="connsiteX28" fmla="*/ 8878040 w 11269336"/>
              <a:gd name="connsiteY28" fmla="*/ 844150 h 2323145"/>
              <a:gd name="connsiteX29" fmla="*/ 8882654 w 11269336"/>
              <a:gd name="connsiteY29" fmla="*/ 892768 h 2323145"/>
              <a:gd name="connsiteX30" fmla="*/ 8795998 w 11269336"/>
              <a:gd name="connsiteY30" fmla="*/ 863337 h 2323145"/>
              <a:gd name="connsiteX31" fmla="*/ 8776970 w 11269336"/>
              <a:gd name="connsiteY31" fmla="*/ 885177 h 2323145"/>
              <a:gd name="connsiteX32" fmla="*/ 8755719 w 11269336"/>
              <a:gd name="connsiteY32" fmla="*/ 889754 h 2323145"/>
              <a:gd name="connsiteX33" fmla="*/ 8743257 w 11269336"/>
              <a:gd name="connsiteY33" fmla="*/ 904723 h 2323145"/>
              <a:gd name="connsiteX34" fmla="*/ 8721366 w 11269336"/>
              <a:gd name="connsiteY34" fmla="*/ 904711 h 2323145"/>
              <a:gd name="connsiteX35" fmla="*/ 8678353 w 11269336"/>
              <a:gd name="connsiteY35" fmla="*/ 926318 h 2323145"/>
              <a:gd name="connsiteX36" fmla="*/ 8636849 w 11269336"/>
              <a:gd name="connsiteY36" fmla="*/ 937900 h 2323145"/>
              <a:gd name="connsiteX37" fmla="*/ 8620213 w 11269336"/>
              <a:gd name="connsiteY37" fmla="*/ 943068 h 2323145"/>
              <a:gd name="connsiteX38" fmla="*/ 8612581 w 11269336"/>
              <a:gd name="connsiteY38" fmla="*/ 952695 h 2323145"/>
              <a:gd name="connsiteX39" fmla="*/ 8589038 w 11269336"/>
              <a:gd name="connsiteY39" fmla="*/ 963892 h 2323145"/>
              <a:gd name="connsiteX40" fmla="*/ 8579950 w 11269336"/>
              <a:gd name="connsiteY40" fmla="*/ 960899 h 2323145"/>
              <a:gd name="connsiteX41" fmla="*/ 8579319 w 11269336"/>
              <a:gd name="connsiteY41" fmla="*/ 965630 h 2323145"/>
              <a:gd name="connsiteX42" fmla="*/ 8547429 w 11269336"/>
              <a:gd name="connsiteY42" fmla="*/ 984506 h 2323145"/>
              <a:gd name="connsiteX43" fmla="*/ 8478704 w 11269336"/>
              <a:gd name="connsiteY43" fmla="*/ 1025490 h 2323145"/>
              <a:gd name="connsiteX44" fmla="*/ 8461421 w 11269336"/>
              <a:gd name="connsiteY44" fmla="*/ 1035512 h 2323145"/>
              <a:gd name="connsiteX45" fmla="*/ 8445003 w 11269336"/>
              <a:gd name="connsiteY45" fmla="*/ 1036851 h 2323145"/>
              <a:gd name="connsiteX46" fmla="*/ 8357350 w 11269336"/>
              <a:gd name="connsiteY46" fmla="*/ 1060213 h 2323145"/>
              <a:gd name="connsiteX47" fmla="*/ 8335565 w 11269336"/>
              <a:gd name="connsiteY47" fmla="*/ 1061151 h 2323145"/>
              <a:gd name="connsiteX48" fmla="*/ 8325267 w 11269336"/>
              <a:gd name="connsiteY48" fmla="*/ 1055919 h 2323145"/>
              <a:gd name="connsiteX49" fmla="*/ 8293586 w 11269336"/>
              <a:gd name="connsiteY49" fmla="*/ 1076144 h 2323145"/>
              <a:gd name="connsiteX50" fmla="*/ 8242405 w 11269336"/>
              <a:gd name="connsiteY50" fmla="*/ 1095960 h 2323145"/>
              <a:gd name="connsiteX51" fmla="*/ 8197391 w 11269336"/>
              <a:gd name="connsiteY51" fmla="*/ 1107746 h 2323145"/>
              <a:gd name="connsiteX52" fmla="*/ 8081474 w 11269336"/>
              <a:gd name="connsiteY52" fmla="*/ 1130125 h 2323145"/>
              <a:gd name="connsiteX53" fmla="*/ 8053585 w 11269336"/>
              <a:gd name="connsiteY53" fmla="*/ 1129169 h 2323145"/>
              <a:gd name="connsiteX54" fmla="*/ 8038422 w 11269336"/>
              <a:gd name="connsiteY54" fmla="*/ 1119092 h 2323145"/>
              <a:gd name="connsiteX55" fmla="*/ 8029450 w 11269336"/>
              <a:gd name="connsiteY55" fmla="*/ 1125592 h 2323145"/>
              <a:gd name="connsiteX56" fmla="*/ 7959552 w 11269336"/>
              <a:gd name="connsiteY56" fmla="*/ 1140188 h 2323145"/>
              <a:gd name="connsiteX57" fmla="*/ 7914188 w 11269336"/>
              <a:gd name="connsiteY57" fmla="*/ 1150862 h 2323145"/>
              <a:gd name="connsiteX58" fmla="*/ 7914918 w 11269336"/>
              <a:gd name="connsiteY58" fmla="*/ 1168758 h 2323145"/>
              <a:gd name="connsiteX59" fmla="*/ 7875510 w 11269336"/>
              <a:gd name="connsiteY59" fmla="*/ 1183153 h 2323145"/>
              <a:gd name="connsiteX60" fmla="*/ 7829932 w 11269336"/>
              <a:gd name="connsiteY60" fmla="*/ 1180782 h 2323145"/>
              <a:gd name="connsiteX61" fmla="*/ 7779182 w 11269336"/>
              <a:gd name="connsiteY61" fmla="*/ 1192665 h 2323145"/>
              <a:gd name="connsiteX62" fmla="*/ 7748774 w 11269336"/>
              <a:gd name="connsiteY62" fmla="*/ 1199586 h 2323145"/>
              <a:gd name="connsiteX63" fmla="*/ 7671846 w 11269336"/>
              <a:gd name="connsiteY63" fmla="*/ 1231966 h 2323145"/>
              <a:gd name="connsiteX64" fmla="*/ 7554146 w 11269336"/>
              <a:gd name="connsiteY64" fmla="*/ 1319748 h 2323145"/>
              <a:gd name="connsiteX65" fmla="*/ 7515052 w 11269336"/>
              <a:gd name="connsiteY65" fmla="*/ 1336718 h 2323145"/>
              <a:gd name="connsiteX66" fmla="*/ 7507193 w 11269336"/>
              <a:gd name="connsiteY66" fmla="*/ 1334617 h 2323145"/>
              <a:gd name="connsiteX67" fmla="*/ 7461694 w 11269336"/>
              <a:gd name="connsiteY67" fmla="*/ 1375866 h 2323145"/>
              <a:gd name="connsiteX68" fmla="*/ 7377571 w 11269336"/>
              <a:gd name="connsiteY68" fmla="*/ 1400128 h 2323145"/>
              <a:gd name="connsiteX69" fmla="*/ 7311261 w 11269336"/>
              <a:gd name="connsiteY69" fmla="*/ 1412652 h 2323145"/>
              <a:gd name="connsiteX70" fmla="*/ 7275307 w 11269336"/>
              <a:gd name="connsiteY70" fmla="*/ 1422171 h 2323145"/>
              <a:gd name="connsiteX71" fmla="*/ 7247783 w 11269336"/>
              <a:gd name="connsiteY71" fmla="*/ 1426330 h 2323145"/>
              <a:gd name="connsiteX72" fmla="*/ 7185047 w 11269336"/>
              <a:gd name="connsiteY72" fmla="*/ 1451812 h 2323145"/>
              <a:gd name="connsiteX73" fmla="*/ 7084117 w 11269336"/>
              <a:gd name="connsiteY73" fmla="*/ 1500281 h 2323145"/>
              <a:gd name="connsiteX74" fmla="*/ 7062011 w 11269336"/>
              <a:gd name="connsiteY74" fmla="*/ 1509183 h 2323145"/>
              <a:gd name="connsiteX75" fmla="*/ 7040555 w 11269336"/>
              <a:gd name="connsiteY75" fmla="*/ 1511207 h 2323145"/>
              <a:gd name="connsiteX76" fmla="*/ 7033438 w 11269336"/>
              <a:gd name="connsiteY76" fmla="*/ 1506772 h 2323145"/>
              <a:gd name="connsiteX77" fmla="*/ 7020886 w 11269336"/>
              <a:gd name="connsiteY77" fmla="*/ 1510764 h 2323145"/>
              <a:gd name="connsiteX78" fmla="*/ 7017033 w 11269336"/>
              <a:gd name="connsiteY78" fmla="*/ 1510650 h 2323145"/>
              <a:gd name="connsiteX79" fmla="*/ 6995460 w 11269336"/>
              <a:gd name="connsiteY79" fmla="*/ 1511173 h 2323145"/>
              <a:gd name="connsiteX80" fmla="*/ 6962144 w 11269336"/>
              <a:gd name="connsiteY80" fmla="*/ 1541508 h 2323145"/>
              <a:gd name="connsiteX81" fmla="*/ 6910674 w 11269336"/>
              <a:gd name="connsiteY81" fmla="*/ 1554793 h 2323145"/>
              <a:gd name="connsiteX82" fmla="*/ 6732152 w 11269336"/>
              <a:gd name="connsiteY82" fmla="*/ 1642538 h 2323145"/>
              <a:gd name="connsiteX83" fmla="*/ 6694106 w 11269336"/>
              <a:gd name="connsiteY83" fmla="*/ 1632377 h 2323145"/>
              <a:gd name="connsiteX84" fmla="*/ 6617223 w 11269336"/>
              <a:gd name="connsiteY84" fmla="*/ 1659889 h 2323145"/>
              <a:gd name="connsiteX85" fmla="*/ 6521138 w 11269336"/>
              <a:gd name="connsiteY85" fmla="*/ 1744340 h 2323145"/>
              <a:gd name="connsiteX86" fmla="*/ 6380677 w 11269336"/>
              <a:gd name="connsiteY86" fmla="*/ 1796883 h 2323145"/>
              <a:gd name="connsiteX87" fmla="*/ 6374897 w 11269336"/>
              <a:gd name="connsiteY87" fmla="*/ 1809910 h 2323145"/>
              <a:gd name="connsiteX88" fmla="*/ 6364545 w 11269336"/>
              <a:gd name="connsiteY88" fmla="*/ 1820090 h 2323145"/>
              <a:gd name="connsiteX89" fmla="*/ 6362126 w 11269336"/>
              <a:gd name="connsiteY89" fmla="*/ 1819991 h 2323145"/>
              <a:gd name="connsiteX90" fmla="*/ 6346673 w 11269336"/>
              <a:gd name="connsiteY90" fmla="*/ 1827824 h 2323145"/>
              <a:gd name="connsiteX91" fmla="*/ 6345588 w 11269336"/>
              <a:gd name="connsiteY91" fmla="*/ 1832232 h 2323145"/>
              <a:gd name="connsiteX92" fmla="*/ 6335708 w 11269336"/>
              <a:gd name="connsiteY92" fmla="*/ 1838451 h 2323145"/>
              <a:gd name="connsiteX93" fmla="*/ 6318182 w 11269336"/>
              <a:gd name="connsiteY93" fmla="*/ 1852975 h 2323145"/>
              <a:gd name="connsiteX94" fmla="*/ 6313084 w 11269336"/>
              <a:gd name="connsiteY94" fmla="*/ 1853561 h 2323145"/>
              <a:gd name="connsiteX95" fmla="*/ 6283816 w 11269336"/>
              <a:gd name="connsiteY95" fmla="*/ 1872148 h 2323145"/>
              <a:gd name="connsiteX96" fmla="*/ 6282550 w 11269336"/>
              <a:gd name="connsiteY96" fmla="*/ 1871392 h 2323145"/>
              <a:gd name="connsiteX97" fmla="*/ 6270527 w 11269336"/>
              <a:gd name="connsiteY97" fmla="*/ 1872208 h 2323145"/>
              <a:gd name="connsiteX98" fmla="*/ 6249518 w 11269336"/>
              <a:gd name="connsiteY98" fmla="*/ 1876079 h 2323145"/>
              <a:gd name="connsiteX99" fmla="*/ 6190386 w 11269336"/>
              <a:gd name="connsiteY99" fmla="*/ 1872478 h 2323145"/>
              <a:gd name="connsiteX100" fmla="*/ 6159777 w 11269336"/>
              <a:gd name="connsiteY100" fmla="*/ 1891745 h 2323145"/>
              <a:gd name="connsiteX101" fmla="*/ 6153131 w 11269336"/>
              <a:gd name="connsiteY101" fmla="*/ 1895079 h 2323145"/>
              <a:gd name="connsiteX102" fmla="*/ 6152798 w 11269336"/>
              <a:gd name="connsiteY102" fmla="*/ 1894920 h 2323145"/>
              <a:gd name="connsiteX103" fmla="*/ 6145388 w 11269336"/>
              <a:gd name="connsiteY103" fmla="*/ 1897990 h 2323145"/>
              <a:gd name="connsiteX104" fmla="*/ 6141014 w 11269336"/>
              <a:gd name="connsiteY104" fmla="*/ 1901155 h 2323145"/>
              <a:gd name="connsiteX105" fmla="*/ 6128122 w 11269336"/>
              <a:gd name="connsiteY105" fmla="*/ 1907623 h 2323145"/>
              <a:gd name="connsiteX106" fmla="*/ 6122351 w 11269336"/>
              <a:gd name="connsiteY106" fmla="*/ 1908359 h 2323145"/>
              <a:gd name="connsiteX107" fmla="*/ 6064750 w 11269336"/>
              <a:gd name="connsiteY107" fmla="*/ 1896394 h 2323145"/>
              <a:gd name="connsiteX108" fmla="*/ 5964230 w 11269336"/>
              <a:gd name="connsiteY108" fmla="*/ 1910038 h 2323145"/>
              <a:gd name="connsiteX109" fmla="*/ 5865399 w 11269336"/>
              <a:gd name="connsiteY109" fmla="*/ 1926966 h 2323145"/>
              <a:gd name="connsiteX110" fmla="*/ 5829951 w 11269336"/>
              <a:gd name="connsiteY110" fmla="*/ 1934755 h 2323145"/>
              <a:gd name="connsiteX111" fmla="*/ 5765285 w 11269336"/>
              <a:gd name="connsiteY111" fmla="*/ 1941322 h 2323145"/>
              <a:gd name="connsiteX112" fmla="*/ 5734750 w 11269336"/>
              <a:gd name="connsiteY112" fmla="*/ 1939793 h 2323145"/>
              <a:gd name="connsiteX113" fmla="*/ 5733569 w 11269336"/>
              <a:gd name="connsiteY113" fmla="*/ 1940505 h 2323145"/>
              <a:gd name="connsiteX114" fmla="*/ 5730329 w 11269336"/>
              <a:gd name="connsiteY114" fmla="*/ 1937845 h 2323145"/>
              <a:gd name="connsiteX115" fmla="*/ 5724661 w 11269336"/>
              <a:gd name="connsiteY115" fmla="*/ 1937455 h 2323145"/>
              <a:gd name="connsiteX116" fmla="*/ 5710186 w 11269336"/>
              <a:gd name="connsiteY116" fmla="*/ 1941370 h 2323145"/>
              <a:gd name="connsiteX117" fmla="*/ 5704910 w 11269336"/>
              <a:gd name="connsiteY117" fmla="*/ 1943663 h 2323145"/>
              <a:gd name="connsiteX118" fmla="*/ 5696836 w 11269336"/>
              <a:gd name="connsiteY118" fmla="*/ 1945271 h 2323145"/>
              <a:gd name="connsiteX119" fmla="*/ 5696583 w 11269336"/>
              <a:gd name="connsiteY119" fmla="*/ 1945050 h 2323145"/>
              <a:gd name="connsiteX120" fmla="*/ 5689123 w 11269336"/>
              <a:gd name="connsiteY120" fmla="*/ 1947067 h 2323145"/>
              <a:gd name="connsiteX121" fmla="*/ 5653291 w 11269336"/>
              <a:gd name="connsiteY121" fmla="*/ 1960245 h 2323145"/>
              <a:gd name="connsiteX122" fmla="*/ 5599385 w 11269336"/>
              <a:gd name="connsiteY122" fmla="*/ 1945198 h 2323145"/>
              <a:gd name="connsiteX123" fmla="*/ 5578300 w 11269336"/>
              <a:gd name="connsiteY123" fmla="*/ 1944963 h 2323145"/>
              <a:gd name="connsiteX124" fmla="*/ 5566758 w 11269336"/>
              <a:gd name="connsiteY124" fmla="*/ 1943441 h 2323145"/>
              <a:gd name="connsiteX125" fmla="*/ 5565857 w 11269336"/>
              <a:gd name="connsiteY125" fmla="*/ 1942445 h 2323145"/>
              <a:gd name="connsiteX126" fmla="*/ 5531534 w 11269336"/>
              <a:gd name="connsiteY126" fmla="*/ 1955208 h 2323145"/>
              <a:gd name="connsiteX127" fmla="*/ 5526552 w 11269336"/>
              <a:gd name="connsiteY127" fmla="*/ 1954799 h 2323145"/>
              <a:gd name="connsiteX128" fmla="*/ 5504723 w 11269336"/>
              <a:gd name="connsiteY128" fmla="*/ 1965811 h 2323145"/>
              <a:gd name="connsiteX129" fmla="*/ 5493156 w 11269336"/>
              <a:gd name="connsiteY129" fmla="*/ 1970063 h 2323145"/>
              <a:gd name="connsiteX130" fmla="*/ 5490486 w 11269336"/>
              <a:gd name="connsiteY130" fmla="*/ 1974227 h 2323145"/>
              <a:gd name="connsiteX131" fmla="*/ 5473107 w 11269336"/>
              <a:gd name="connsiteY131" fmla="*/ 1979001 h 2323145"/>
              <a:gd name="connsiteX132" fmla="*/ 5470885 w 11269336"/>
              <a:gd name="connsiteY132" fmla="*/ 1978432 h 2323145"/>
              <a:gd name="connsiteX133" fmla="*/ 5457393 w 11269336"/>
              <a:gd name="connsiteY133" fmla="*/ 1986525 h 2323145"/>
              <a:gd name="connsiteX134" fmla="*/ 5447102 w 11269336"/>
              <a:gd name="connsiteY134" fmla="*/ 1998329 h 2323145"/>
              <a:gd name="connsiteX135" fmla="*/ 5159151 w 11269336"/>
              <a:gd name="connsiteY135" fmla="*/ 2029640 h 2323145"/>
              <a:gd name="connsiteX136" fmla="*/ 5041688 w 11269336"/>
              <a:gd name="connsiteY136" fmla="*/ 2022334 h 2323145"/>
              <a:gd name="connsiteX137" fmla="*/ 4860988 w 11269336"/>
              <a:gd name="connsiteY137" fmla="*/ 2135698 h 2323145"/>
              <a:gd name="connsiteX138" fmla="*/ 4807902 w 11269336"/>
              <a:gd name="connsiteY138" fmla="*/ 2138894 h 2323145"/>
              <a:gd name="connsiteX139" fmla="*/ 4765388 w 11269336"/>
              <a:gd name="connsiteY139" fmla="*/ 2162525 h 2323145"/>
              <a:gd name="connsiteX140" fmla="*/ 4745033 w 11269336"/>
              <a:gd name="connsiteY140" fmla="*/ 2158859 h 2323145"/>
              <a:gd name="connsiteX141" fmla="*/ 4741475 w 11269336"/>
              <a:gd name="connsiteY141" fmla="*/ 2157998 h 2323145"/>
              <a:gd name="connsiteX142" fmla="*/ 4728247 w 11269336"/>
              <a:gd name="connsiteY142" fmla="*/ 2159526 h 2323145"/>
              <a:gd name="connsiteX143" fmla="*/ 4723263 w 11269336"/>
              <a:gd name="connsiteY143" fmla="*/ 2153742 h 2323145"/>
              <a:gd name="connsiteX144" fmla="*/ 4702453 w 11269336"/>
              <a:gd name="connsiteY144" fmla="*/ 2151586 h 2323145"/>
              <a:gd name="connsiteX145" fmla="*/ 4678455 w 11269336"/>
              <a:gd name="connsiteY145" fmla="*/ 2156131 h 2323145"/>
              <a:gd name="connsiteX146" fmla="*/ 4593061 w 11269336"/>
              <a:gd name="connsiteY146" fmla="*/ 2171597 h 2323145"/>
              <a:gd name="connsiteX147" fmla="*/ 4579902 w 11269336"/>
              <a:gd name="connsiteY147" fmla="*/ 2177927 h 2323145"/>
              <a:gd name="connsiteX148" fmla="*/ 4533444 w 11269336"/>
              <a:gd name="connsiteY148" fmla="*/ 2181200 h 2323145"/>
              <a:gd name="connsiteX149" fmla="*/ 4492832 w 11269336"/>
              <a:gd name="connsiteY149" fmla="*/ 2188033 h 2323145"/>
              <a:gd name="connsiteX150" fmla="*/ 4467257 w 11269336"/>
              <a:gd name="connsiteY150" fmla="*/ 2196121 h 2323145"/>
              <a:gd name="connsiteX151" fmla="*/ 4459937 w 11269336"/>
              <a:gd name="connsiteY151" fmla="*/ 2195182 h 2323145"/>
              <a:gd name="connsiteX152" fmla="*/ 4433312 w 11269336"/>
              <a:gd name="connsiteY152" fmla="*/ 2199004 h 2323145"/>
              <a:gd name="connsiteX153" fmla="*/ 4420601 w 11269336"/>
              <a:gd name="connsiteY153" fmla="*/ 2205158 h 2323145"/>
              <a:gd name="connsiteX154" fmla="*/ 4405765 w 11269336"/>
              <a:gd name="connsiteY154" fmla="*/ 2199902 h 2323145"/>
              <a:gd name="connsiteX155" fmla="*/ 4401354 w 11269336"/>
              <a:gd name="connsiteY155" fmla="*/ 2194745 h 2323145"/>
              <a:gd name="connsiteX156" fmla="*/ 4383151 w 11269336"/>
              <a:gd name="connsiteY156" fmla="*/ 2201140 h 2323145"/>
              <a:gd name="connsiteX157" fmla="*/ 4366646 w 11269336"/>
              <a:gd name="connsiteY157" fmla="*/ 2198564 h 2323145"/>
              <a:gd name="connsiteX158" fmla="*/ 4354009 w 11269336"/>
              <a:gd name="connsiteY158" fmla="*/ 2204984 h 2323145"/>
              <a:gd name="connsiteX159" fmla="*/ 4348284 w 11269336"/>
              <a:gd name="connsiteY159" fmla="*/ 2205270 h 2323145"/>
              <a:gd name="connsiteX160" fmla="*/ 4333906 w 11269336"/>
              <a:gd name="connsiteY160" fmla="*/ 2205251 h 2323145"/>
              <a:gd name="connsiteX161" fmla="*/ 4308819 w 11269336"/>
              <a:gd name="connsiteY161" fmla="*/ 2203822 h 2323145"/>
              <a:gd name="connsiteX162" fmla="*/ 4301210 w 11269336"/>
              <a:gd name="connsiteY162" fmla="*/ 2204456 h 2323145"/>
              <a:gd name="connsiteX163" fmla="*/ 4283095 w 11269336"/>
              <a:gd name="connsiteY163" fmla="*/ 2198177 h 2323145"/>
              <a:gd name="connsiteX164" fmla="*/ 4250119 w 11269336"/>
              <a:gd name="connsiteY164" fmla="*/ 2196342 h 2323145"/>
              <a:gd name="connsiteX165" fmla="*/ 4189203 w 11269336"/>
              <a:gd name="connsiteY165" fmla="*/ 2178994 h 2323145"/>
              <a:gd name="connsiteX166" fmla="*/ 4154035 w 11269336"/>
              <a:gd name="connsiteY166" fmla="*/ 2171950 h 2323145"/>
              <a:gd name="connsiteX167" fmla="*/ 4129569 w 11269336"/>
              <a:gd name="connsiteY167" fmla="*/ 2163850 h 2323145"/>
              <a:gd name="connsiteX168" fmla="*/ 4061250 w 11269336"/>
              <a:gd name="connsiteY168" fmla="*/ 2159236 h 2323145"/>
              <a:gd name="connsiteX169" fmla="*/ 3945480 w 11269336"/>
              <a:gd name="connsiteY169" fmla="*/ 2158279 h 2323145"/>
              <a:gd name="connsiteX170" fmla="*/ 3921468 w 11269336"/>
              <a:gd name="connsiteY170" fmla="*/ 2156588 h 2323145"/>
              <a:gd name="connsiteX171" fmla="*/ 3903348 w 11269336"/>
              <a:gd name="connsiteY171" fmla="*/ 2149220 h 2323145"/>
              <a:gd name="connsiteX172" fmla="*/ 3901342 w 11269336"/>
              <a:gd name="connsiteY172" fmla="*/ 2142355 h 2323145"/>
              <a:gd name="connsiteX173" fmla="*/ 3888539 w 11269336"/>
              <a:gd name="connsiteY173" fmla="*/ 2140476 h 2323145"/>
              <a:gd name="connsiteX174" fmla="*/ 3885662 w 11269336"/>
              <a:gd name="connsiteY174" fmla="*/ 2138740 h 2323145"/>
              <a:gd name="connsiteX175" fmla="*/ 3868627 w 11269336"/>
              <a:gd name="connsiteY175" fmla="*/ 2130023 h 2323145"/>
              <a:gd name="connsiteX176" fmla="*/ 3819177 w 11269336"/>
              <a:gd name="connsiteY176" fmla="*/ 2142111 h 2323145"/>
              <a:gd name="connsiteX177" fmla="*/ 3769100 w 11269336"/>
              <a:gd name="connsiteY177" fmla="*/ 2131731 h 2323145"/>
              <a:gd name="connsiteX178" fmla="*/ 3562752 w 11269336"/>
              <a:gd name="connsiteY178" fmla="*/ 2131785 h 2323145"/>
              <a:gd name="connsiteX179" fmla="*/ 3541402 w 11269336"/>
              <a:gd name="connsiteY179" fmla="*/ 2106821 h 2323145"/>
              <a:gd name="connsiteX180" fmla="*/ 3365341 w 11269336"/>
              <a:gd name="connsiteY180" fmla="*/ 2077638 h 2323145"/>
              <a:gd name="connsiteX181" fmla="*/ 3170922 w 11269336"/>
              <a:gd name="connsiteY181" fmla="*/ 2115957 h 2323145"/>
              <a:gd name="connsiteX182" fmla="*/ 3156256 w 11269336"/>
              <a:gd name="connsiteY182" fmla="*/ 2124773 h 2323145"/>
              <a:gd name="connsiteX183" fmla="*/ 3140298 w 11269336"/>
              <a:gd name="connsiteY183" fmla="*/ 2129182 h 2323145"/>
              <a:gd name="connsiteX184" fmla="*/ 3138514 w 11269336"/>
              <a:gd name="connsiteY184" fmla="*/ 2128069 h 2323145"/>
              <a:gd name="connsiteX185" fmla="*/ 3120467 w 11269336"/>
              <a:gd name="connsiteY185" fmla="*/ 2128281 h 2323145"/>
              <a:gd name="connsiteX186" fmla="*/ 3116175 w 11269336"/>
              <a:gd name="connsiteY186" fmla="*/ 2131633 h 2323145"/>
              <a:gd name="connsiteX187" fmla="*/ 3103685 w 11269336"/>
              <a:gd name="connsiteY187" fmla="*/ 2132814 h 2323145"/>
              <a:gd name="connsiteX188" fmla="*/ 3078794 w 11269336"/>
              <a:gd name="connsiteY188" fmla="*/ 2137935 h 2323145"/>
              <a:gd name="connsiteX189" fmla="*/ 3074407 w 11269336"/>
              <a:gd name="connsiteY189" fmla="*/ 2136274 h 2323145"/>
              <a:gd name="connsiteX190" fmla="*/ 3037285 w 11269336"/>
              <a:gd name="connsiteY190" fmla="*/ 2139919 h 2323145"/>
              <a:gd name="connsiteX191" fmla="*/ 3036901 w 11269336"/>
              <a:gd name="connsiteY191" fmla="*/ 2138726 h 2323145"/>
              <a:gd name="connsiteX192" fmla="*/ 3026996 w 11269336"/>
              <a:gd name="connsiteY192" fmla="*/ 2134322 h 2323145"/>
              <a:gd name="connsiteX193" fmla="*/ 3007772 w 11269336"/>
              <a:gd name="connsiteY193" fmla="*/ 2128742 h 2323145"/>
              <a:gd name="connsiteX194" fmla="*/ 2965030 w 11269336"/>
              <a:gd name="connsiteY194" fmla="*/ 2100494 h 2323145"/>
              <a:gd name="connsiteX195" fmla="*/ 2926342 w 11269336"/>
              <a:gd name="connsiteY195" fmla="*/ 2104155 h 2323145"/>
              <a:gd name="connsiteX196" fmla="*/ 2918608 w 11269336"/>
              <a:gd name="connsiteY196" fmla="*/ 2104215 h 2323145"/>
              <a:gd name="connsiteX197" fmla="*/ 2918475 w 11269336"/>
              <a:gd name="connsiteY197" fmla="*/ 2103937 h 2323145"/>
              <a:gd name="connsiteX198" fmla="*/ 2910360 w 11269336"/>
              <a:gd name="connsiteY198" fmla="*/ 2103444 h 2323145"/>
              <a:gd name="connsiteX199" fmla="*/ 2904507 w 11269336"/>
              <a:gd name="connsiteY199" fmla="*/ 2104326 h 2323145"/>
              <a:gd name="connsiteX200" fmla="*/ 2889503 w 11269336"/>
              <a:gd name="connsiteY200" fmla="*/ 2104443 h 2323145"/>
              <a:gd name="connsiteX201" fmla="*/ 2884480 w 11269336"/>
              <a:gd name="connsiteY201" fmla="*/ 2102626 h 2323145"/>
              <a:gd name="connsiteX202" fmla="*/ 2882689 w 11269336"/>
              <a:gd name="connsiteY202" fmla="*/ 2099228 h 2323145"/>
              <a:gd name="connsiteX203" fmla="*/ 2881291 w 11269336"/>
              <a:gd name="connsiteY203" fmla="*/ 2099618 h 2323145"/>
              <a:gd name="connsiteX204" fmla="*/ 2853979 w 11269336"/>
              <a:gd name="connsiteY204" fmla="*/ 2090388 h 2323145"/>
              <a:gd name="connsiteX205" fmla="*/ 2791790 w 11269336"/>
              <a:gd name="connsiteY205" fmla="*/ 2080332 h 2323145"/>
              <a:gd name="connsiteX206" fmla="*/ 2755844 w 11269336"/>
              <a:gd name="connsiteY206" fmla="*/ 2078874 h 2323145"/>
              <a:gd name="connsiteX207" fmla="*/ 2657742 w 11269336"/>
              <a:gd name="connsiteY207" fmla="*/ 2070179 h 2323145"/>
              <a:gd name="connsiteX208" fmla="*/ 2559549 w 11269336"/>
              <a:gd name="connsiteY208" fmla="*/ 2057873 h 2323145"/>
              <a:gd name="connsiteX209" fmla="*/ 2512054 w 11269336"/>
              <a:gd name="connsiteY209" fmla="*/ 2031671 h 2323145"/>
              <a:gd name="connsiteX210" fmla="*/ 2506437 w 11269336"/>
              <a:gd name="connsiteY210" fmla="*/ 2030918 h 2323145"/>
              <a:gd name="connsiteX211" fmla="*/ 2491752 w 11269336"/>
              <a:gd name="connsiteY211" fmla="*/ 2033906 h 2323145"/>
              <a:gd name="connsiteX212" fmla="*/ 2486338 w 11269336"/>
              <a:gd name="connsiteY212" fmla="*/ 2035862 h 2323145"/>
              <a:gd name="connsiteX213" fmla="*/ 2478186 w 11269336"/>
              <a:gd name="connsiteY213" fmla="*/ 2036953 h 2323145"/>
              <a:gd name="connsiteX214" fmla="*/ 2477950 w 11269336"/>
              <a:gd name="connsiteY214" fmla="*/ 2036715 h 2323145"/>
              <a:gd name="connsiteX215" fmla="*/ 2470381 w 11269336"/>
              <a:gd name="connsiteY215" fmla="*/ 2038256 h 2323145"/>
              <a:gd name="connsiteX216" fmla="*/ 2433781 w 11269336"/>
              <a:gd name="connsiteY216" fmla="*/ 2049140 h 2323145"/>
              <a:gd name="connsiteX217" fmla="*/ 2381172 w 11269336"/>
              <a:gd name="connsiteY217" fmla="*/ 2030645 h 2323145"/>
              <a:gd name="connsiteX218" fmla="*/ 2360198 w 11269336"/>
              <a:gd name="connsiteY218" fmla="*/ 2029059 h 2323145"/>
              <a:gd name="connsiteX219" fmla="*/ 2348815 w 11269336"/>
              <a:gd name="connsiteY219" fmla="*/ 2026798 h 2323145"/>
              <a:gd name="connsiteX220" fmla="*/ 2347988 w 11269336"/>
              <a:gd name="connsiteY220" fmla="*/ 2025745 h 2323145"/>
              <a:gd name="connsiteX221" fmla="*/ 2312920 w 11269336"/>
              <a:gd name="connsiteY221" fmla="*/ 2036311 h 2323145"/>
              <a:gd name="connsiteX222" fmla="*/ 2307986 w 11269336"/>
              <a:gd name="connsiteY222" fmla="*/ 2035583 h 2323145"/>
              <a:gd name="connsiteX223" fmla="*/ 2285481 w 11269336"/>
              <a:gd name="connsiteY223" fmla="*/ 2045197 h 2323145"/>
              <a:gd name="connsiteX224" fmla="*/ 2273666 w 11269336"/>
              <a:gd name="connsiteY224" fmla="*/ 2048710 h 2323145"/>
              <a:gd name="connsiteX225" fmla="*/ 2270719 w 11269336"/>
              <a:gd name="connsiteY225" fmla="*/ 2052702 h 2323145"/>
              <a:gd name="connsiteX226" fmla="*/ 2253080 w 11269336"/>
              <a:gd name="connsiteY226" fmla="*/ 2056363 h 2323145"/>
              <a:gd name="connsiteX227" fmla="*/ 2250906 w 11269336"/>
              <a:gd name="connsiteY227" fmla="*/ 2055654 h 2323145"/>
              <a:gd name="connsiteX228" fmla="*/ 2236905 w 11269336"/>
              <a:gd name="connsiteY228" fmla="*/ 2062882 h 2323145"/>
              <a:gd name="connsiteX229" fmla="*/ 2225830 w 11269336"/>
              <a:gd name="connsiteY229" fmla="*/ 2074027 h 2323145"/>
              <a:gd name="connsiteX230" fmla="*/ 2073776 w 11269336"/>
              <a:gd name="connsiteY230" fmla="*/ 2089244 h 2323145"/>
              <a:gd name="connsiteX231" fmla="*/ 1948256 w 11269336"/>
              <a:gd name="connsiteY231" fmla="*/ 2146616 h 2323145"/>
              <a:gd name="connsiteX232" fmla="*/ 1865582 w 11269336"/>
              <a:gd name="connsiteY232" fmla="*/ 2153738 h 2323145"/>
              <a:gd name="connsiteX233" fmla="*/ 1835210 w 11269336"/>
              <a:gd name="connsiteY233" fmla="*/ 2134244 h 2323145"/>
              <a:gd name="connsiteX234" fmla="*/ 1632661 w 11269336"/>
              <a:gd name="connsiteY234" fmla="*/ 2173882 h 2323145"/>
              <a:gd name="connsiteX235" fmla="*/ 1579590 w 11269336"/>
              <a:gd name="connsiteY235" fmla="*/ 2173680 h 2323145"/>
              <a:gd name="connsiteX236" fmla="*/ 1535601 w 11269336"/>
              <a:gd name="connsiteY236" fmla="*/ 2194590 h 2323145"/>
              <a:gd name="connsiteX237" fmla="*/ 1515594 w 11269336"/>
              <a:gd name="connsiteY237" fmla="*/ 2189622 h 2323145"/>
              <a:gd name="connsiteX238" fmla="*/ 1512113 w 11269336"/>
              <a:gd name="connsiteY238" fmla="*/ 2188534 h 2323145"/>
              <a:gd name="connsiteX239" fmla="*/ 1498838 w 11269336"/>
              <a:gd name="connsiteY239" fmla="*/ 2189213 h 2323145"/>
              <a:gd name="connsiteX240" fmla="*/ 1494279 w 11269336"/>
              <a:gd name="connsiteY240" fmla="*/ 2183112 h 2323145"/>
              <a:gd name="connsiteX241" fmla="*/ 1473714 w 11269336"/>
              <a:gd name="connsiteY241" fmla="*/ 2179625 h 2323145"/>
              <a:gd name="connsiteX242" fmla="*/ 1449503 w 11269336"/>
              <a:gd name="connsiteY242" fmla="*/ 2182633 h 2323145"/>
              <a:gd name="connsiteX243" fmla="*/ 1266687 w 11269336"/>
              <a:gd name="connsiteY243" fmla="*/ 2212688 h 2323145"/>
              <a:gd name="connsiteX244" fmla="*/ 1239614 w 11269336"/>
              <a:gd name="connsiteY244" fmla="*/ 2209727 h 2323145"/>
              <a:gd name="connsiteX245" fmla="*/ 1202436 w 11269336"/>
              <a:gd name="connsiteY245" fmla="*/ 2209817 h 2323145"/>
              <a:gd name="connsiteX246" fmla="*/ 1136097 w 11269336"/>
              <a:gd name="connsiteY246" fmla="*/ 2205112 h 2323145"/>
              <a:gd name="connsiteX247" fmla="*/ 988232 w 11269336"/>
              <a:gd name="connsiteY247" fmla="*/ 2235635 h 2323145"/>
              <a:gd name="connsiteX248" fmla="*/ 981959 w 11269336"/>
              <a:gd name="connsiteY248" fmla="*/ 2231607 h 2323145"/>
              <a:gd name="connsiteX249" fmla="*/ 938600 w 11269336"/>
              <a:gd name="connsiteY249" fmla="*/ 2238113 h 2323145"/>
              <a:gd name="connsiteX250" fmla="*/ 791788 w 11269336"/>
              <a:gd name="connsiteY250" fmla="*/ 2293224 h 2323145"/>
              <a:gd name="connsiteX251" fmla="*/ 706914 w 11269336"/>
              <a:gd name="connsiteY251" fmla="*/ 2305046 h 2323145"/>
              <a:gd name="connsiteX252" fmla="*/ 675971 w 11269336"/>
              <a:gd name="connsiteY252" fmla="*/ 2304030 h 2323145"/>
              <a:gd name="connsiteX253" fmla="*/ 624180 w 11269336"/>
              <a:gd name="connsiteY253" fmla="*/ 2302650 h 2323145"/>
              <a:gd name="connsiteX254" fmla="*/ 583453 w 11269336"/>
              <a:gd name="connsiteY254" fmla="*/ 2288788 h 2323145"/>
              <a:gd name="connsiteX255" fmla="*/ 540946 w 11269336"/>
              <a:gd name="connsiteY255" fmla="*/ 2292721 h 2323145"/>
              <a:gd name="connsiteX256" fmla="*/ 533680 w 11269336"/>
              <a:gd name="connsiteY256" fmla="*/ 2310233 h 2323145"/>
              <a:gd name="connsiteX257" fmla="*/ 487366 w 11269336"/>
              <a:gd name="connsiteY257" fmla="*/ 2309053 h 2323145"/>
              <a:gd name="connsiteX258" fmla="*/ 416820 w 11269336"/>
              <a:gd name="connsiteY258" fmla="*/ 2305443 h 2323145"/>
              <a:gd name="connsiteX259" fmla="*/ 376805 w 11269336"/>
              <a:gd name="connsiteY259" fmla="*/ 2307647 h 2323145"/>
              <a:gd name="connsiteX260" fmla="*/ 266777 w 11269336"/>
              <a:gd name="connsiteY260" fmla="*/ 2309012 h 2323145"/>
              <a:gd name="connsiteX261" fmla="*/ 156013 w 11269336"/>
              <a:gd name="connsiteY261" fmla="*/ 2306832 h 2323145"/>
              <a:gd name="connsiteX262" fmla="*/ 87258 w 11269336"/>
              <a:gd name="connsiteY262" fmla="*/ 2285511 h 2323145"/>
              <a:gd name="connsiteX263" fmla="*/ 23798 w 11269336"/>
              <a:gd name="connsiteY263" fmla="*/ 2281822 h 2323145"/>
              <a:gd name="connsiteX264" fmla="*/ 0 w 11269336"/>
              <a:gd name="connsiteY264" fmla="*/ 2285369 h 2323145"/>
              <a:gd name="connsiteX265" fmla="*/ 0 w 11269336"/>
              <a:gd name="connsiteY265"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380600 w 11269336"/>
              <a:gd name="connsiteY19" fmla="*/ 549821 h 2323145"/>
              <a:gd name="connsiteX20" fmla="*/ 9263254 w 11269336"/>
              <a:gd name="connsiteY20" fmla="*/ 645662 h 2323145"/>
              <a:gd name="connsiteX21" fmla="*/ 9028928 w 11269336"/>
              <a:gd name="connsiteY21" fmla="*/ 745350 h 2323145"/>
              <a:gd name="connsiteX22" fmla="*/ 8977138 w 11269336"/>
              <a:gd name="connsiteY22" fmla="*/ 774970 h 2323145"/>
              <a:gd name="connsiteX23" fmla="*/ 8947030 w 11269336"/>
              <a:gd name="connsiteY23" fmla="*/ 814934 h 2323145"/>
              <a:gd name="connsiteX24" fmla="*/ 8914746 w 11269336"/>
              <a:gd name="connsiteY24" fmla="*/ 826428 h 2323145"/>
              <a:gd name="connsiteX25" fmla="*/ 8917778 w 11269336"/>
              <a:gd name="connsiteY25" fmla="*/ 835198 h 2323145"/>
              <a:gd name="connsiteX26" fmla="*/ 8905560 w 11269336"/>
              <a:gd name="connsiteY26" fmla="*/ 838358 h 2323145"/>
              <a:gd name="connsiteX27" fmla="*/ 8897564 w 11269336"/>
              <a:gd name="connsiteY27" fmla="*/ 834287 h 2323145"/>
              <a:gd name="connsiteX28" fmla="*/ 8878040 w 11269336"/>
              <a:gd name="connsiteY28" fmla="*/ 844150 h 2323145"/>
              <a:gd name="connsiteX29" fmla="*/ 8882654 w 11269336"/>
              <a:gd name="connsiteY29" fmla="*/ 892768 h 2323145"/>
              <a:gd name="connsiteX30" fmla="*/ 8795998 w 11269336"/>
              <a:gd name="connsiteY30" fmla="*/ 863337 h 2323145"/>
              <a:gd name="connsiteX31" fmla="*/ 8776970 w 11269336"/>
              <a:gd name="connsiteY31" fmla="*/ 885177 h 2323145"/>
              <a:gd name="connsiteX32" fmla="*/ 8755719 w 11269336"/>
              <a:gd name="connsiteY32" fmla="*/ 889754 h 2323145"/>
              <a:gd name="connsiteX33" fmla="*/ 8743257 w 11269336"/>
              <a:gd name="connsiteY33" fmla="*/ 904723 h 2323145"/>
              <a:gd name="connsiteX34" fmla="*/ 8721366 w 11269336"/>
              <a:gd name="connsiteY34" fmla="*/ 904711 h 2323145"/>
              <a:gd name="connsiteX35" fmla="*/ 8678353 w 11269336"/>
              <a:gd name="connsiteY35" fmla="*/ 926318 h 2323145"/>
              <a:gd name="connsiteX36" fmla="*/ 8636849 w 11269336"/>
              <a:gd name="connsiteY36" fmla="*/ 937900 h 2323145"/>
              <a:gd name="connsiteX37" fmla="*/ 8620213 w 11269336"/>
              <a:gd name="connsiteY37" fmla="*/ 943068 h 2323145"/>
              <a:gd name="connsiteX38" fmla="*/ 8612581 w 11269336"/>
              <a:gd name="connsiteY38" fmla="*/ 952695 h 2323145"/>
              <a:gd name="connsiteX39" fmla="*/ 8589038 w 11269336"/>
              <a:gd name="connsiteY39" fmla="*/ 963892 h 2323145"/>
              <a:gd name="connsiteX40" fmla="*/ 8579950 w 11269336"/>
              <a:gd name="connsiteY40" fmla="*/ 960899 h 2323145"/>
              <a:gd name="connsiteX41" fmla="*/ 8579319 w 11269336"/>
              <a:gd name="connsiteY41" fmla="*/ 965630 h 2323145"/>
              <a:gd name="connsiteX42" fmla="*/ 8547429 w 11269336"/>
              <a:gd name="connsiteY42" fmla="*/ 984506 h 2323145"/>
              <a:gd name="connsiteX43" fmla="*/ 8478704 w 11269336"/>
              <a:gd name="connsiteY43" fmla="*/ 1025490 h 2323145"/>
              <a:gd name="connsiteX44" fmla="*/ 8461421 w 11269336"/>
              <a:gd name="connsiteY44" fmla="*/ 1035512 h 2323145"/>
              <a:gd name="connsiteX45" fmla="*/ 8445003 w 11269336"/>
              <a:gd name="connsiteY45" fmla="*/ 1036851 h 2323145"/>
              <a:gd name="connsiteX46" fmla="*/ 8357350 w 11269336"/>
              <a:gd name="connsiteY46" fmla="*/ 1060213 h 2323145"/>
              <a:gd name="connsiteX47" fmla="*/ 8335565 w 11269336"/>
              <a:gd name="connsiteY47" fmla="*/ 1061151 h 2323145"/>
              <a:gd name="connsiteX48" fmla="*/ 8325267 w 11269336"/>
              <a:gd name="connsiteY48" fmla="*/ 1055919 h 2323145"/>
              <a:gd name="connsiteX49" fmla="*/ 8293586 w 11269336"/>
              <a:gd name="connsiteY49" fmla="*/ 1076144 h 2323145"/>
              <a:gd name="connsiteX50" fmla="*/ 8242405 w 11269336"/>
              <a:gd name="connsiteY50" fmla="*/ 1095960 h 2323145"/>
              <a:gd name="connsiteX51" fmla="*/ 8197391 w 11269336"/>
              <a:gd name="connsiteY51" fmla="*/ 1107746 h 2323145"/>
              <a:gd name="connsiteX52" fmla="*/ 8081474 w 11269336"/>
              <a:gd name="connsiteY52" fmla="*/ 1130125 h 2323145"/>
              <a:gd name="connsiteX53" fmla="*/ 8053585 w 11269336"/>
              <a:gd name="connsiteY53" fmla="*/ 1129169 h 2323145"/>
              <a:gd name="connsiteX54" fmla="*/ 8038422 w 11269336"/>
              <a:gd name="connsiteY54" fmla="*/ 1119092 h 2323145"/>
              <a:gd name="connsiteX55" fmla="*/ 8029450 w 11269336"/>
              <a:gd name="connsiteY55" fmla="*/ 1125592 h 2323145"/>
              <a:gd name="connsiteX56" fmla="*/ 7959552 w 11269336"/>
              <a:gd name="connsiteY56" fmla="*/ 1140188 h 2323145"/>
              <a:gd name="connsiteX57" fmla="*/ 7914188 w 11269336"/>
              <a:gd name="connsiteY57" fmla="*/ 1150862 h 2323145"/>
              <a:gd name="connsiteX58" fmla="*/ 7914918 w 11269336"/>
              <a:gd name="connsiteY58" fmla="*/ 1168758 h 2323145"/>
              <a:gd name="connsiteX59" fmla="*/ 7875510 w 11269336"/>
              <a:gd name="connsiteY59" fmla="*/ 1183153 h 2323145"/>
              <a:gd name="connsiteX60" fmla="*/ 7829932 w 11269336"/>
              <a:gd name="connsiteY60" fmla="*/ 1180782 h 2323145"/>
              <a:gd name="connsiteX61" fmla="*/ 7779182 w 11269336"/>
              <a:gd name="connsiteY61" fmla="*/ 1192665 h 2323145"/>
              <a:gd name="connsiteX62" fmla="*/ 7748774 w 11269336"/>
              <a:gd name="connsiteY62" fmla="*/ 1199586 h 2323145"/>
              <a:gd name="connsiteX63" fmla="*/ 7671846 w 11269336"/>
              <a:gd name="connsiteY63" fmla="*/ 1231966 h 2323145"/>
              <a:gd name="connsiteX64" fmla="*/ 7554146 w 11269336"/>
              <a:gd name="connsiteY64" fmla="*/ 1319748 h 2323145"/>
              <a:gd name="connsiteX65" fmla="*/ 7515052 w 11269336"/>
              <a:gd name="connsiteY65" fmla="*/ 1336718 h 2323145"/>
              <a:gd name="connsiteX66" fmla="*/ 7507193 w 11269336"/>
              <a:gd name="connsiteY66" fmla="*/ 1334617 h 2323145"/>
              <a:gd name="connsiteX67" fmla="*/ 7461694 w 11269336"/>
              <a:gd name="connsiteY67" fmla="*/ 1375866 h 2323145"/>
              <a:gd name="connsiteX68" fmla="*/ 7377571 w 11269336"/>
              <a:gd name="connsiteY68" fmla="*/ 1400128 h 2323145"/>
              <a:gd name="connsiteX69" fmla="*/ 7311261 w 11269336"/>
              <a:gd name="connsiteY69" fmla="*/ 1412652 h 2323145"/>
              <a:gd name="connsiteX70" fmla="*/ 7275307 w 11269336"/>
              <a:gd name="connsiteY70" fmla="*/ 1422171 h 2323145"/>
              <a:gd name="connsiteX71" fmla="*/ 7247783 w 11269336"/>
              <a:gd name="connsiteY71" fmla="*/ 1426330 h 2323145"/>
              <a:gd name="connsiteX72" fmla="*/ 7185047 w 11269336"/>
              <a:gd name="connsiteY72" fmla="*/ 1451812 h 2323145"/>
              <a:gd name="connsiteX73" fmla="*/ 7084117 w 11269336"/>
              <a:gd name="connsiteY73" fmla="*/ 1500281 h 2323145"/>
              <a:gd name="connsiteX74" fmla="*/ 7062011 w 11269336"/>
              <a:gd name="connsiteY74" fmla="*/ 1509183 h 2323145"/>
              <a:gd name="connsiteX75" fmla="*/ 7040555 w 11269336"/>
              <a:gd name="connsiteY75" fmla="*/ 1511207 h 2323145"/>
              <a:gd name="connsiteX76" fmla="*/ 7033438 w 11269336"/>
              <a:gd name="connsiteY76" fmla="*/ 1506772 h 2323145"/>
              <a:gd name="connsiteX77" fmla="*/ 7020886 w 11269336"/>
              <a:gd name="connsiteY77" fmla="*/ 1510764 h 2323145"/>
              <a:gd name="connsiteX78" fmla="*/ 7017033 w 11269336"/>
              <a:gd name="connsiteY78" fmla="*/ 1510650 h 2323145"/>
              <a:gd name="connsiteX79" fmla="*/ 6995460 w 11269336"/>
              <a:gd name="connsiteY79" fmla="*/ 1511173 h 2323145"/>
              <a:gd name="connsiteX80" fmla="*/ 6962144 w 11269336"/>
              <a:gd name="connsiteY80" fmla="*/ 1541508 h 2323145"/>
              <a:gd name="connsiteX81" fmla="*/ 6910674 w 11269336"/>
              <a:gd name="connsiteY81" fmla="*/ 1554793 h 2323145"/>
              <a:gd name="connsiteX82" fmla="*/ 6732152 w 11269336"/>
              <a:gd name="connsiteY82" fmla="*/ 1642538 h 2323145"/>
              <a:gd name="connsiteX83" fmla="*/ 6694106 w 11269336"/>
              <a:gd name="connsiteY83" fmla="*/ 1632377 h 2323145"/>
              <a:gd name="connsiteX84" fmla="*/ 6617223 w 11269336"/>
              <a:gd name="connsiteY84" fmla="*/ 1659889 h 2323145"/>
              <a:gd name="connsiteX85" fmla="*/ 6521138 w 11269336"/>
              <a:gd name="connsiteY85" fmla="*/ 1744340 h 2323145"/>
              <a:gd name="connsiteX86" fmla="*/ 6380677 w 11269336"/>
              <a:gd name="connsiteY86" fmla="*/ 1796883 h 2323145"/>
              <a:gd name="connsiteX87" fmla="*/ 6374897 w 11269336"/>
              <a:gd name="connsiteY87" fmla="*/ 1809910 h 2323145"/>
              <a:gd name="connsiteX88" fmla="*/ 6364545 w 11269336"/>
              <a:gd name="connsiteY88" fmla="*/ 1820090 h 2323145"/>
              <a:gd name="connsiteX89" fmla="*/ 6362126 w 11269336"/>
              <a:gd name="connsiteY89" fmla="*/ 1819991 h 2323145"/>
              <a:gd name="connsiteX90" fmla="*/ 6346673 w 11269336"/>
              <a:gd name="connsiteY90" fmla="*/ 1827824 h 2323145"/>
              <a:gd name="connsiteX91" fmla="*/ 6345588 w 11269336"/>
              <a:gd name="connsiteY91" fmla="*/ 1832232 h 2323145"/>
              <a:gd name="connsiteX92" fmla="*/ 6335708 w 11269336"/>
              <a:gd name="connsiteY92" fmla="*/ 1838451 h 2323145"/>
              <a:gd name="connsiteX93" fmla="*/ 6318182 w 11269336"/>
              <a:gd name="connsiteY93" fmla="*/ 1852975 h 2323145"/>
              <a:gd name="connsiteX94" fmla="*/ 6313084 w 11269336"/>
              <a:gd name="connsiteY94" fmla="*/ 1853561 h 2323145"/>
              <a:gd name="connsiteX95" fmla="*/ 6283816 w 11269336"/>
              <a:gd name="connsiteY95" fmla="*/ 1872148 h 2323145"/>
              <a:gd name="connsiteX96" fmla="*/ 6282550 w 11269336"/>
              <a:gd name="connsiteY96" fmla="*/ 1871392 h 2323145"/>
              <a:gd name="connsiteX97" fmla="*/ 6270527 w 11269336"/>
              <a:gd name="connsiteY97" fmla="*/ 1872208 h 2323145"/>
              <a:gd name="connsiteX98" fmla="*/ 6249518 w 11269336"/>
              <a:gd name="connsiteY98" fmla="*/ 1876079 h 2323145"/>
              <a:gd name="connsiteX99" fmla="*/ 6190386 w 11269336"/>
              <a:gd name="connsiteY99" fmla="*/ 1872478 h 2323145"/>
              <a:gd name="connsiteX100" fmla="*/ 6159777 w 11269336"/>
              <a:gd name="connsiteY100" fmla="*/ 1891745 h 2323145"/>
              <a:gd name="connsiteX101" fmla="*/ 6153131 w 11269336"/>
              <a:gd name="connsiteY101" fmla="*/ 1895079 h 2323145"/>
              <a:gd name="connsiteX102" fmla="*/ 6152798 w 11269336"/>
              <a:gd name="connsiteY102" fmla="*/ 1894920 h 2323145"/>
              <a:gd name="connsiteX103" fmla="*/ 6145388 w 11269336"/>
              <a:gd name="connsiteY103" fmla="*/ 1897990 h 2323145"/>
              <a:gd name="connsiteX104" fmla="*/ 6141014 w 11269336"/>
              <a:gd name="connsiteY104" fmla="*/ 1901155 h 2323145"/>
              <a:gd name="connsiteX105" fmla="*/ 6128122 w 11269336"/>
              <a:gd name="connsiteY105" fmla="*/ 1907623 h 2323145"/>
              <a:gd name="connsiteX106" fmla="*/ 6122351 w 11269336"/>
              <a:gd name="connsiteY106" fmla="*/ 1908359 h 2323145"/>
              <a:gd name="connsiteX107" fmla="*/ 6064750 w 11269336"/>
              <a:gd name="connsiteY107" fmla="*/ 1896394 h 2323145"/>
              <a:gd name="connsiteX108" fmla="*/ 5964230 w 11269336"/>
              <a:gd name="connsiteY108" fmla="*/ 1910038 h 2323145"/>
              <a:gd name="connsiteX109" fmla="*/ 5865399 w 11269336"/>
              <a:gd name="connsiteY109" fmla="*/ 1926966 h 2323145"/>
              <a:gd name="connsiteX110" fmla="*/ 5829951 w 11269336"/>
              <a:gd name="connsiteY110" fmla="*/ 1934755 h 2323145"/>
              <a:gd name="connsiteX111" fmla="*/ 5765285 w 11269336"/>
              <a:gd name="connsiteY111" fmla="*/ 1941322 h 2323145"/>
              <a:gd name="connsiteX112" fmla="*/ 5734750 w 11269336"/>
              <a:gd name="connsiteY112" fmla="*/ 1939793 h 2323145"/>
              <a:gd name="connsiteX113" fmla="*/ 5733569 w 11269336"/>
              <a:gd name="connsiteY113" fmla="*/ 1940505 h 2323145"/>
              <a:gd name="connsiteX114" fmla="*/ 5730329 w 11269336"/>
              <a:gd name="connsiteY114" fmla="*/ 1937845 h 2323145"/>
              <a:gd name="connsiteX115" fmla="*/ 5724661 w 11269336"/>
              <a:gd name="connsiteY115" fmla="*/ 1937455 h 2323145"/>
              <a:gd name="connsiteX116" fmla="*/ 5710186 w 11269336"/>
              <a:gd name="connsiteY116" fmla="*/ 1941370 h 2323145"/>
              <a:gd name="connsiteX117" fmla="*/ 5704910 w 11269336"/>
              <a:gd name="connsiteY117" fmla="*/ 1943663 h 2323145"/>
              <a:gd name="connsiteX118" fmla="*/ 5696836 w 11269336"/>
              <a:gd name="connsiteY118" fmla="*/ 1945271 h 2323145"/>
              <a:gd name="connsiteX119" fmla="*/ 5696583 w 11269336"/>
              <a:gd name="connsiteY119" fmla="*/ 1945050 h 2323145"/>
              <a:gd name="connsiteX120" fmla="*/ 5689123 w 11269336"/>
              <a:gd name="connsiteY120" fmla="*/ 1947067 h 2323145"/>
              <a:gd name="connsiteX121" fmla="*/ 5653291 w 11269336"/>
              <a:gd name="connsiteY121" fmla="*/ 1960245 h 2323145"/>
              <a:gd name="connsiteX122" fmla="*/ 5599385 w 11269336"/>
              <a:gd name="connsiteY122" fmla="*/ 1945198 h 2323145"/>
              <a:gd name="connsiteX123" fmla="*/ 5578300 w 11269336"/>
              <a:gd name="connsiteY123" fmla="*/ 1944963 h 2323145"/>
              <a:gd name="connsiteX124" fmla="*/ 5566758 w 11269336"/>
              <a:gd name="connsiteY124" fmla="*/ 1943441 h 2323145"/>
              <a:gd name="connsiteX125" fmla="*/ 5565857 w 11269336"/>
              <a:gd name="connsiteY125" fmla="*/ 1942445 h 2323145"/>
              <a:gd name="connsiteX126" fmla="*/ 5531534 w 11269336"/>
              <a:gd name="connsiteY126" fmla="*/ 1955208 h 2323145"/>
              <a:gd name="connsiteX127" fmla="*/ 5526552 w 11269336"/>
              <a:gd name="connsiteY127" fmla="*/ 1954799 h 2323145"/>
              <a:gd name="connsiteX128" fmla="*/ 5504723 w 11269336"/>
              <a:gd name="connsiteY128" fmla="*/ 1965811 h 2323145"/>
              <a:gd name="connsiteX129" fmla="*/ 5493156 w 11269336"/>
              <a:gd name="connsiteY129" fmla="*/ 1970063 h 2323145"/>
              <a:gd name="connsiteX130" fmla="*/ 5490486 w 11269336"/>
              <a:gd name="connsiteY130" fmla="*/ 1974227 h 2323145"/>
              <a:gd name="connsiteX131" fmla="*/ 5473107 w 11269336"/>
              <a:gd name="connsiteY131" fmla="*/ 1979001 h 2323145"/>
              <a:gd name="connsiteX132" fmla="*/ 5470885 w 11269336"/>
              <a:gd name="connsiteY132" fmla="*/ 1978432 h 2323145"/>
              <a:gd name="connsiteX133" fmla="*/ 5457393 w 11269336"/>
              <a:gd name="connsiteY133" fmla="*/ 1986525 h 2323145"/>
              <a:gd name="connsiteX134" fmla="*/ 5447102 w 11269336"/>
              <a:gd name="connsiteY134" fmla="*/ 1998329 h 2323145"/>
              <a:gd name="connsiteX135" fmla="*/ 5159151 w 11269336"/>
              <a:gd name="connsiteY135" fmla="*/ 2029640 h 2323145"/>
              <a:gd name="connsiteX136" fmla="*/ 5041688 w 11269336"/>
              <a:gd name="connsiteY136" fmla="*/ 2022334 h 2323145"/>
              <a:gd name="connsiteX137" fmla="*/ 4860988 w 11269336"/>
              <a:gd name="connsiteY137" fmla="*/ 2135698 h 2323145"/>
              <a:gd name="connsiteX138" fmla="*/ 4807902 w 11269336"/>
              <a:gd name="connsiteY138" fmla="*/ 2138894 h 2323145"/>
              <a:gd name="connsiteX139" fmla="*/ 4765388 w 11269336"/>
              <a:gd name="connsiteY139" fmla="*/ 2162525 h 2323145"/>
              <a:gd name="connsiteX140" fmla="*/ 4745033 w 11269336"/>
              <a:gd name="connsiteY140" fmla="*/ 2158859 h 2323145"/>
              <a:gd name="connsiteX141" fmla="*/ 4741475 w 11269336"/>
              <a:gd name="connsiteY141" fmla="*/ 2157998 h 2323145"/>
              <a:gd name="connsiteX142" fmla="*/ 4728247 w 11269336"/>
              <a:gd name="connsiteY142" fmla="*/ 2159526 h 2323145"/>
              <a:gd name="connsiteX143" fmla="*/ 4723263 w 11269336"/>
              <a:gd name="connsiteY143" fmla="*/ 2153742 h 2323145"/>
              <a:gd name="connsiteX144" fmla="*/ 4702453 w 11269336"/>
              <a:gd name="connsiteY144" fmla="*/ 2151586 h 2323145"/>
              <a:gd name="connsiteX145" fmla="*/ 4678455 w 11269336"/>
              <a:gd name="connsiteY145" fmla="*/ 2156131 h 2323145"/>
              <a:gd name="connsiteX146" fmla="*/ 4593061 w 11269336"/>
              <a:gd name="connsiteY146" fmla="*/ 2171597 h 2323145"/>
              <a:gd name="connsiteX147" fmla="*/ 4579902 w 11269336"/>
              <a:gd name="connsiteY147" fmla="*/ 2177927 h 2323145"/>
              <a:gd name="connsiteX148" fmla="*/ 4533444 w 11269336"/>
              <a:gd name="connsiteY148" fmla="*/ 2181200 h 2323145"/>
              <a:gd name="connsiteX149" fmla="*/ 4492832 w 11269336"/>
              <a:gd name="connsiteY149" fmla="*/ 2188033 h 2323145"/>
              <a:gd name="connsiteX150" fmla="*/ 4467257 w 11269336"/>
              <a:gd name="connsiteY150" fmla="*/ 2196121 h 2323145"/>
              <a:gd name="connsiteX151" fmla="*/ 4459937 w 11269336"/>
              <a:gd name="connsiteY151" fmla="*/ 2195182 h 2323145"/>
              <a:gd name="connsiteX152" fmla="*/ 4433312 w 11269336"/>
              <a:gd name="connsiteY152" fmla="*/ 2199004 h 2323145"/>
              <a:gd name="connsiteX153" fmla="*/ 4420601 w 11269336"/>
              <a:gd name="connsiteY153" fmla="*/ 2205158 h 2323145"/>
              <a:gd name="connsiteX154" fmla="*/ 4405765 w 11269336"/>
              <a:gd name="connsiteY154" fmla="*/ 2199902 h 2323145"/>
              <a:gd name="connsiteX155" fmla="*/ 4401354 w 11269336"/>
              <a:gd name="connsiteY155" fmla="*/ 2194745 h 2323145"/>
              <a:gd name="connsiteX156" fmla="*/ 4383151 w 11269336"/>
              <a:gd name="connsiteY156" fmla="*/ 2201140 h 2323145"/>
              <a:gd name="connsiteX157" fmla="*/ 4366646 w 11269336"/>
              <a:gd name="connsiteY157" fmla="*/ 2198564 h 2323145"/>
              <a:gd name="connsiteX158" fmla="*/ 4354009 w 11269336"/>
              <a:gd name="connsiteY158" fmla="*/ 2204984 h 2323145"/>
              <a:gd name="connsiteX159" fmla="*/ 4348284 w 11269336"/>
              <a:gd name="connsiteY159" fmla="*/ 2205270 h 2323145"/>
              <a:gd name="connsiteX160" fmla="*/ 4333906 w 11269336"/>
              <a:gd name="connsiteY160" fmla="*/ 2205251 h 2323145"/>
              <a:gd name="connsiteX161" fmla="*/ 4308819 w 11269336"/>
              <a:gd name="connsiteY161" fmla="*/ 2203822 h 2323145"/>
              <a:gd name="connsiteX162" fmla="*/ 4301210 w 11269336"/>
              <a:gd name="connsiteY162" fmla="*/ 2204456 h 2323145"/>
              <a:gd name="connsiteX163" fmla="*/ 4283095 w 11269336"/>
              <a:gd name="connsiteY163" fmla="*/ 2198177 h 2323145"/>
              <a:gd name="connsiteX164" fmla="*/ 4250119 w 11269336"/>
              <a:gd name="connsiteY164" fmla="*/ 2196342 h 2323145"/>
              <a:gd name="connsiteX165" fmla="*/ 4189203 w 11269336"/>
              <a:gd name="connsiteY165" fmla="*/ 2178994 h 2323145"/>
              <a:gd name="connsiteX166" fmla="*/ 4154035 w 11269336"/>
              <a:gd name="connsiteY166" fmla="*/ 2171950 h 2323145"/>
              <a:gd name="connsiteX167" fmla="*/ 4129569 w 11269336"/>
              <a:gd name="connsiteY167" fmla="*/ 2163850 h 2323145"/>
              <a:gd name="connsiteX168" fmla="*/ 4061250 w 11269336"/>
              <a:gd name="connsiteY168" fmla="*/ 2159236 h 2323145"/>
              <a:gd name="connsiteX169" fmla="*/ 3945480 w 11269336"/>
              <a:gd name="connsiteY169" fmla="*/ 2158279 h 2323145"/>
              <a:gd name="connsiteX170" fmla="*/ 3921468 w 11269336"/>
              <a:gd name="connsiteY170" fmla="*/ 2156588 h 2323145"/>
              <a:gd name="connsiteX171" fmla="*/ 3903348 w 11269336"/>
              <a:gd name="connsiteY171" fmla="*/ 2149220 h 2323145"/>
              <a:gd name="connsiteX172" fmla="*/ 3901342 w 11269336"/>
              <a:gd name="connsiteY172" fmla="*/ 2142355 h 2323145"/>
              <a:gd name="connsiteX173" fmla="*/ 3888539 w 11269336"/>
              <a:gd name="connsiteY173" fmla="*/ 2140476 h 2323145"/>
              <a:gd name="connsiteX174" fmla="*/ 3885662 w 11269336"/>
              <a:gd name="connsiteY174" fmla="*/ 2138740 h 2323145"/>
              <a:gd name="connsiteX175" fmla="*/ 3868627 w 11269336"/>
              <a:gd name="connsiteY175" fmla="*/ 2130023 h 2323145"/>
              <a:gd name="connsiteX176" fmla="*/ 3819177 w 11269336"/>
              <a:gd name="connsiteY176" fmla="*/ 2142111 h 2323145"/>
              <a:gd name="connsiteX177" fmla="*/ 3769100 w 11269336"/>
              <a:gd name="connsiteY177" fmla="*/ 2131731 h 2323145"/>
              <a:gd name="connsiteX178" fmla="*/ 3562752 w 11269336"/>
              <a:gd name="connsiteY178" fmla="*/ 2131785 h 2323145"/>
              <a:gd name="connsiteX179" fmla="*/ 3541402 w 11269336"/>
              <a:gd name="connsiteY179" fmla="*/ 2106821 h 2323145"/>
              <a:gd name="connsiteX180" fmla="*/ 3365341 w 11269336"/>
              <a:gd name="connsiteY180" fmla="*/ 2077638 h 2323145"/>
              <a:gd name="connsiteX181" fmla="*/ 3170922 w 11269336"/>
              <a:gd name="connsiteY181" fmla="*/ 2115957 h 2323145"/>
              <a:gd name="connsiteX182" fmla="*/ 3156256 w 11269336"/>
              <a:gd name="connsiteY182" fmla="*/ 2124773 h 2323145"/>
              <a:gd name="connsiteX183" fmla="*/ 3140298 w 11269336"/>
              <a:gd name="connsiteY183" fmla="*/ 2129182 h 2323145"/>
              <a:gd name="connsiteX184" fmla="*/ 3138514 w 11269336"/>
              <a:gd name="connsiteY184" fmla="*/ 2128069 h 2323145"/>
              <a:gd name="connsiteX185" fmla="*/ 3120467 w 11269336"/>
              <a:gd name="connsiteY185" fmla="*/ 2128281 h 2323145"/>
              <a:gd name="connsiteX186" fmla="*/ 3116175 w 11269336"/>
              <a:gd name="connsiteY186" fmla="*/ 2131633 h 2323145"/>
              <a:gd name="connsiteX187" fmla="*/ 3103685 w 11269336"/>
              <a:gd name="connsiteY187" fmla="*/ 2132814 h 2323145"/>
              <a:gd name="connsiteX188" fmla="*/ 3078794 w 11269336"/>
              <a:gd name="connsiteY188" fmla="*/ 2137935 h 2323145"/>
              <a:gd name="connsiteX189" fmla="*/ 3074407 w 11269336"/>
              <a:gd name="connsiteY189" fmla="*/ 2136274 h 2323145"/>
              <a:gd name="connsiteX190" fmla="*/ 3037285 w 11269336"/>
              <a:gd name="connsiteY190" fmla="*/ 2139919 h 2323145"/>
              <a:gd name="connsiteX191" fmla="*/ 3036901 w 11269336"/>
              <a:gd name="connsiteY191" fmla="*/ 2138726 h 2323145"/>
              <a:gd name="connsiteX192" fmla="*/ 3026996 w 11269336"/>
              <a:gd name="connsiteY192" fmla="*/ 2134322 h 2323145"/>
              <a:gd name="connsiteX193" fmla="*/ 3007772 w 11269336"/>
              <a:gd name="connsiteY193" fmla="*/ 2128742 h 2323145"/>
              <a:gd name="connsiteX194" fmla="*/ 2965030 w 11269336"/>
              <a:gd name="connsiteY194" fmla="*/ 2100494 h 2323145"/>
              <a:gd name="connsiteX195" fmla="*/ 2926342 w 11269336"/>
              <a:gd name="connsiteY195" fmla="*/ 2104155 h 2323145"/>
              <a:gd name="connsiteX196" fmla="*/ 2918608 w 11269336"/>
              <a:gd name="connsiteY196" fmla="*/ 2104215 h 2323145"/>
              <a:gd name="connsiteX197" fmla="*/ 2918475 w 11269336"/>
              <a:gd name="connsiteY197" fmla="*/ 2103937 h 2323145"/>
              <a:gd name="connsiteX198" fmla="*/ 2910360 w 11269336"/>
              <a:gd name="connsiteY198" fmla="*/ 2103444 h 2323145"/>
              <a:gd name="connsiteX199" fmla="*/ 2904507 w 11269336"/>
              <a:gd name="connsiteY199" fmla="*/ 2104326 h 2323145"/>
              <a:gd name="connsiteX200" fmla="*/ 2889503 w 11269336"/>
              <a:gd name="connsiteY200" fmla="*/ 2104443 h 2323145"/>
              <a:gd name="connsiteX201" fmla="*/ 2884480 w 11269336"/>
              <a:gd name="connsiteY201" fmla="*/ 2102626 h 2323145"/>
              <a:gd name="connsiteX202" fmla="*/ 2882689 w 11269336"/>
              <a:gd name="connsiteY202" fmla="*/ 2099228 h 2323145"/>
              <a:gd name="connsiteX203" fmla="*/ 2881291 w 11269336"/>
              <a:gd name="connsiteY203" fmla="*/ 2099618 h 2323145"/>
              <a:gd name="connsiteX204" fmla="*/ 2853979 w 11269336"/>
              <a:gd name="connsiteY204" fmla="*/ 2090388 h 2323145"/>
              <a:gd name="connsiteX205" fmla="*/ 2791790 w 11269336"/>
              <a:gd name="connsiteY205" fmla="*/ 2080332 h 2323145"/>
              <a:gd name="connsiteX206" fmla="*/ 2755844 w 11269336"/>
              <a:gd name="connsiteY206" fmla="*/ 2078874 h 2323145"/>
              <a:gd name="connsiteX207" fmla="*/ 2657742 w 11269336"/>
              <a:gd name="connsiteY207" fmla="*/ 2070179 h 2323145"/>
              <a:gd name="connsiteX208" fmla="*/ 2559549 w 11269336"/>
              <a:gd name="connsiteY208" fmla="*/ 2057873 h 2323145"/>
              <a:gd name="connsiteX209" fmla="*/ 2512054 w 11269336"/>
              <a:gd name="connsiteY209" fmla="*/ 2031671 h 2323145"/>
              <a:gd name="connsiteX210" fmla="*/ 2506437 w 11269336"/>
              <a:gd name="connsiteY210" fmla="*/ 2030918 h 2323145"/>
              <a:gd name="connsiteX211" fmla="*/ 2491752 w 11269336"/>
              <a:gd name="connsiteY211" fmla="*/ 2033906 h 2323145"/>
              <a:gd name="connsiteX212" fmla="*/ 2486338 w 11269336"/>
              <a:gd name="connsiteY212" fmla="*/ 2035862 h 2323145"/>
              <a:gd name="connsiteX213" fmla="*/ 2478186 w 11269336"/>
              <a:gd name="connsiteY213" fmla="*/ 2036953 h 2323145"/>
              <a:gd name="connsiteX214" fmla="*/ 2477950 w 11269336"/>
              <a:gd name="connsiteY214" fmla="*/ 2036715 h 2323145"/>
              <a:gd name="connsiteX215" fmla="*/ 2470381 w 11269336"/>
              <a:gd name="connsiteY215" fmla="*/ 2038256 h 2323145"/>
              <a:gd name="connsiteX216" fmla="*/ 2433781 w 11269336"/>
              <a:gd name="connsiteY216" fmla="*/ 2049140 h 2323145"/>
              <a:gd name="connsiteX217" fmla="*/ 2381172 w 11269336"/>
              <a:gd name="connsiteY217" fmla="*/ 2030645 h 2323145"/>
              <a:gd name="connsiteX218" fmla="*/ 2360198 w 11269336"/>
              <a:gd name="connsiteY218" fmla="*/ 2029059 h 2323145"/>
              <a:gd name="connsiteX219" fmla="*/ 2348815 w 11269336"/>
              <a:gd name="connsiteY219" fmla="*/ 2026798 h 2323145"/>
              <a:gd name="connsiteX220" fmla="*/ 2347988 w 11269336"/>
              <a:gd name="connsiteY220" fmla="*/ 2025745 h 2323145"/>
              <a:gd name="connsiteX221" fmla="*/ 2312920 w 11269336"/>
              <a:gd name="connsiteY221" fmla="*/ 2036311 h 2323145"/>
              <a:gd name="connsiteX222" fmla="*/ 2307986 w 11269336"/>
              <a:gd name="connsiteY222" fmla="*/ 2035583 h 2323145"/>
              <a:gd name="connsiteX223" fmla="*/ 2285481 w 11269336"/>
              <a:gd name="connsiteY223" fmla="*/ 2045197 h 2323145"/>
              <a:gd name="connsiteX224" fmla="*/ 2273666 w 11269336"/>
              <a:gd name="connsiteY224" fmla="*/ 2048710 h 2323145"/>
              <a:gd name="connsiteX225" fmla="*/ 2270719 w 11269336"/>
              <a:gd name="connsiteY225" fmla="*/ 2052702 h 2323145"/>
              <a:gd name="connsiteX226" fmla="*/ 2253080 w 11269336"/>
              <a:gd name="connsiteY226" fmla="*/ 2056363 h 2323145"/>
              <a:gd name="connsiteX227" fmla="*/ 2250906 w 11269336"/>
              <a:gd name="connsiteY227" fmla="*/ 2055654 h 2323145"/>
              <a:gd name="connsiteX228" fmla="*/ 2236905 w 11269336"/>
              <a:gd name="connsiteY228" fmla="*/ 2062882 h 2323145"/>
              <a:gd name="connsiteX229" fmla="*/ 2225830 w 11269336"/>
              <a:gd name="connsiteY229" fmla="*/ 2074027 h 2323145"/>
              <a:gd name="connsiteX230" fmla="*/ 2073776 w 11269336"/>
              <a:gd name="connsiteY230" fmla="*/ 2089244 h 2323145"/>
              <a:gd name="connsiteX231" fmla="*/ 1948256 w 11269336"/>
              <a:gd name="connsiteY231" fmla="*/ 2146616 h 2323145"/>
              <a:gd name="connsiteX232" fmla="*/ 1865582 w 11269336"/>
              <a:gd name="connsiteY232" fmla="*/ 2153738 h 2323145"/>
              <a:gd name="connsiteX233" fmla="*/ 1835210 w 11269336"/>
              <a:gd name="connsiteY233" fmla="*/ 2134244 h 2323145"/>
              <a:gd name="connsiteX234" fmla="*/ 1632661 w 11269336"/>
              <a:gd name="connsiteY234" fmla="*/ 2173882 h 2323145"/>
              <a:gd name="connsiteX235" fmla="*/ 1579590 w 11269336"/>
              <a:gd name="connsiteY235" fmla="*/ 2173680 h 2323145"/>
              <a:gd name="connsiteX236" fmla="*/ 1535601 w 11269336"/>
              <a:gd name="connsiteY236" fmla="*/ 2194590 h 2323145"/>
              <a:gd name="connsiteX237" fmla="*/ 1515594 w 11269336"/>
              <a:gd name="connsiteY237" fmla="*/ 2189622 h 2323145"/>
              <a:gd name="connsiteX238" fmla="*/ 1512113 w 11269336"/>
              <a:gd name="connsiteY238" fmla="*/ 2188534 h 2323145"/>
              <a:gd name="connsiteX239" fmla="*/ 1498838 w 11269336"/>
              <a:gd name="connsiteY239" fmla="*/ 2189213 h 2323145"/>
              <a:gd name="connsiteX240" fmla="*/ 1494279 w 11269336"/>
              <a:gd name="connsiteY240" fmla="*/ 2183112 h 2323145"/>
              <a:gd name="connsiteX241" fmla="*/ 1473714 w 11269336"/>
              <a:gd name="connsiteY241" fmla="*/ 2179625 h 2323145"/>
              <a:gd name="connsiteX242" fmla="*/ 1449503 w 11269336"/>
              <a:gd name="connsiteY242" fmla="*/ 2182633 h 2323145"/>
              <a:gd name="connsiteX243" fmla="*/ 1266687 w 11269336"/>
              <a:gd name="connsiteY243" fmla="*/ 2212688 h 2323145"/>
              <a:gd name="connsiteX244" fmla="*/ 1239614 w 11269336"/>
              <a:gd name="connsiteY244" fmla="*/ 2209727 h 2323145"/>
              <a:gd name="connsiteX245" fmla="*/ 1202436 w 11269336"/>
              <a:gd name="connsiteY245" fmla="*/ 2209817 h 2323145"/>
              <a:gd name="connsiteX246" fmla="*/ 1136097 w 11269336"/>
              <a:gd name="connsiteY246" fmla="*/ 2205112 h 2323145"/>
              <a:gd name="connsiteX247" fmla="*/ 988232 w 11269336"/>
              <a:gd name="connsiteY247" fmla="*/ 2235635 h 2323145"/>
              <a:gd name="connsiteX248" fmla="*/ 981959 w 11269336"/>
              <a:gd name="connsiteY248" fmla="*/ 2231607 h 2323145"/>
              <a:gd name="connsiteX249" fmla="*/ 938600 w 11269336"/>
              <a:gd name="connsiteY249" fmla="*/ 2238113 h 2323145"/>
              <a:gd name="connsiteX250" fmla="*/ 791788 w 11269336"/>
              <a:gd name="connsiteY250" fmla="*/ 2293224 h 2323145"/>
              <a:gd name="connsiteX251" fmla="*/ 706914 w 11269336"/>
              <a:gd name="connsiteY251" fmla="*/ 2305046 h 2323145"/>
              <a:gd name="connsiteX252" fmla="*/ 675971 w 11269336"/>
              <a:gd name="connsiteY252" fmla="*/ 2304030 h 2323145"/>
              <a:gd name="connsiteX253" fmla="*/ 624180 w 11269336"/>
              <a:gd name="connsiteY253" fmla="*/ 2302650 h 2323145"/>
              <a:gd name="connsiteX254" fmla="*/ 583453 w 11269336"/>
              <a:gd name="connsiteY254" fmla="*/ 2288788 h 2323145"/>
              <a:gd name="connsiteX255" fmla="*/ 540946 w 11269336"/>
              <a:gd name="connsiteY255" fmla="*/ 2292721 h 2323145"/>
              <a:gd name="connsiteX256" fmla="*/ 533680 w 11269336"/>
              <a:gd name="connsiteY256" fmla="*/ 2310233 h 2323145"/>
              <a:gd name="connsiteX257" fmla="*/ 487366 w 11269336"/>
              <a:gd name="connsiteY257" fmla="*/ 2309053 h 2323145"/>
              <a:gd name="connsiteX258" fmla="*/ 416820 w 11269336"/>
              <a:gd name="connsiteY258" fmla="*/ 2305443 h 2323145"/>
              <a:gd name="connsiteX259" fmla="*/ 376805 w 11269336"/>
              <a:gd name="connsiteY259" fmla="*/ 2307647 h 2323145"/>
              <a:gd name="connsiteX260" fmla="*/ 266777 w 11269336"/>
              <a:gd name="connsiteY260" fmla="*/ 2309012 h 2323145"/>
              <a:gd name="connsiteX261" fmla="*/ 156013 w 11269336"/>
              <a:gd name="connsiteY261" fmla="*/ 2306832 h 2323145"/>
              <a:gd name="connsiteX262" fmla="*/ 87258 w 11269336"/>
              <a:gd name="connsiteY262" fmla="*/ 2285511 h 2323145"/>
              <a:gd name="connsiteX263" fmla="*/ 23798 w 11269336"/>
              <a:gd name="connsiteY263" fmla="*/ 2281822 h 2323145"/>
              <a:gd name="connsiteX264" fmla="*/ 0 w 11269336"/>
              <a:gd name="connsiteY264" fmla="*/ 2285369 h 2323145"/>
              <a:gd name="connsiteX265" fmla="*/ 0 w 11269336"/>
              <a:gd name="connsiteY265"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380600 w 11269336"/>
              <a:gd name="connsiteY19" fmla="*/ 549821 h 2323145"/>
              <a:gd name="connsiteX20" fmla="*/ 9263254 w 11269336"/>
              <a:gd name="connsiteY20" fmla="*/ 645662 h 2323145"/>
              <a:gd name="connsiteX21" fmla="*/ 9162278 w 11269336"/>
              <a:gd name="connsiteY21" fmla="*/ 704724 h 2323145"/>
              <a:gd name="connsiteX22" fmla="*/ 8977138 w 11269336"/>
              <a:gd name="connsiteY22" fmla="*/ 774970 h 2323145"/>
              <a:gd name="connsiteX23" fmla="*/ 8947030 w 11269336"/>
              <a:gd name="connsiteY23" fmla="*/ 814934 h 2323145"/>
              <a:gd name="connsiteX24" fmla="*/ 8914746 w 11269336"/>
              <a:gd name="connsiteY24" fmla="*/ 826428 h 2323145"/>
              <a:gd name="connsiteX25" fmla="*/ 8917778 w 11269336"/>
              <a:gd name="connsiteY25" fmla="*/ 835198 h 2323145"/>
              <a:gd name="connsiteX26" fmla="*/ 8905560 w 11269336"/>
              <a:gd name="connsiteY26" fmla="*/ 838358 h 2323145"/>
              <a:gd name="connsiteX27" fmla="*/ 8897564 w 11269336"/>
              <a:gd name="connsiteY27" fmla="*/ 834287 h 2323145"/>
              <a:gd name="connsiteX28" fmla="*/ 8878040 w 11269336"/>
              <a:gd name="connsiteY28" fmla="*/ 844150 h 2323145"/>
              <a:gd name="connsiteX29" fmla="*/ 8882654 w 11269336"/>
              <a:gd name="connsiteY29" fmla="*/ 892768 h 2323145"/>
              <a:gd name="connsiteX30" fmla="*/ 8795998 w 11269336"/>
              <a:gd name="connsiteY30" fmla="*/ 863337 h 2323145"/>
              <a:gd name="connsiteX31" fmla="*/ 8776970 w 11269336"/>
              <a:gd name="connsiteY31" fmla="*/ 885177 h 2323145"/>
              <a:gd name="connsiteX32" fmla="*/ 8755719 w 11269336"/>
              <a:gd name="connsiteY32" fmla="*/ 889754 h 2323145"/>
              <a:gd name="connsiteX33" fmla="*/ 8743257 w 11269336"/>
              <a:gd name="connsiteY33" fmla="*/ 904723 h 2323145"/>
              <a:gd name="connsiteX34" fmla="*/ 8721366 w 11269336"/>
              <a:gd name="connsiteY34" fmla="*/ 904711 h 2323145"/>
              <a:gd name="connsiteX35" fmla="*/ 8678353 w 11269336"/>
              <a:gd name="connsiteY35" fmla="*/ 926318 h 2323145"/>
              <a:gd name="connsiteX36" fmla="*/ 8636849 w 11269336"/>
              <a:gd name="connsiteY36" fmla="*/ 937900 h 2323145"/>
              <a:gd name="connsiteX37" fmla="*/ 8620213 w 11269336"/>
              <a:gd name="connsiteY37" fmla="*/ 943068 h 2323145"/>
              <a:gd name="connsiteX38" fmla="*/ 8612581 w 11269336"/>
              <a:gd name="connsiteY38" fmla="*/ 952695 h 2323145"/>
              <a:gd name="connsiteX39" fmla="*/ 8589038 w 11269336"/>
              <a:gd name="connsiteY39" fmla="*/ 963892 h 2323145"/>
              <a:gd name="connsiteX40" fmla="*/ 8579950 w 11269336"/>
              <a:gd name="connsiteY40" fmla="*/ 960899 h 2323145"/>
              <a:gd name="connsiteX41" fmla="*/ 8579319 w 11269336"/>
              <a:gd name="connsiteY41" fmla="*/ 965630 h 2323145"/>
              <a:gd name="connsiteX42" fmla="*/ 8547429 w 11269336"/>
              <a:gd name="connsiteY42" fmla="*/ 984506 h 2323145"/>
              <a:gd name="connsiteX43" fmla="*/ 8478704 w 11269336"/>
              <a:gd name="connsiteY43" fmla="*/ 1025490 h 2323145"/>
              <a:gd name="connsiteX44" fmla="*/ 8461421 w 11269336"/>
              <a:gd name="connsiteY44" fmla="*/ 1035512 h 2323145"/>
              <a:gd name="connsiteX45" fmla="*/ 8445003 w 11269336"/>
              <a:gd name="connsiteY45" fmla="*/ 1036851 h 2323145"/>
              <a:gd name="connsiteX46" fmla="*/ 8357350 w 11269336"/>
              <a:gd name="connsiteY46" fmla="*/ 1060213 h 2323145"/>
              <a:gd name="connsiteX47" fmla="*/ 8335565 w 11269336"/>
              <a:gd name="connsiteY47" fmla="*/ 1061151 h 2323145"/>
              <a:gd name="connsiteX48" fmla="*/ 8325267 w 11269336"/>
              <a:gd name="connsiteY48" fmla="*/ 1055919 h 2323145"/>
              <a:gd name="connsiteX49" fmla="*/ 8293586 w 11269336"/>
              <a:gd name="connsiteY49" fmla="*/ 1076144 h 2323145"/>
              <a:gd name="connsiteX50" fmla="*/ 8242405 w 11269336"/>
              <a:gd name="connsiteY50" fmla="*/ 1095960 h 2323145"/>
              <a:gd name="connsiteX51" fmla="*/ 8197391 w 11269336"/>
              <a:gd name="connsiteY51" fmla="*/ 1107746 h 2323145"/>
              <a:gd name="connsiteX52" fmla="*/ 8081474 w 11269336"/>
              <a:gd name="connsiteY52" fmla="*/ 1130125 h 2323145"/>
              <a:gd name="connsiteX53" fmla="*/ 8053585 w 11269336"/>
              <a:gd name="connsiteY53" fmla="*/ 1129169 h 2323145"/>
              <a:gd name="connsiteX54" fmla="*/ 8038422 w 11269336"/>
              <a:gd name="connsiteY54" fmla="*/ 1119092 h 2323145"/>
              <a:gd name="connsiteX55" fmla="*/ 8029450 w 11269336"/>
              <a:gd name="connsiteY55" fmla="*/ 1125592 h 2323145"/>
              <a:gd name="connsiteX56" fmla="*/ 7959552 w 11269336"/>
              <a:gd name="connsiteY56" fmla="*/ 1140188 h 2323145"/>
              <a:gd name="connsiteX57" fmla="*/ 7914188 w 11269336"/>
              <a:gd name="connsiteY57" fmla="*/ 1150862 h 2323145"/>
              <a:gd name="connsiteX58" fmla="*/ 7914918 w 11269336"/>
              <a:gd name="connsiteY58" fmla="*/ 1168758 h 2323145"/>
              <a:gd name="connsiteX59" fmla="*/ 7875510 w 11269336"/>
              <a:gd name="connsiteY59" fmla="*/ 1183153 h 2323145"/>
              <a:gd name="connsiteX60" fmla="*/ 7829932 w 11269336"/>
              <a:gd name="connsiteY60" fmla="*/ 1180782 h 2323145"/>
              <a:gd name="connsiteX61" fmla="*/ 7779182 w 11269336"/>
              <a:gd name="connsiteY61" fmla="*/ 1192665 h 2323145"/>
              <a:gd name="connsiteX62" fmla="*/ 7748774 w 11269336"/>
              <a:gd name="connsiteY62" fmla="*/ 1199586 h 2323145"/>
              <a:gd name="connsiteX63" fmla="*/ 7671846 w 11269336"/>
              <a:gd name="connsiteY63" fmla="*/ 1231966 h 2323145"/>
              <a:gd name="connsiteX64" fmla="*/ 7554146 w 11269336"/>
              <a:gd name="connsiteY64" fmla="*/ 1319748 h 2323145"/>
              <a:gd name="connsiteX65" fmla="*/ 7515052 w 11269336"/>
              <a:gd name="connsiteY65" fmla="*/ 1336718 h 2323145"/>
              <a:gd name="connsiteX66" fmla="*/ 7507193 w 11269336"/>
              <a:gd name="connsiteY66" fmla="*/ 1334617 h 2323145"/>
              <a:gd name="connsiteX67" fmla="*/ 7461694 w 11269336"/>
              <a:gd name="connsiteY67" fmla="*/ 1375866 h 2323145"/>
              <a:gd name="connsiteX68" fmla="*/ 7377571 w 11269336"/>
              <a:gd name="connsiteY68" fmla="*/ 1400128 h 2323145"/>
              <a:gd name="connsiteX69" fmla="*/ 7311261 w 11269336"/>
              <a:gd name="connsiteY69" fmla="*/ 1412652 h 2323145"/>
              <a:gd name="connsiteX70" fmla="*/ 7275307 w 11269336"/>
              <a:gd name="connsiteY70" fmla="*/ 1422171 h 2323145"/>
              <a:gd name="connsiteX71" fmla="*/ 7247783 w 11269336"/>
              <a:gd name="connsiteY71" fmla="*/ 1426330 h 2323145"/>
              <a:gd name="connsiteX72" fmla="*/ 7185047 w 11269336"/>
              <a:gd name="connsiteY72" fmla="*/ 1451812 h 2323145"/>
              <a:gd name="connsiteX73" fmla="*/ 7084117 w 11269336"/>
              <a:gd name="connsiteY73" fmla="*/ 1500281 h 2323145"/>
              <a:gd name="connsiteX74" fmla="*/ 7062011 w 11269336"/>
              <a:gd name="connsiteY74" fmla="*/ 1509183 h 2323145"/>
              <a:gd name="connsiteX75" fmla="*/ 7040555 w 11269336"/>
              <a:gd name="connsiteY75" fmla="*/ 1511207 h 2323145"/>
              <a:gd name="connsiteX76" fmla="*/ 7033438 w 11269336"/>
              <a:gd name="connsiteY76" fmla="*/ 1506772 h 2323145"/>
              <a:gd name="connsiteX77" fmla="*/ 7020886 w 11269336"/>
              <a:gd name="connsiteY77" fmla="*/ 1510764 h 2323145"/>
              <a:gd name="connsiteX78" fmla="*/ 7017033 w 11269336"/>
              <a:gd name="connsiteY78" fmla="*/ 1510650 h 2323145"/>
              <a:gd name="connsiteX79" fmla="*/ 6995460 w 11269336"/>
              <a:gd name="connsiteY79" fmla="*/ 1511173 h 2323145"/>
              <a:gd name="connsiteX80" fmla="*/ 6962144 w 11269336"/>
              <a:gd name="connsiteY80" fmla="*/ 1541508 h 2323145"/>
              <a:gd name="connsiteX81" fmla="*/ 6910674 w 11269336"/>
              <a:gd name="connsiteY81" fmla="*/ 1554793 h 2323145"/>
              <a:gd name="connsiteX82" fmla="*/ 6732152 w 11269336"/>
              <a:gd name="connsiteY82" fmla="*/ 1642538 h 2323145"/>
              <a:gd name="connsiteX83" fmla="*/ 6694106 w 11269336"/>
              <a:gd name="connsiteY83" fmla="*/ 1632377 h 2323145"/>
              <a:gd name="connsiteX84" fmla="*/ 6617223 w 11269336"/>
              <a:gd name="connsiteY84" fmla="*/ 1659889 h 2323145"/>
              <a:gd name="connsiteX85" fmla="*/ 6521138 w 11269336"/>
              <a:gd name="connsiteY85" fmla="*/ 1744340 h 2323145"/>
              <a:gd name="connsiteX86" fmla="*/ 6380677 w 11269336"/>
              <a:gd name="connsiteY86" fmla="*/ 1796883 h 2323145"/>
              <a:gd name="connsiteX87" fmla="*/ 6374897 w 11269336"/>
              <a:gd name="connsiteY87" fmla="*/ 1809910 h 2323145"/>
              <a:gd name="connsiteX88" fmla="*/ 6364545 w 11269336"/>
              <a:gd name="connsiteY88" fmla="*/ 1820090 h 2323145"/>
              <a:gd name="connsiteX89" fmla="*/ 6362126 w 11269336"/>
              <a:gd name="connsiteY89" fmla="*/ 1819991 h 2323145"/>
              <a:gd name="connsiteX90" fmla="*/ 6346673 w 11269336"/>
              <a:gd name="connsiteY90" fmla="*/ 1827824 h 2323145"/>
              <a:gd name="connsiteX91" fmla="*/ 6345588 w 11269336"/>
              <a:gd name="connsiteY91" fmla="*/ 1832232 h 2323145"/>
              <a:gd name="connsiteX92" fmla="*/ 6335708 w 11269336"/>
              <a:gd name="connsiteY92" fmla="*/ 1838451 h 2323145"/>
              <a:gd name="connsiteX93" fmla="*/ 6318182 w 11269336"/>
              <a:gd name="connsiteY93" fmla="*/ 1852975 h 2323145"/>
              <a:gd name="connsiteX94" fmla="*/ 6313084 w 11269336"/>
              <a:gd name="connsiteY94" fmla="*/ 1853561 h 2323145"/>
              <a:gd name="connsiteX95" fmla="*/ 6283816 w 11269336"/>
              <a:gd name="connsiteY95" fmla="*/ 1872148 h 2323145"/>
              <a:gd name="connsiteX96" fmla="*/ 6282550 w 11269336"/>
              <a:gd name="connsiteY96" fmla="*/ 1871392 h 2323145"/>
              <a:gd name="connsiteX97" fmla="*/ 6270527 w 11269336"/>
              <a:gd name="connsiteY97" fmla="*/ 1872208 h 2323145"/>
              <a:gd name="connsiteX98" fmla="*/ 6249518 w 11269336"/>
              <a:gd name="connsiteY98" fmla="*/ 1876079 h 2323145"/>
              <a:gd name="connsiteX99" fmla="*/ 6190386 w 11269336"/>
              <a:gd name="connsiteY99" fmla="*/ 1872478 h 2323145"/>
              <a:gd name="connsiteX100" fmla="*/ 6159777 w 11269336"/>
              <a:gd name="connsiteY100" fmla="*/ 1891745 h 2323145"/>
              <a:gd name="connsiteX101" fmla="*/ 6153131 w 11269336"/>
              <a:gd name="connsiteY101" fmla="*/ 1895079 h 2323145"/>
              <a:gd name="connsiteX102" fmla="*/ 6152798 w 11269336"/>
              <a:gd name="connsiteY102" fmla="*/ 1894920 h 2323145"/>
              <a:gd name="connsiteX103" fmla="*/ 6145388 w 11269336"/>
              <a:gd name="connsiteY103" fmla="*/ 1897990 h 2323145"/>
              <a:gd name="connsiteX104" fmla="*/ 6141014 w 11269336"/>
              <a:gd name="connsiteY104" fmla="*/ 1901155 h 2323145"/>
              <a:gd name="connsiteX105" fmla="*/ 6128122 w 11269336"/>
              <a:gd name="connsiteY105" fmla="*/ 1907623 h 2323145"/>
              <a:gd name="connsiteX106" fmla="*/ 6122351 w 11269336"/>
              <a:gd name="connsiteY106" fmla="*/ 1908359 h 2323145"/>
              <a:gd name="connsiteX107" fmla="*/ 6064750 w 11269336"/>
              <a:gd name="connsiteY107" fmla="*/ 1896394 h 2323145"/>
              <a:gd name="connsiteX108" fmla="*/ 5964230 w 11269336"/>
              <a:gd name="connsiteY108" fmla="*/ 1910038 h 2323145"/>
              <a:gd name="connsiteX109" fmla="*/ 5865399 w 11269336"/>
              <a:gd name="connsiteY109" fmla="*/ 1926966 h 2323145"/>
              <a:gd name="connsiteX110" fmla="*/ 5829951 w 11269336"/>
              <a:gd name="connsiteY110" fmla="*/ 1934755 h 2323145"/>
              <a:gd name="connsiteX111" fmla="*/ 5765285 w 11269336"/>
              <a:gd name="connsiteY111" fmla="*/ 1941322 h 2323145"/>
              <a:gd name="connsiteX112" fmla="*/ 5734750 w 11269336"/>
              <a:gd name="connsiteY112" fmla="*/ 1939793 h 2323145"/>
              <a:gd name="connsiteX113" fmla="*/ 5733569 w 11269336"/>
              <a:gd name="connsiteY113" fmla="*/ 1940505 h 2323145"/>
              <a:gd name="connsiteX114" fmla="*/ 5730329 w 11269336"/>
              <a:gd name="connsiteY114" fmla="*/ 1937845 h 2323145"/>
              <a:gd name="connsiteX115" fmla="*/ 5724661 w 11269336"/>
              <a:gd name="connsiteY115" fmla="*/ 1937455 h 2323145"/>
              <a:gd name="connsiteX116" fmla="*/ 5710186 w 11269336"/>
              <a:gd name="connsiteY116" fmla="*/ 1941370 h 2323145"/>
              <a:gd name="connsiteX117" fmla="*/ 5704910 w 11269336"/>
              <a:gd name="connsiteY117" fmla="*/ 1943663 h 2323145"/>
              <a:gd name="connsiteX118" fmla="*/ 5696836 w 11269336"/>
              <a:gd name="connsiteY118" fmla="*/ 1945271 h 2323145"/>
              <a:gd name="connsiteX119" fmla="*/ 5696583 w 11269336"/>
              <a:gd name="connsiteY119" fmla="*/ 1945050 h 2323145"/>
              <a:gd name="connsiteX120" fmla="*/ 5689123 w 11269336"/>
              <a:gd name="connsiteY120" fmla="*/ 1947067 h 2323145"/>
              <a:gd name="connsiteX121" fmla="*/ 5653291 w 11269336"/>
              <a:gd name="connsiteY121" fmla="*/ 1960245 h 2323145"/>
              <a:gd name="connsiteX122" fmla="*/ 5599385 w 11269336"/>
              <a:gd name="connsiteY122" fmla="*/ 1945198 h 2323145"/>
              <a:gd name="connsiteX123" fmla="*/ 5578300 w 11269336"/>
              <a:gd name="connsiteY123" fmla="*/ 1944963 h 2323145"/>
              <a:gd name="connsiteX124" fmla="*/ 5566758 w 11269336"/>
              <a:gd name="connsiteY124" fmla="*/ 1943441 h 2323145"/>
              <a:gd name="connsiteX125" fmla="*/ 5565857 w 11269336"/>
              <a:gd name="connsiteY125" fmla="*/ 1942445 h 2323145"/>
              <a:gd name="connsiteX126" fmla="*/ 5531534 w 11269336"/>
              <a:gd name="connsiteY126" fmla="*/ 1955208 h 2323145"/>
              <a:gd name="connsiteX127" fmla="*/ 5526552 w 11269336"/>
              <a:gd name="connsiteY127" fmla="*/ 1954799 h 2323145"/>
              <a:gd name="connsiteX128" fmla="*/ 5504723 w 11269336"/>
              <a:gd name="connsiteY128" fmla="*/ 1965811 h 2323145"/>
              <a:gd name="connsiteX129" fmla="*/ 5493156 w 11269336"/>
              <a:gd name="connsiteY129" fmla="*/ 1970063 h 2323145"/>
              <a:gd name="connsiteX130" fmla="*/ 5490486 w 11269336"/>
              <a:gd name="connsiteY130" fmla="*/ 1974227 h 2323145"/>
              <a:gd name="connsiteX131" fmla="*/ 5473107 w 11269336"/>
              <a:gd name="connsiteY131" fmla="*/ 1979001 h 2323145"/>
              <a:gd name="connsiteX132" fmla="*/ 5470885 w 11269336"/>
              <a:gd name="connsiteY132" fmla="*/ 1978432 h 2323145"/>
              <a:gd name="connsiteX133" fmla="*/ 5457393 w 11269336"/>
              <a:gd name="connsiteY133" fmla="*/ 1986525 h 2323145"/>
              <a:gd name="connsiteX134" fmla="*/ 5447102 w 11269336"/>
              <a:gd name="connsiteY134" fmla="*/ 1998329 h 2323145"/>
              <a:gd name="connsiteX135" fmla="*/ 5159151 w 11269336"/>
              <a:gd name="connsiteY135" fmla="*/ 2029640 h 2323145"/>
              <a:gd name="connsiteX136" fmla="*/ 5041688 w 11269336"/>
              <a:gd name="connsiteY136" fmla="*/ 2022334 h 2323145"/>
              <a:gd name="connsiteX137" fmla="*/ 4860988 w 11269336"/>
              <a:gd name="connsiteY137" fmla="*/ 2135698 h 2323145"/>
              <a:gd name="connsiteX138" fmla="*/ 4807902 w 11269336"/>
              <a:gd name="connsiteY138" fmla="*/ 2138894 h 2323145"/>
              <a:gd name="connsiteX139" fmla="*/ 4765388 w 11269336"/>
              <a:gd name="connsiteY139" fmla="*/ 2162525 h 2323145"/>
              <a:gd name="connsiteX140" fmla="*/ 4745033 w 11269336"/>
              <a:gd name="connsiteY140" fmla="*/ 2158859 h 2323145"/>
              <a:gd name="connsiteX141" fmla="*/ 4741475 w 11269336"/>
              <a:gd name="connsiteY141" fmla="*/ 2157998 h 2323145"/>
              <a:gd name="connsiteX142" fmla="*/ 4728247 w 11269336"/>
              <a:gd name="connsiteY142" fmla="*/ 2159526 h 2323145"/>
              <a:gd name="connsiteX143" fmla="*/ 4723263 w 11269336"/>
              <a:gd name="connsiteY143" fmla="*/ 2153742 h 2323145"/>
              <a:gd name="connsiteX144" fmla="*/ 4702453 w 11269336"/>
              <a:gd name="connsiteY144" fmla="*/ 2151586 h 2323145"/>
              <a:gd name="connsiteX145" fmla="*/ 4678455 w 11269336"/>
              <a:gd name="connsiteY145" fmla="*/ 2156131 h 2323145"/>
              <a:gd name="connsiteX146" fmla="*/ 4593061 w 11269336"/>
              <a:gd name="connsiteY146" fmla="*/ 2171597 h 2323145"/>
              <a:gd name="connsiteX147" fmla="*/ 4579902 w 11269336"/>
              <a:gd name="connsiteY147" fmla="*/ 2177927 h 2323145"/>
              <a:gd name="connsiteX148" fmla="*/ 4533444 w 11269336"/>
              <a:gd name="connsiteY148" fmla="*/ 2181200 h 2323145"/>
              <a:gd name="connsiteX149" fmla="*/ 4492832 w 11269336"/>
              <a:gd name="connsiteY149" fmla="*/ 2188033 h 2323145"/>
              <a:gd name="connsiteX150" fmla="*/ 4467257 w 11269336"/>
              <a:gd name="connsiteY150" fmla="*/ 2196121 h 2323145"/>
              <a:gd name="connsiteX151" fmla="*/ 4459937 w 11269336"/>
              <a:gd name="connsiteY151" fmla="*/ 2195182 h 2323145"/>
              <a:gd name="connsiteX152" fmla="*/ 4433312 w 11269336"/>
              <a:gd name="connsiteY152" fmla="*/ 2199004 h 2323145"/>
              <a:gd name="connsiteX153" fmla="*/ 4420601 w 11269336"/>
              <a:gd name="connsiteY153" fmla="*/ 2205158 h 2323145"/>
              <a:gd name="connsiteX154" fmla="*/ 4405765 w 11269336"/>
              <a:gd name="connsiteY154" fmla="*/ 2199902 h 2323145"/>
              <a:gd name="connsiteX155" fmla="*/ 4401354 w 11269336"/>
              <a:gd name="connsiteY155" fmla="*/ 2194745 h 2323145"/>
              <a:gd name="connsiteX156" fmla="*/ 4383151 w 11269336"/>
              <a:gd name="connsiteY156" fmla="*/ 2201140 h 2323145"/>
              <a:gd name="connsiteX157" fmla="*/ 4366646 w 11269336"/>
              <a:gd name="connsiteY157" fmla="*/ 2198564 h 2323145"/>
              <a:gd name="connsiteX158" fmla="*/ 4354009 w 11269336"/>
              <a:gd name="connsiteY158" fmla="*/ 2204984 h 2323145"/>
              <a:gd name="connsiteX159" fmla="*/ 4348284 w 11269336"/>
              <a:gd name="connsiteY159" fmla="*/ 2205270 h 2323145"/>
              <a:gd name="connsiteX160" fmla="*/ 4333906 w 11269336"/>
              <a:gd name="connsiteY160" fmla="*/ 2205251 h 2323145"/>
              <a:gd name="connsiteX161" fmla="*/ 4308819 w 11269336"/>
              <a:gd name="connsiteY161" fmla="*/ 2203822 h 2323145"/>
              <a:gd name="connsiteX162" fmla="*/ 4301210 w 11269336"/>
              <a:gd name="connsiteY162" fmla="*/ 2204456 h 2323145"/>
              <a:gd name="connsiteX163" fmla="*/ 4283095 w 11269336"/>
              <a:gd name="connsiteY163" fmla="*/ 2198177 h 2323145"/>
              <a:gd name="connsiteX164" fmla="*/ 4250119 w 11269336"/>
              <a:gd name="connsiteY164" fmla="*/ 2196342 h 2323145"/>
              <a:gd name="connsiteX165" fmla="*/ 4189203 w 11269336"/>
              <a:gd name="connsiteY165" fmla="*/ 2178994 h 2323145"/>
              <a:gd name="connsiteX166" fmla="*/ 4154035 w 11269336"/>
              <a:gd name="connsiteY166" fmla="*/ 2171950 h 2323145"/>
              <a:gd name="connsiteX167" fmla="*/ 4129569 w 11269336"/>
              <a:gd name="connsiteY167" fmla="*/ 2163850 h 2323145"/>
              <a:gd name="connsiteX168" fmla="*/ 4061250 w 11269336"/>
              <a:gd name="connsiteY168" fmla="*/ 2159236 h 2323145"/>
              <a:gd name="connsiteX169" fmla="*/ 3945480 w 11269336"/>
              <a:gd name="connsiteY169" fmla="*/ 2158279 h 2323145"/>
              <a:gd name="connsiteX170" fmla="*/ 3921468 w 11269336"/>
              <a:gd name="connsiteY170" fmla="*/ 2156588 h 2323145"/>
              <a:gd name="connsiteX171" fmla="*/ 3903348 w 11269336"/>
              <a:gd name="connsiteY171" fmla="*/ 2149220 h 2323145"/>
              <a:gd name="connsiteX172" fmla="*/ 3901342 w 11269336"/>
              <a:gd name="connsiteY172" fmla="*/ 2142355 h 2323145"/>
              <a:gd name="connsiteX173" fmla="*/ 3888539 w 11269336"/>
              <a:gd name="connsiteY173" fmla="*/ 2140476 h 2323145"/>
              <a:gd name="connsiteX174" fmla="*/ 3885662 w 11269336"/>
              <a:gd name="connsiteY174" fmla="*/ 2138740 h 2323145"/>
              <a:gd name="connsiteX175" fmla="*/ 3868627 w 11269336"/>
              <a:gd name="connsiteY175" fmla="*/ 2130023 h 2323145"/>
              <a:gd name="connsiteX176" fmla="*/ 3819177 w 11269336"/>
              <a:gd name="connsiteY176" fmla="*/ 2142111 h 2323145"/>
              <a:gd name="connsiteX177" fmla="*/ 3769100 w 11269336"/>
              <a:gd name="connsiteY177" fmla="*/ 2131731 h 2323145"/>
              <a:gd name="connsiteX178" fmla="*/ 3562752 w 11269336"/>
              <a:gd name="connsiteY178" fmla="*/ 2131785 h 2323145"/>
              <a:gd name="connsiteX179" fmla="*/ 3541402 w 11269336"/>
              <a:gd name="connsiteY179" fmla="*/ 2106821 h 2323145"/>
              <a:gd name="connsiteX180" fmla="*/ 3365341 w 11269336"/>
              <a:gd name="connsiteY180" fmla="*/ 2077638 h 2323145"/>
              <a:gd name="connsiteX181" fmla="*/ 3170922 w 11269336"/>
              <a:gd name="connsiteY181" fmla="*/ 2115957 h 2323145"/>
              <a:gd name="connsiteX182" fmla="*/ 3156256 w 11269336"/>
              <a:gd name="connsiteY182" fmla="*/ 2124773 h 2323145"/>
              <a:gd name="connsiteX183" fmla="*/ 3140298 w 11269336"/>
              <a:gd name="connsiteY183" fmla="*/ 2129182 h 2323145"/>
              <a:gd name="connsiteX184" fmla="*/ 3138514 w 11269336"/>
              <a:gd name="connsiteY184" fmla="*/ 2128069 h 2323145"/>
              <a:gd name="connsiteX185" fmla="*/ 3120467 w 11269336"/>
              <a:gd name="connsiteY185" fmla="*/ 2128281 h 2323145"/>
              <a:gd name="connsiteX186" fmla="*/ 3116175 w 11269336"/>
              <a:gd name="connsiteY186" fmla="*/ 2131633 h 2323145"/>
              <a:gd name="connsiteX187" fmla="*/ 3103685 w 11269336"/>
              <a:gd name="connsiteY187" fmla="*/ 2132814 h 2323145"/>
              <a:gd name="connsiteX188" fmla="*/ 3078794 w 11269336"/>
              <a:gd name="connsiteY188" fmla="*/ 2137935 h 2323145"/>
              <a:gd name="connsiteX189" fmla="*/ 3074407 w 11269336"/>
              <a:gd name="connsiteY189" fmla="*/ 2136274 h 2323145"/>
              <a:gd name="connsiteX190" fmla="*/ 3037285 w 11269336"/>
              <a:gd name="connsiteY190" fmla="*/ 2139919 h 2323145"/>
              <a:gd name="connsiteX191" fmla="*/ 3036901 w 11269336"/>
              <a:gd name="connsiteY191" fmla="*/ 2138726 h 2323145"/>
              <a:gd name="connsiteX192" fmla="*/ 3026996 w 11269336"/>
              <a:gd name="connsiteY192" fmla="*/ 2134322 h 2323145"/>
              <a:gd name="connsiteX193" fmla="*/ 3007772 w 11269336"/>
              <a:gd name="connsiteY193" fmla="*/ 2128742 h 2323145"/>
              <a:gd name="connsiteX194" fmla="*/ 2965030 w 11269336"/>
              <a:gd name="connsiteY194" fmla="*/ 2100494 h 2323145"/>
              <a:gd name="connsiteX195" fmla="*/ 2926342 w 11269336"/>
              <a:gd name="connsiteY195" fmla="*/ 2104155 h 2323145"/>
              <a:gd name="connsiteX196" fmla="*/ 2918608 w 11269336"/>
              <a:gd name="connsiteY196" fmla="*/ 2104215 h 2323145"/>
              <a:gd name="connsiteX197" fmla="*/ 2918475 w 11269336"/>
              <a:gd name="connsiteY197" fmla="*/ 2103937 h 2323145"/>
              <a:gd name="connsiteX198" fmla="*/ 2910360 w 11269336"/>
              <a:gd name="connsiteY198" fmla="*/ 2103444 h 2323145"/>
              <a:gd name="connsiteX199" fmla="*/ 2904507 w 11269336"/>
              <a:gd name="connsiteY199" fmla="*/ 2104326 h 2323145"/>
              <a:gd name="connsiteX200" fmla="*/ 2889503 w 11269336"/>
              <a:gd name="connsiteY200" fmla="*/ 2104443 h 2323145"/>
              <a:gd name="connsiteX201" fmla="*/ 2884480 w 11269336"/>
              <a:gd name="connsiteY201" fmla="*/ 2102626 h 2323145"/>
              <a:gd name="connsiteX202" fmla="*/ 2882689 w 11269336"/>
              <a:gd name="connsiteY202" fmla="*/ 2099228 h 2323145"/>
              <a:gd name="connsiteX203" fmla="*/ 2881291 w 11269336"/>
              <a:gd name="connsiteY203" fmla="*/ 2099618 h 2323145"/>
              <a:gd name="connsiteX204" fmla="*/ 2853979 w 11269336"/>
              <a:gd name="connsiteY204" fmla="*/ 2090388 h 2323145"/>
              <a:gd name="connsiteX205" fmla="*/ 2791790 w 11269336"/>
              <a:gd name="connsiteY205" fmla="*/ 2080332 h 2323145"/>
              <a:gd name="connsiteX206" fmla="*/ 2755844 w 11269336"/>
              <a:gd name="connsiteY206" fmla="*/ 2078874 h 2323145"/>
              <a:gd name="connsiteX207" fmla="*/ 2657742 w 11269336"/>
              <a:gd name="connsiteY207" fmla="*/ 2070179 h 2323145"/>
              <a:gd name="connsiteX208" fmla="*/ 2559549 w 11269336"/>
              <a:gd name="connsiteY208" fmla="*/ 2057873 h 2323145"/>
              <a:gd name="connsiteX209" fmla="*/ 2512054 w 11269336"/>
              <a:gd name="connsiteY209" fmla="*/ 2031671 h 2323145"/>
              <a:gd name="connsiteX210" fmla="*/ 2506437 w 11269336"/>
              <a:gd name="connsiteY210" fmla="*/ 2030918 h 2323145"/>
              <a:gd name="connsiteX211" fmla="*/ 2491752 w 11269336"/>
              <a:gd name="connsiteY211" fmla="*/ 2033906 h 2323145"/>
              <a:gd name="connsiteX212" fmla="*/ 2486338 w 11269336"/>
              <a:gd name="connsiteY212" fmla="*/ 2035862 h 2323145"/>
              <a:gd name="connsiteX213" fmla="*/ 2478186 w 11269336"/>
              <a:gd name="connsiteY213" fmla="*/ 2036953 h 2323145"/>
              <a:gd name="connsiteX214" fmla="*/ 2477950 w 11269336"/>
              <a:gd name="connsiteY214" fmla="*/ 2036715 h 2323145"/>
              <a:gd name="connsiteX215" fmla="*/ 2470381 w 11269336"/>
              <a:gd name="connsiteY215" fmla="*/ 2038256 h 2323145"/>
              <a:gd name="connsiteX216" fmla="*/ 2433781 w 11269336"/>
              <a:gd name="connsiteY216" fmla="*/ 2049140 h 2323145"/>
              <a:gd name="connsiteX217" fmla="*/ 2381172 w 11269336"/>
              <a:gd name="connsiteY217" fmla="*/ 2030645 h 2323145"/>
              <a:gd name="connsiteX218" fmla="*/ 2360198 w 11269336"/>
              <a:gd name="connsiteY218" fmla="*/ 2029059 h 2323145"/>
              <a:gd name="connsiteX219" fmla="*/ 2348815 w 11269336"/>
              <a:gd name="connsiteY219" fmla="*/ 2026798 h 2323145"/>
              <a:gd name="connsiteX220" fmla="*/ 2347988 w 11269336"/>
              <a:gd name="connsiteY220" fmla="*/ 2025745 h 2323145"/>
              <a:gd name="connsiteX221" fmla="*/ 2312920 w 11269336"/>
              <a:gd name="connsiteY221" fmla="*/ 2036311 h 2323145"/>
              <a:gd name="connsiteX222" fmla="*/ 2307986 w 11269336"/>
              <a:gd name="connsiteY222" fmla="*/ 2035583 h 2323145"/>
              <a:gd name="connsiteX223" fmla="*/ 2285481 w 11269336"/>
              <a:gd name="connsiteY223" fmla="*/ 2045197 h 2323145"/>
              <a:gd name="connsiteX224" fmla="*/ 2273666 w 11269336"/>
              <a:gd name="connsiteY224" fmla="*/ 2048710 h 2323145"/>
              <a:gd name="connsiteX225" fmla="*/ 2270719 w 11269336"/>
              <a:gd name="connsiteY225" fmla="*/ 2052702 h 2323145"/>
              <a:gd name="connsiteX226" fmla="*/ 2253080 w 11269336"/>
              <a:gd name="connsiteY226" fmla="*/ 2056363 h 2323145"/>
              <a:gd name="connsiteX227" fmla="*/ 2250906 w 11269336"/>
              <a:gd name="connsiteY227" fmla="*/ 2055654 h 2323145"/>
              <a:gd name="connsiteX228" fmla="*/ 2236905 w 11269336"/>
              <a:gd name="connsiteY228" fmla="*/ 2062882 h 2323145"/>
              <a:gd name="connsiteX229" fmla="*/ 2225830 w 11269336"/>
              <a:gd name="connsiteY229" fmla="*/ 2074027 h 2323145"/>
              <a:gd name="connsiteX230" fmla="*/ 2073776 w 11269336"/>
              <a:gd name="connsiteY230" fmla="*/ 2089244 h 2323145"/>
              <a:gd name="connsiteX231" fmla="*/ 1948256 w 11269336"/>
              <a:gd name="connsiteY231" fmla="*/ 2146616 h 2323145"/>
              <a:gd name="connsiteX232" fmla="*/ 1865582 w 11269336"/>
              <a:gd name="connsiteY232" fmla="*/ 2153738 h 2323145"/>
              <a:gd name="connsiteX233" fmla="*/ 1835210 w 11269336"/>
              <a:gd name="connsiteY233" fmla="*/ 2134244 h 2323145"/>
              <a:gd name="connsiteX234" fmla="*/ 1632661 w 11269336"/>
              <a:gd name="connsiteY234" fmla="*/ 2173882 h 2323145"/>
              <a:gd name="connsiteX235" fmla="*/ 1579590 w 11269336"/>
              <a:gd name="connsiteY235" fmla="*/ 2173680 h 2323145"/>
              <a:gd name="connsiteX236" fmla="*/ 1535601 w 11269336"/>
              <a:gd name="connsiteY236" fmla="*/ 2194590 h 2323145"/>
              <a:gd name="connsiteX237" fmla="*/ 1515594 w 11269336"/>
              <a:gd name="connsiteY237" fmla="*/ 2189622 h 2323145"/>
              <a:gd name="connsiteX238" fmla="*/ 1512113 w 11269336"/>
              <a:gd name="connsiteY238" fmla="*/ 2188534 h 2323145"/>
              <a:gd name="connsiteX239" fmla="*/ 1498838 w 11269336"/>
              <a:gd name="connsiteY239" fmla="*/ 2189213 h 2323145"/>
              <a:gd name="connsiteX240" fmla="*/ 1494279 w 11269336"/>
              <a:gd name="connsiteY240" fmla="*/ 2183112 h 2323145"/>
              <a:gd name="connsiteX241" fmla="*/ 1473714 w 11269336"/>
              <a:gd name="connsiteY241" fmla="*/ 2179625 h 2323145"/>
              <a:gd name="connsiteX242" fmla="*/ 1449503 w 11269336"/>
              <a:gd name="connsiteY242" fmla="*/ 2182633 h 2323145"/>
              <a:gd name="connsiteX243" fmla="*/ 1266687 w 11269336"/>
              <a:gd name="connsiteY243" fmla="*/ 2212688 h 2323145"/>
              <a:gd name="connsiteX244" fmla="*/ 1239614 w 11269336"/>
              <a:gd name="connsiteY244" fmla="*/ 2209727 h 2323145"/>
              <a:gd name="connsiteX245" fmla="*/ 1202436 w 11269336"/>
              <a:gd name="connsiteY245" fmla="*/ 2209817 h 2323145"/>
              <a:gd name="connsiteX246" fmla="*/ 1136097 w 11269336"/>
              <a:gd name="connsiteY246" fmla="*/ 2205112 h 2323145"/>
              <a:gd name="connsiteX247" fmla="*/ 988232 w 11269336"/>
              <a:gd name="connsiteY247" fmla="*/ 2235635 h 2323145"/>
              <a:gd name="connsiteX248" fmla="*/ 981959 w 11269336"/>
              <a:gd name="connsiteY248" fmla="*/ 2231607 h 2323145"/>
              <a:gd name="connsiteX249" fmla="*/ 938600 w 11269336"/>
              <a:gd name="connsiteY249" fmla="*/ 2238113 h 2323145"/>
              <a:gd name="connsiteX250" fmla="*/ 791788 w 11269336"/>
              <a:gd name="connsiteY250" fmla="*/ 2293224 h 2323145"/>
              <a:gd name="connsiteX251" fmla="*/ 706914 w 11269336"/>
              <a:gd name="connsiteY251" fmla="*/ 2305046 h 2323145"/>
              <a:gd name="connsiteX252" fmla="*/ 675971 w 11269336"/>
              <a:gd name="connsiteY252" fmla="*/ 2304030 h 2323145"/>
              <a:gd name="connsiteX253" fmla="*/ 624180 w 11269336"/>
              <a:gd name="connsiteY253" fmla="*/ 2302650 h 2323145"/>
              <a:gd name="connsiteX254" fmla="*/ 583453 w 11269336"/>
              <a:gd name="connsiteY254" fmla="*/ 2288788 h 2323145"/>
              <a:gd name="connsiteX255" fmla="*/ 540946 w 11269336"/>
              <a:gd name="connsiteY255" fmla="*/ 2292721 h 2323145"/>
              <a:gd name="connsiteX256" fmla="*/ 533680 w 11269336"/>
              <a:gd name="connsiteY256" fmla="*/ 2310233 h 2323145"/>
              <a:gd name="connsiteX257" fmla="*/ 487366 w 11269336"/>
              <a:gd name="connsiteY257" fmla="*/ 2309053 h 2323145"/>
              <a:gd name="connsiteX258" fmla="*/ 416820 w 11269336"/>
              <a:gd name="connsiteY258" fmla="*/ 2305443 h 2323145"/>
              <a:gd name="connsiteX259" fmla="*/ 376805 w 11269336"/>
              <a:gd name="connsiteY259" fmla="*/ 2307647 h 2323145"/>
              <a:gd name="connsiteX260" fmla="*/ 266777 w 11269336"/>
              <a:gd name="connsiteY260" fmla="*/ 2309012 h 2323145"/>
              <a:gd name="connsiteX261" fmla="*/ 156013 w 11269336"/>
              <a:gd name="connsiteY261" fmla="*/ 2306832 h 2323145"/>
              <a:gd name="connsiteX262" fmla="*/ 87258 w 11269336"/>
              <a:gd name="connsiteY262" fmla="*/ 2285511 h 2323145"/>
              <a:gd name="connsiteX263" fmla="*/ 23798 w 11269336"/>
              <a:gd name="connsiteY263" fmla="*/ 2281822 h 2323145"/>
              <a:gd name="connsiteX264" fmla="*/ 0 w 11269336"/>
              <a:gd name="connsiteY264" fmla="*/ 2285369 h 2323145"/>
              <a:gd name="connsiteX265" fmla="*/ 0 w 11269336"/>
              <a:gd name="connsiteY265"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380600 w 11269336"/>
              <a:gd name="connsiteY19" fmla="*/ 549821 h 2323145"/>
              <a:gd name="connsiteX20" fmla="*/ 9263254 w 11269336"/>
              <a:gd name="connsiteY20" fmla="*/ 645662 h 2323145"/>
              <a:gd name="connsiteX21" fmla="*/ 9162278 w 11269336"/>
              <a:gd name="connsiteY21" fmla="*/ 704724 h 2323145"/>
              <a:gd name="connsiteX22" fmla="*/ 8977138 w 11269336"/>
              <a:gd name="connsiteY22" fmla="*/ 774970 h 2323145"/>
              <a:gd name="connsiteX23" fmla="*/ 9070855 w 11269336"/>
              <a:gd name="connsiteY23" fmla="*/ 794621 h 2323145"/>
              <a:gd name="connsiteX24" fmla="*/ 8914746 w 11269336"/>
              <a:gd name="connsiteY24" fmla="*/ 826428 h 2323145"/>
              <a:gd name="connsiteX25" fmla="*/ 8917778 w 11269336"/>
              <a:gd name="connsiteY25" fmla="*/ 835198 h 2323145"/>
              <a:gd name="connsiteX26" fmla="*/ 8905560 w 11269336"/>
              <a:gd name="connsiteY26" fmla="*/ 838358 h 2323145"/>
              <a:gd name="connsiteX27" fmla="*/ 8897564 w 11269336"/>
              <a:gd name="connsiteY27" fmla="*/ 834287 h 2323145"/>
              <a:gd name="connsiteX28" fmla="*/ 8878040 w 11269336"/>
              <a:gd name="connsiteY28" fmla="*/ 844150 h 2323145"/>
              <a:gd name="connsiteX29" fmla="*/ 8882654 w 11269336"/>
              <a:gd name="connsiteY29" fmla="*/ 892768 h 2323145"/>
              <a:gd name="connsiteX30" fmla="*/ 8795998 w 11269336"/>
              <a:gd name="connsiteY30" fmla="*/ 863337 h 2323145"/>
              <a:gd name="connsiteX31" fmla="*/ 8776970 w 11269336"/>
              <a:gd name="connsiteY31" fmla="*/ 885177 h 2323145"/>
              <a:gd name="connsiteX32" fmla="*/ 8755719 w 11269336"/>
              <a:gd name="connsiteY32" fmla="*/ 889754 h 2323145"/>
              <a:gd name="connsiteX33" fmla="*/ 8743257 w 11269336"/>
              <a:gd name="connsiteY33" fmla="*/ 904723 h 2323145"/>
              <a:gd name="connsiteX34" fmla="*/ 8721366 w 11269336"/>
              <a:gd name="connsiteY34" fmla="*/ 904711 h 2323145"/>
              <a:gd name="connsiteX35" fmla="*/ 8678353 w 11269336"/>
              <a:gd name="connsiteY35" fmla="*/ 926318 h 2323145"/>
              <a:gd name="connsiteX36" fmla="*/ 8636849 w 11269336"/>
              <a:gd name="connsiteY36" fmla="*/ 937900 h 2323145"/>
              <a:gd name="connsiteX37" fmla="*/ 8620213 w 11269336"/>
              <a:gd name="connsiteY37" fmla="*/ 943068 h 2323145"/>
              <a:gd name="connsiteX38" fmla="*/ 8612581 w 11269336"/>
              <a:gd name="connsiteY38" fmla="*/ 952695 h 2323145"/>
              <a:gd name="connsiteX39" fmla="*/ 8589038 w 11269336"/>
              <a:gd name="connsiteY39" fmla="*/ 963892 h 2323145"/>
              <a:gd name="connsiteX40" fmla="*/ 8579950 w 11269336"/>
              <a:gd name="connsiteY40" fmla="*/ 960899 h 2323145"/>
              <a:gd name="connsiteX41" fmla="*/ 8579319 w 11269336"/>
              <a:gd name="connsiteY41" fmla="*/ 965630 h 2323145"/>
              <a:gd name="connsiteX42" fmla="*/ 8547429 w 11269336"/>
              <a:gd name="connsiteY42" fmla="*/ 984506 h 2323145"/>
              <a:gd name="connsiteX43" fmla="*/ 8478704 w 11269336"/>
              <a:gd name="connsiteY43" fmla="*/ 1025490 h 2323145"/>
              <a:gd name="connsiteX44" fmla="*/ 8461421 w 11269336"/>
              <a:gd name="connsiteY44" fmla="*/ 1035512 h 2323145"/>
              <a:gd name="connsiteX45" fmla="*/ 8445003 w 11269336"/>
              <a:gd name="connsiteY45" fmla="*/ 1036851 h 2323145"/>
              <a:gd name="connsiteX46" fmla="*/ 8357350 w 11269336"/>
              <a:gd name="connsiteY46" fmla="*/ 1060213 h 2323145"/>
              <a:gd name="connsiteX47" fmla="*/ 8335565 w 11269336"/>
              <a:gd name="connsiteY47" fmla="*/ 1061151 h 2323145"/>
              <a:gd name="connsiteX48" fmla="*/ 8325267 w 11269336"/>
              <a:gd name="connsiteY48" fmla="*/ 1055919 h 2323145"/>
              <a:gd name="connsiteX49" fmla="*/ 8293586 w 11269336"/>
              <a:gd name="connsiteY49" fmla="*/ 1076144 h 2323145"/>
              <a:gd name="connsiteX50" fmla="*/ 8242405 w 11269336"/>
              <a:gd name="connsiteY50" fmla="*/ 1095960 h 2323145"/>
              <a:gd name="connsiteX51" fmla="*/ 8197391 w 11269336"/>
              <a:gd name="connsiteY51" fmla="*/ 1107746 h 2323145"/>
              <a:gd name="connsiteX52" fmla="*/ 8081474 w 11269336"/>
              <a:gd name="connsiteY52" fmla="*/ 1130125 h 2323145"/>
              <a:gd name="connsiteX53" fmla="*/ 8053585 w 11269336"/>
              <a:gd name="connsiteY53" fmla="*/ 1129169 h 2323145"/>
              <a:gd name="connsiteX54" fmla="*/ 8038422 w 11269336"/>
              <a:gd name="connsiteY54" fmla="*/ 1119092 h 2323145"/>
              <a:gd name="connsiteX55" fmla="*/ 8029450 w 11269336"/>
              <a:gd name="connsiteY55" fmla="*/ 1125592 h 2323145"/>
              <a:gd name="connsiteX56" fmla="*/ 7959552 w 11269336"/>
              <a:gd name="connsiteY56" fmla="*/ 1140188 h 2323145"/>
              <a:gd name="connsiteX57" fmla="*/ 7914188 w 11269336"/>
              <a:gd name="connsiteY57" fmla="*/ 1150862 h 2323145"/>
              <a:gd name="connsiteX58" fmla="*/ 7914918 w 11269336"/>
              <a:gd name="connsiteY58" fmla="*/ 1168758 h 2323145"/>
              <a:gd name="connsiteX59" fmla="*/ 7875510 w 11269336"/>
              <a:gd name="connsiteY59" fmla="*/ 1183153 h 2323145"/>
              <a:gd name="connsiteX60" fmla="*/ 7829932 w 11269336"/>
              <a:gd name="connsiteY60" fmla="*/ 1180782 h 2323145"/>
              <a:gd name="connsiteX61" fmla="*/ 7779182 w 11269336"/>
              <a:gd name="connsiteY61" fmla="*/ 1192665 h 2323145"/>
              <a:gd name="connsiteX62" fmla="*/ 7748774 w 11269336"/>
              <a:gd name="connsiteY62" fmla="*/ 1199586 h 2323145"/>
              <a:gd name="connsiteX63" fmla="*/ 7671846 w 11269336"/>
              <a:gd name="connsiteY63" fmla="*/ 1231966 h 2323145"/>
              <a:gd name="connsiteX64" fmla="*/ 7554146 w 11269336"/>
              <a:gd name="connsiteY64" fmla="*/ 1319748 h 2323145"/>
              <a:gd name="connsiteX65" fmla="*/ 7515052 w 11269336"/>
              <a:gd name="connsiteY65" fmla="*/ 1336718 h 2323145"/>
              <a:gd name="connsiteX66" fmla="*/ 7507193 w 11269336"/>
              <a:gd name="connsiteY66" fmla="*/ 1334617 h 2323145"/>
              <a:gd name="connsiteX67" fmla="*/ 7461694 w 11269336"/>
              <a:gd name="connsiteY67" fmla="*/ 1375866 h 2323145"/>
              <a:gd name="connsiteX68" fmla="*/ 7377571 w 11269336"/>
              <a:gd name="connsiteY68" fmla="*/ 1400128 h 2323145"/>
              <a:gd name="connsiteX69" fmla="*/ 7311261 w 11269336"/>
              <a:gd name="connsiteY69" fmla="*/ 1412652 h 2323145"/>
              <a:gd name="connsiteX70" fmla="*/ 7275307 w 11269336"/>
              <a:gd name="connsiteY70" fmla="*/ 1422171 h 2323145"/>
              <a:gd name="connsiteX71" fmla="*/ 7247783 w 11269336"/>
              <a:gd name="connsiteY71" fmla="*/ 1426330 h 2323145"/>
              <a:gd name="connsiteX72" fmla="*/ 7185047 w 11269336"/>
              <a:gd name="connsiteY72" fmla="*/ 1451812 h 2323145"/>
              <a:gd name="connsiteX73" fmla="*/ 7084117 w 11269336"/>
              <a:gd name="connsiteY73" fmla="*/ 1500281 h 2323145"/>
              <a:gd name="connsiteX74" fmla="*/ 7062011 w 11269336"/>
              <a:gd name="connsiteY74" fmla="*/ 1509183 h 2323145"/>
              <a:gd name="connsiteX75" fmla="*/ 7040555 w 11269336"/>
              <a:gd name="connsiteY75" fmla="*/ 1511207 h 2323145"/>
              <a:gd name="connsiteX76" fmla="*/ 7033438 w 11269336"/>
              <a:gd name="connsiteY76" fmla="*/ 1506772 h 2323145"/>
              <a:gd name="connsiteX77" fmla="*/ 7020886 w 11269336"/>
              <a:gd name="connsiteY77" fmla="*/ 1510764 h 2323145"/>
              <a:gd name="connsiteX78" fmla="*/ 7017033 w 11269336"/>
              <a:gd name="connsiteY78" fmla="*/ 1510650 h 2323145"/>
              <a:gd name="connsiteX79" fmla="*/ 6995460 w 11269336"/>
              <a:gd name="connsiteY79" fmla="*/ 1511173 h 2323145"/>
              <a:gd name="connsiteX80" fmla="*/ 6962144 w 11269336"/>
              <a:gd name="connsiteY80" fmla="*/ 1541508 h 2323145"/>
              <a:gd name="connsiteX81" fmla="*/ 6910674 w 11269336"/>
              <a:gd name="connsiteY81" fmla="*/ 1554793 h 2323145"/>
              <a:gd name="connsiteX82" fmla="*/ 6732152 w 11269336"/>
              <a:gd name="connsiteY82" fmla="*/ 1642538 h 2323145"/>
              <a:gd name="connsiteX83" fmla="*/ 6694106 w 11269336"/>
              <a:gd name="connsiteY83" fmla="*/ 1632377 h 2323145"/>
              <a:gd name="connsiteX84" fmla="*/ 6617223 w 11269336"/>
              <a:gd name="connsiteY84" fmla="*/ 1659889 h 2323145"/>
              <a:gd name="connsiteX85" fmla="*/ 6521138 w 11269336"/>
              <a:gd name="connsiteY85" fmla="*/ 1744340 h 2323145"/>
              <a:gd name="connsiteX86" fmla="*/ 6380677 w 11269336"/>
              <a:gd name="connsiteY86" fmla="*/ 1796883 h 2323145"/>
              <a:gd name="connsiteX87" fmla="*/ 6374897 w 11269336"/>
              <a:gd name="connsiteY87" fmla="*/ 1809910 h 2323145"/>
              <a:gd name="connsiteX88" fmla="*/ 6364545 w 11269336"/>
              <a:gd name="connsiteY88" fmla="*/ 1820090 h 2323145"/>
              <a:gd name="connsiteX89" fmla="*/ 6362126 w 11269336"/>
              <a:gd name="connsiteY89" fmla="*/ 1819991 h 2323145"/>
              <a:gd name="connsiteX90" fmla="*/ 6346673 w 11269336"/>
              <a:gd name="connsiteY90" fmla="*/ 1827824 h 2323145"/>
              <a:gd name="connsiteX91" fmla="*/ 6345588 w 11269336"/>
              <a:gd name="connsiteY91" fmla="*/ 1832232 h 2323145"/>
              <a:gd name="connsiteX92" fmla="*/ 6335708 w 11269336"/>
              <a:gd name="connsiteY92" fmla="*/ 1838451 h 2323145"/>
              <a:gd name="connsiteX93" fmla="*/ 6318182 w 11269336"/>
              <a:gd name="connsiteY93" fmla="*/ 1852975 h 2323145"/>
              <a:gd name="connsiteX94" fmla="*/ 6313084 w 11269336"/>
              <a:gd name="connsiteY94" fmla="*/ 1853561 h 2323145"/>
              <a:gd name="connsiteX95" fmla="*/ 6283816 w 11269336"/>
              <a:gd name="connsiteY95" fmla="*/ 1872148 h 2323145"/>
              <a:gd name="connsiteX96" fmla="*/ 6282550 w 11269336"/>
              <a:gd name="connsiteY96" fmla="*/ 1871392 h 2323145"/>
              <a:gd name="connsiteX97" fmla="*/ 6270527 w 11269336"/>
              <a:gd name="connsiteY97" fmla="*/ 1872208 h 2323145"/>
              <a:gd name="connsiteX98" fmla="*/ 6249518 w 11269336"/>
              <a:gd name="connsiteY98" fmla="*/ 1876079 h 2323145"/>
              <a:gd name="connsiteX99" fmla="*/ 6190386 w 11269336"/>
              <a:gd name="connsiteY99" fmla="*/ 1872478 h 2323145"/>
              <a:gd name="connsiteX100" fmla="*/ 6159777 w 11269336"/>
              <a:gd name="connsiteY100" fmla="*/ 1891745 h 2323145"/>
              <a:gd name="connsiteX101" fmla="*/ 6153131 w 11269336"/>
              <a:gd name="connsiteY101" fmla="*/ 1895079 h 2323145"/>
              <a:gd name="connsiteX102" fmla="*/ 6152798 w 11269336"/>
              <a:gd name="connsiteY102" fmla="*/ 1894920 h 2323145"/>
              <a:gd name="connsiteX103" fmla="*/ 6145388 w 11269336"/>
              <a:gd name="connsiteY103" fmla="*/ 1897990 h 2323145"/>
              <a:gd name="connsiteX104" fmla="*/ 6141014 w 11269336"/>
              <a:gd name="connsiteY104" fmla="*/ 1901155 h 2323145"/>
              <a:gd name="connsiteX105" fmla="*/ 6128122 w 11269336"/>
              <a:gd name="connsiteY105" fmla="*/ 1907623 h 2323145"/>
              <a:gd name="connsiteX106" fmla="*/ 6122351 w 11269336"/>
              <a:gd name="connsiteY106" fmla="*/ 1908359 h 2323145"/>
              <a:gd name="connsiteX107" fmla="*/ 6064750 w 11269336"/>
              <a:gd name="connsiteY107" fmla="*/ 1896394 h 2323145"/>
              <a:gd name="connsiteX108" fmla="*/ 5964230 w 11269336"/>
              <a:gd name="connsiteY108" fmla="*/ 1910038 h 2323145"/>
              <a:gd name="connsiteX109" fmla="*/ 5865399 w 11269336"/>
              <a:gd name="connsiteY109" fmla="*/ 1926966 h 2323145"/>
              <a:gd name="connsiteX110" fmla="*/ 5829951 w 11269336"/>
              <a:gd name="connsiteY110" fmla="*/ 1934755 h 2323145"/>
              <a:gd name="connsiteX111" fmla="*/ 5765285 w 11269336"/>
              <a:gd name="connsiteY111" fmla="*/ 1941322 h 2323145"/>
              <a:gd name="connsiteX112" fmla="*/ 5734750 w 11269336"/>
              <a:gd name="connsiteY112" fmla="*/ 1939793 h 2323145"/>
              <a:gd name="connsiteX113" fmla="*/ 5733569 w 11269336"/>
              <a:gd name="connsiteY113" fmla="*/ 1940505 h 2323145"/>
              <a:gd name="connsiteX114" fmla="*/ 5730329 w 11269336"/>
              <a:gd name="connsiteY114" fmla="*/ 1937845 h 2323145"/>
              <a:gd name="connsiteX115" fmla="*/ 5724661 w 11269336"/>
              <a:gd name="connsiteY115" fmla="*/ 1937455 h 2323145"/>
              <a:gd name="connsiteX116" fmla="*/ 5710186 w 11269336"/>
              <a:gd name="connsiteY116" fmla="*/ 1941370 h 2323145"/>
              <a:gd name="connsiteX117" fmla="*/ 5704910 w 11269336"/>
              <a:gd name="connsiteY117" fmla="*/ 1943663 h 2323145"/>
              <a:gd name="connsiteX118" fmla="*/ 5696836 w 11269336"/>
              <a:gd name="connsiteY118" fmla="*/ 1945271 h 2323145"/>
              <a:gd name="connsiteX119" fmla="*/ 5696583 w 11269336"/>
              <a:gd name="connsiteY119" fmla="*/ 1945050 h 2323145"/>
              <a:gd name="connsiteX120" fmla="*/ 5689123 w 11269336"/>
              <a:gd name="connsiteY120" fmla="*/ 1947067 h 2323145"/>
              <a:gd name="connsiteX121" fmla="*/ 5653291 w 11269336"/>
              <a:gd name="connsiteY121" fmla="*/ 1960245 h 2323145"/>
              <a:gd name="connsiteX122" fmla="*/ 5599385 w 11269336"/>
              <a:gd name="connsiteY122" fmla="*/ 1945198 h 2323145"/>
              <a:gd name="connsiteX123" fmla="*/ 5578300 w 11269336"/>
              <a:gd name="connsiteY123" fmla="*/ 1944963 h 2323145"/>
              <a:gd name="connsiteX124" fmla="*/ 5566758 w 11269336"/>
              <a:gd name="connsiteY124" fmla="*/ 1943441 h 2323145"/>
              <a:gd name="connsiteX125" fmla="*/ 5565857 w 11269336"/>
              <a:gd name="connsiteY125" fmla="*/ 1942445 h 2323145"/>
              <a:gd name="connsiteX126" fmla="*/ 5531534 w 11269336"/>
              <a:gd name="connsiteY126" fmla="*/ 1955208 h 2323145"/>
              <a:gd name="connsiteX127" fmla="*/ 5526552 w 11269336"/>
              <a:gd name="connsiteY127" fmla="*/ 1954799 h 2323145"/>
              <a:gd name="connsiteX128" fmla="*/ 5504723 w 11269336"/>
              <a:gd name="connsiteY128" fmla="*/ 1965811 h 2323145"/>
              <a:gd name="connsiteX129" fmla="*/ 5493156 w 11269336"/>
              <a:gd name="connsiteY129" fmla="*/ 1970063 h 2323145"/>
              <a:gd name="connsiteX130" fmla="*/ 5490486 w 11269336"/>
              <a:gd name="connsiteY130" fmla="*/ 1974227 h 2323145"/>
              <a:gd name="connsiteX131" fmla="*/ 5473107 w 11269336"/>
              <a:gd name="connsiteY131" fmla="*/ 1979001 h 2323145"/>
              <a:gd name="connsiteX132" fmla="*/ 5470885 w 11269336"/>
              <a:gd name="connsiteY132" fmla="*/ 1978432 h 2323145"/>
              <a:gd name="connsiteX133" fmla="*/ 5457393 w 11269336"/>
              <a:gd name="connsiteY133" fmla="*/ 1986525 h 2323145"/>
              <a:gd name="connsiteX134" fmla="*/ 5447102 w 11269336"/>
              <a:gd name="connsiteY134" fmla="*/ 1998329 h 2323145"/>
              <a:gd name="connsiteX135" fmla="*/ 5159151 w 11269336"/>
              <a:gd name="connsiteY135" fmla="*/ 2029640 h 2323145"/>
              <a:gd name="connsiteX136" fmla="*/ 5041688 w 11269336"/>
              <a:gd name="connsiteY136" fmla="*/ 2022334 h 2323145"/>
              <a:gd name="connsiteX137" fmla="*/ 4860988 w 11269336"/>
              <a:gd name="connsiteY137" fmla="*/ 2135698 h 2323145"/>
              <a:gd name="connsiteX138" fmla="*/ 4807902 w 11269336"/>
              <a:gd name="connsiteY138" fmla="*/ 2138894 h 2323145"/>
              <a:gd name="connsiteX139" fmla="*/ 4765388 w 11269336"/>
              <a:gd name="connsiteY139" fmla="*/ 2162525 h 2323145"/>
              <a:gd name="connsiteX140" fmla="*/ 4745033 w 11269336"/>
              <a:gd name="connsiteY140" fmla="*/ 2158859 h 2323145"/>
              <a:gd name="connsiteX141" fmla="*/ 4741475 w 11269336"/>
              <a:gd name="connsiteY141" fmla="*/ 2157998 h 2323145"/>
              <a:gd name="connsiteX142" fmla="*/ 4728247 w 11269336"/>
              <a:gd name="connsiteY142" fmla="*/ 2159526 h 2323145"/>
              <a:gd name="connsiteX143" fmla="*/ 4723263 w 11269336"/>
              <a:gd name="connsiteY143" fmla="*/ 2153742 h 2323145"/>
              <a:gd name="connsiteX144" fmla="*/ 4702453 w 11269336"/>
              <a:gd name="connsiteY144" fmla="*/ 2151586 h 2323145"/>
              <a:gd name="connsiteX145" fmla="*/ 4678455 w 11269336"/>
              <a:gd name="connsiteY145" fmla="*/ 2156131 h 2323145"/>
              <a:gd name="connsiteX146" fmla="*/ 4593061 w 11269336"/>
              <a:gd name="connsiteY146" fmla="*/ 2171597 h 2323145"/>
              <a:gd name="connsiteX147" fmla="*/ 4579902 w 11269336"/>
              <a:gd name="connsiteY147" fmla="*/ 2177927 h 2323145"/>
              <a:gd name="connsiteX148" fmla="*/ 4533444 w 11269336"/>
              <a:gd name="connsiteY148" fmla="*/ 2181200 h 2323145"/>
              <a:gd name="connsiteX149" fmla="*/ 4492832 w 11269336"/>
              <a:gd name="connsiteY149" fmla="*/ 2188033 h 2323145"/>
              <a:gd name="connsiteX150" fmla="*/ 4467257 w 11269336"/>
              <a:gd name="connsiteY150" fmla="*/ 2196121 h 2323145"/>
              <a:gd name="connsiteX151" fmla="*/ 4459937 w 11269336"/>
              <a:gd name="connsiteY151" fmla="*/ 2195182 h 2323145"/>
              <a:gd name="connsiteX152" fmla="*/ 4433312 w 11269336"/>
              <a:gd name="connsiteY152" fmla="*/ 2199004 h 2323145"/>
              <a:gd name="connsiteX153" fmla="*/ 4420601 w 11269336"/>
              <a:gd name="connsiteY153" fmla="*/ 2205158 h 2323145"/>
              <a:gd name="connsiteX154" fmla="*/ 4405765 w 11269336"/>
              <a:gd name="connsiteY154" fmla="*/ 2199902 h 2323145"/>
              <a:gd name="connsiteX155" fmla="*/ 4401354 w 11269336"/>
              <a:gd name="connsiteY155" fmla="*/ 2194745 h 2323145"/>
              <a:gd name="connsiteX156" fmla="*/ 4383151 w 11269336"/>
              <a:gd name="connsiteY156" fmla="*/ 2201140 h 2323145"/>
              <a:gd name="connsiteX157" fmla="*/ 4366646 w 11269336"/>
              <a:gd name="connsiteY157" fmla="*/ 2198564 h 2323145"/>
              <a:gd name="connsiteX158" fmla="*/ 4354009 w 11269336"/>
              <a:gd name="connsiteY158" fmla="*/ 2204984 h 2323145"/>
              <a:gd name="connsiteX159" fmla="*/ 4348284 w 11269336"/>
              <a:gd name="connsiteY159" fmla="*/ 2205270 h 2323145"/>
              <a:gd name="connsiteX160" fmla="*/ 4333906 w 11269336"/>
              <a:gd name="connsiteY160" fmla="*/ 2205251 h 2323145"/>
              <a:gd name="connsiteX161" fmla="*/ 4308819 w 11269336"/>
              <a:gd name="connsiteY161" fmla="*/ 2203822 h 2323145"/>
              <a:gd name="connsiteX162" fmla="*/ 4301210 w 11269336"/>
              <a:gd name="connsiteY162" fmla="*/ 2204456 h 2323145"/>
              <a:gd name="connsiteX163" fmla="*/ 4283095 w 11269336"/>
              <a:gd name="connsiteY163" fmla="*/ 2198177 h 2323145"/>
              <a:gd name="connsiteX164" fmla="*/ 4250119 w 11269336"/>
              <a:gd name="connsiteY164" fmla="*/ 2196342 h 2323145"/>
              <a:gd name="connsiteX165" fmla="*/ 4189203 w 11269336"/>
              <a:gd name="connsiteY165" fmla="*/ 2178994 h 2323145"/>
              <a:gd name="connsiteX166" fmla="*/ 4154035 w 11269336"/>
              <a:gd name="connsiteY166" fmla="*/ 2171950 h 2323145"/>
              <a:gd name="connsiteX167" fmla="*/ 4129569 w 11269336"/>
              <a:gd name="connsiteY167" fmla="*/ 2163850 h 2323145"/>
              <a:gd name="connsiteX168" fmla="*/ 4061250 w 11269336"/>
              <a:gd name="connsiteY168" fmla="*/ 2159236 h 2323145"/>
              <a:gd name="connsiteX169" fmla="*/ 3945480 w 11269336"/>
              <a:gd name="connsiteY169" fmla="*/ 2158279 h 2323145"/>
              <a:gd name="connsiteX170" fmla="*/ 3921468 w 11269336"/>
              <a:gd name="connsiteY170" fmla="*/ 2156588 h 2323145"/>
              <a:gd name="connsiteX171" fmla="*/ 3903348 w 11269336"/>
              <a:gd name="connsiteY171" fmla="*/ 2149220 h 2323145"/>
              <a:gd name="connsiteX172" fmla="*/ 3901342 w 11269336"/>
              <a:gd name="connsiteY172" fmla="*/ 2142355 h 2323145"/>
              <a:gd name="connsiteX173" fmla="*/ 3888539 w 11269336"/>
              <a:gd name="connsiteY173" fmla="*/ 2140476 h 2323145"/>
              <a:gd name="connsiteX174" fmla="*/ 3885662 w 11269336"/>
              <a:gd name="connsiteY174" fmla="*/ 2138740 h 2323145"/>
              <a:gd name="connsiteX175" fmla="*/ 3868627 w 11269336"/>
              <a:gd name="connsiteY175" fmla="*/ 2130023 h 2323145"/>
              <a:gd name="connsiteX176" fmla="*/ 3819177 w 11269336"/>
              <a:gd name="connsiteY176" fmla="*/ 2142111 h 2323145"/>
              <a:gd name="connsiteX177" fmla="*/ 3769100 w 11269336"/>
              <a:gd name="connsiteY177" fmla="*/ 2131731 h 2323145"/>
              <a:gd name="connsiteX178" fmla="*/ 3562752 w 11269336"/>
              <a:gd name="connsiteY178" fmla="*/ 2131785 h 2323145"/>
              <a:gd name="connsiteX179" fmla="*/ 3541402 w 11269336"/>
              <a:gd name="connsiteY179" fmla="*/ 2106821 h 2323145"/>
              <a:gd name="connsiteX180" fmla="*/ 3365341 w 11269336"/>
              <a:gd name="connsiteY180" fmla="*/ 2077638 h 2323145"/>
              <a:gd name="connsiteX181" fmla="*/ 3170922 w 11269336"/>
              <a:gd name="connsiteY181" fmla="*/ 2115957 h 2323145"/>
              <a:gd name="connsiteX182" fmla="*/ 3156256 w 11269336"/>
              <a:gd name="connsiteY182" fmla="*/ 2124773 h 2323145"/>
              <a:gd name="connsiteX183" fmla="*/ 3140298 w 11269336"/>
              <a:gd name="connsiteY183" fmla="*/ 2129182 h 2323145"/>
              <a:gd name="connsiteX184" fmla="*/ 3138514 w 11269336"/>
              <a:gd name="connsiteY184" fmla="*/ 2128069 h 2323145"/>
              <a:gd name="connsiteX185" fmla="*/ 3120467 w 11269336"/>
              <a:gd name="connsiteY185" fmla="*/ 2128281 h 2323145"/>
              <a:gd name="connsiteX186" fmla="*/ 3116175 w 11269336"/>
              <a:gd name="connsiteY186" fmla="*/ 2131633 h 2323145"/>
              <a:gd name="connsiteX187" fmla="*/ 3103685 w 11269336"/>
              <a:gd name="connsiteY187" fmla="*/ 2132814 h 2323145"/>
              <a:gd name="connsiteX188" fmla="*/ 3078794 w 11269336"/>
              <a:gd name="connsiteY188" fmla="*/ 2137935 h 2323145"/>
              <a:gd name="connsiteX189" fmla="*/ 3074407 w 11269336"/>
              <a:gd name="connsiteY189" fmla="*/ 2136274 h 2323145"/>
              <a:gd name="connsiteX190" fmla="*/ 3037285 w 11269336"/>
              <a:gd name="connsiteY190" fmla="*/ 2139919 h 2323145"/>
              <a:gd name="connsiteX191" fmla="*/ 3036901 w 11269336"/>
              <a:gd name="connsiteY191" fmla="*/ 2138726 h 2323145"/>
              <a:gd name="connsiteX192" fmla="*/ 3026996 w 11269336"/>
              <a:gd name="connsiteY192" fmla="*/ 2134322 h 2323145"/>
              <a:gd name="connsiteX193" fmla="*/ 3007772 w 11269336"/>
              <a:gd name="connsiteY193" fmla="*/ 2128742 h 2323145"/>
              <a:gd name="connsiteX194" fmla="*/ 2965030 w 11269336"/>
              <a:gd name="connsiteY194" fmla="*/ 2100494 h 2323145"/>
              <a:gd name="connsiteX195" fmla="*/ 2926342 w 11269336"/>
              <a:gd name="connsiteY195" fmla="*/ 2104155 h 2323145"/>
              <a:gd name="connsiteX196" fmla="*/ 2918608 w 11269336"/>
              <a:gd name="connsiteY196" fmla="*/ 2104215 h 2323145"/>
              <a:gd name="connsiteX197" fmla="*/ 2918475 w 11269336"/>
              <a:gd name="connsiteY197" fmla="*/ 2103937 h 2323145"/>
              <a:gd name="connsiteX198" fmla="*/ 2910360 w 11269336"/>
              <a:gd name="connsiteY198" fmla="*/ 2103444 h 2323145"/>
              <a:gd name="connsiteX199" fmla="*/ 2904507 w 11269336"/>
              <a:gd name="connsiteY199" fmla="*/ 2104326 h 2323145"/>
              <a:gd name="connsiteX200" fmla="*/ 2889503 w 11269336"/>
              <a:gd name="connsiteY200" fmla="*/ 2104443 h 2323145"/>
              <a:gd name="connsiteX201" fmla="*/ 2884480 w 11269336"/>
              <a:gd name="connsiteY201" fmla="*/ 2102626 h 2323145"/>
              <a:gd name="connsiteX202" fmla="*/ 2882689 w 11269336"/>
              <a:gd name="connsiteY202" fmla="*/ 2099228 h 2323145"/>
              <a:gd name="connsiteX203" fmla="*/ 2881291 w 11269336"/>
              <a:gd name="connsiteY203" fmla="*/ 2099618 h 2323145"/>
              <a:gd name="connsiteX204" fmla="*/ 2853979 w 11269336"/>
              <a:gd name="connsiteY204" fmla="*/ 2090388 h 2323145"/>
              <a:gd name="connsiteX205" fmla="*/ 2791790 w 11269336"/>
              <a:gd name="connsiteY205" fmla="*/ 2080332 h 2323145"/>
              <a:gd name="connsiteX206" fmla="*/ 2755844 w 11269336"/>
              <a:gd name="connsiteY206" fmla="*/ 2078874 h 2323145"/>
              <a:gd name="connsiteX207" fmla="*/ 2657742 w 11269336"/>
              <a:gd name="connsiteY207" fmla="*/ 2070179 h 2323145"/>
              <a:gd name="connsiteX208" fmla="*/ 2559549 w 11269336"/>
              <a:gd name="connsiteY208" fmla="*/ 2057873 h 2323145"/>
              <a:gd name="connsiteX209" fmla="*/ 2512054 w 11269336"/>
              <a:gd name="connsiteY209" fmla="*/ 2031671 h 2323145"/>
              <a:gd name="connsiteX210" fmla="*/ 2506437 w 11269336"/>
              <a:gd name="connsiteY210" fmla="*/ 2030918 h 2323145"/>
              <a:gd name="connsiteX211" fmla="*/ 2491752 w 11269336"/>
              <a:gd name="connsiteY211" fmla="*/ 2033906 h 2323145"/>
              <a:gd name="connsiteX212" fmla="*/ 2486338 w 11269336"/>
              <a:gd name="connsiteY212" fmla="*/ 2035862 h 2323145"/>
              <a:gd name="connsiteX213" fmla="*/ 2478186 w 11269336"/>
              <a:gd name="connsiteY213" fmla="*/ 2036953 h 2323145"/>
              <a:gd name="connsiteX214" fmla="*/ 2477950 w 11269336"/>
              <a:gd name="connsiteY214" fmla="*/ 2036715 h 2323145"/>
              <a:gd name="connsiteX215" fmla="*/ 2470381 w 11269336"/>
              <a:gd name="connsiteY215" fmla="*/ 2038256 h 2323145"/>
              <a:gd name="connsiteX216" fmla="*/ 2433781 w 11269336"/>
              <a:gd name="connsiteY216" fmla="*/ 2049140 h 2323145"/>
              <a:gd name="connsiteX217" fmla="*/ 2381172 w 11269336"/>
              <a:gd name="connsiteY217" fmla="*/ 2030645 h 2323145"/>
              <a:gd name="connsiteX218" fmla="*/ 2360198 w 11269336"/>
              <a:gd name="connsiteY218" fmla="*/ 2029059 h 2323145"/>
              <a:gd name="connsiteX219" fmla="*/ 2348815 w 11269336"/>
              <a:gd name="connsiteY219" fmla="*/ 2026798 h 2323145"/>
              <a:gd name="connsiteX220" fmla="*/ 2347988 w 11269336"/>
              <a:gd name="connsiteY220" fmla="*/ 2025745 h 2323145"/>
              <a:gd name="connsiteX221" fmla="*/ 2312920 w 11269336"/>
              <a:gd name="connsiteY221" fmla="*/ 2036311 h 2323145"/>
              <a:gd name="connsiteX222" fmla="*/ 2307986 w 11269336"/>
              <a:gd name="connsiteY222" fmla="*/ 2035583 h 2323145"/>
              <a:gd name="connsiteX223" fmla="*/ 2285481 w 11269336"/>
              <a:gd name="connsiteY223" fmla="*/ 2045197 h 2323145"/>
              <a:gd name="connsiteX224" fmla="*/ 2273666 w 11269336"/>
              <a:gd name="connsiteY224" fmla="*/ 2048710 h 2323145"/>
              <a:gd name="connsiteX225" fmla="*/ 2270719 w 11269336"/>
              <a:gd name="connsiteY225" fmla="*/ 2052702 h 2323145"/>
              <a:gd name="connsiteX226" fmla="*/ 2253080 w 11269336"/>
              <a:gd name="connsiteY226" fmla="*/ 2056363 h 2323145"/>
              <a:gd name="connsiteX227" fmla="*/ 2250906 w 11269336"/>
              <a:gd name="connsiteY227" fmla="*/ 2055654 h 2323145"/>
              <a:gd name="connsiteX228" fmla="*/ 2236905 w 11269336"/>
              <a:gd name="connsiteY228" fmla="*/ 2062882 h 2323145"/>
              <a:gd name="connsiteX229" fmla="*/ 2225830 w 11269336"/>
              <a:gd name="connsiteY229" fmla="*/ 2074027 h 2323145"/>
              <a:gd name="connsiteX230" fmla="*/ 2073776 w 11269336"/>
              <a:gd name="connsiteY230" fmla="*/ 2089244 h 2323145"/>
              <a:gd name="connsiteX231" fmla="*/ 1948256 w 11269336"/>
              <a:gd name="connsiteY231" fmla="*/ 2146616 h 2323145"/>
              <a:gd name="connsiteX232" fmla="*/ 1865582 w 11269336"/>
              <a:gd name="connsiteY232" fmla="*/ 2153738 h 2323145"/>
              <a:gd name="connsiteX233" fmla="*/ 1835210 w 11269336"/>
              <a:gd name="connsiteY233" fmla="*/ 2134244 h 2323145"/>
              <a:gd name="connsiteX234" fmla="*/ 1632661 w 11269336"/>
              <a:gd name="connsiteY234" fmla="*/ 2173882 h 2323145"/>
              <a:gd name="connsiteX235" fmla="*/ 1579590 w 11269336"/>
              <a:gd name="connsiteY235" fmla="*/ 2173680 h 2323145"/>
              <a:gd name="connsiteX236" fmla="*/ 1535601 w 11269336"/>
              <a:gd name="connsiteY236" fmla="*/ 2194590 h 2323145"/>
              <a:gd name="connsiteX237" fmla="*/ 1515594 w 11269336"/>
              <a:gd name="connsiteY237" fmla="*/ 2189622 h 2323145"/>
              <a:gd name="connsiteX238" fmla="*/ 1512113 w 11269336"/>
              <a:gd name="connsiteY238" fmla="*/ 2188534 h 2323145"/>
              <a:gd name="connsiteX239" fmla="*/ 1498838 w 11269336"/>
              <a:gd name="connsiteY239" fmla="*/ 2189213 h 2323145"/>
              <a:gd name="connsiteX240" fmla="*/ 1494279 w 11269336"/>
              <a:gd name="connsiteY240" fmla="*/ 2183112 h 2323145"/>
              <a:gd name="connsiteX241" fmla="*/ 1473714 w 11269336"/>
              <a:gd name="connsiteY241" fmla="*/ 2179625 h 2323145"/>
              <a:gd name="connsiteX242" fmla="*/ 1449503 w 11269336"/>
              <a:gd name="connsiteY242" fmla="*/ 2182633 h 2323145"/>
              <a:gd name="connsiteX243" fmla="*/ 1266687 w 11269336"/>
              <a:gd name="connsiteY243" fmla="*/ 2212688 h 2323145"/>
              <a:gd name="connsiteX244" fmla="*/ 1239614 w 11269336"/>
              <a:gd name="connsiteY244" fmla="*/ 2209727 h 2323145"/>
              <a:gd name="connsiteX245" fmla="*/ 1202436 w 11269336"/>
              <a:gd name="connsiteY245" fmla="*/ 2209817 h 2323145"/>
              <a:gd name="connsiteX246" fmla="*/ 1136097 w 11269336"/>
              <a:gd name="connsiteY246" fmla="*/ 2205112 h 2323145"/>
              <a:gd name="connsiteX247" fmla="*/ 988232 w 11269336"/>
              <a:gd name="connsiteY247" fmla="*/ 2235635 h 2323145"/>
              <a:gd name="connsiteX248" fmla="*/ 981959 w 11269336"/>
              <a:gd name="connsiteY248" fmla="*/ 2231607 h 2323145"/>
              <a:gd name="connsiteX249" fmla="*/ 938600 w 11269336"/>
              <a:gd name="connsiteY249" fmla="*/ 2238113 h 2323145"/>
              <a:gd name="connsiteX250" fmla="*/ 791788 w 11269336"/>
              <a:gd name="connsiteY250" fmla="*/ 2293224 h 2323145"/>
              <a:gd name="connsiteX251" fmla="*/ 706914 w 11269336"/>
              <a:gd name="connsiteY251" fmla="*/ 2305046 h 2323145"/>
              <a:gd name="connsiteX252" fmla="*/ 675971 w 11269336"/>
              <a:gd name="connsiteY252" fmla="*/ 2304030 h 2323145"/>
              <a:gd name="connsiteX253" fmla="*/ 624180 w 11269336"/>
              <a:gd name="connsiteY253" fmla="*/ 2302650 h 2323145"/>
              <a:gd name="connsiteX254" fmla="*/ 583453 w 11269336"/>
              <a:gd name="connsiteY254" fmla="*/ 2288788 h 2323145"/>
              <a:gd name="connsiteX255" fmla="*/ 540946 w 11269336"/>
              <a:gd name="connsiteY255" fmla="*/ 2292721 h 2323145"/>
              <a:gd name="connsiteX256" fmla="*/ 533680 w 11269336"/>
              <a:gd name="connsiteY256" fmla="*/ 2310233 h 2323145"/>
              <a:gd name="connsiteX257" fmla="*/ 487366 w 11269336"/>
              <a:gd name="connsiteY257" fmla="*/ 2309053 h 2323145"/>
              <a:gd name="connsiteX258" fmla="*/ 416820 w 11269336"/>
              <a:gd name="connsiteY258" fmla="*/ 2305443 h 2323145"/>
              <a:gd name="connsiteX259" fmla="*/ 376805 w 11269336"/>
              <a:gd name="connsiteY259" fmla="*/ 2307647 h 2323145"/>
              <a:gd name="connsiteX260" fmla="*/ 266777 w 11269336"/>
              <a:gd name="connsiteY260" fmla="*/ 2309012 h 2323145"/>
              <a:gd name="connsiteX261" fmla="*/ 156013 w 11269336"/>
              <a:gd name="connsiteY261" fmla="*/ 2306832 h 2323145"/>
              <a:gd name="connsiteX262" fmla="*/ 87258 w 11269336"/>
              <a:gd name="connsiteY262" fmla="*/ 2285511 h 2323145"/>
              <a:gd name="connsiteX263" fmla="*/ 23798 w 11269336"/>
              <a:gd name="connsiteY263" fmla="*/ 2281822 h 2323145"/>
              <a:gd name="connsiteX264" fmla="*/ 0 w 11269336"/>
              <a:gd name="connsiteY264" fmla="*/ 2285369 h 2323145"/>
              <a:gd name="connsiteX265" fmla="*/ 0 w 11269336"/>
              <a:gd name="connsiteY265"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380600 w 11269336"/>
              <a:gd name="connsiteY19" fmla="*/ 549821 h 2323145"/>
              <a:gd name="connsiteX20" fmla="*/ 9263254 w 11269336"/>
              <a:gd name="connsiteY20" fmla="*/ 645662 h 2323145"/>
              <a:gd name="connsiteX21" fmla="*/ 9162278 w 11269336"/>
              <a:gd name="connsiteY21" fmla="*/ 704724 h 2323145"/>
              <a:gd name="connsiteX22" fmla="*/ 8977138 w 11269336"/>
              <a:gd name="connsiteY22" fmla="*/ 774970 h 2323145"/>
              <a:gd name="connsiteX23" fmla="*/ 9070855 w 11269336"/>
              <a:gd name="connsiteY23" fmla="*/ 794621 h 2323145"/>
              <a:gd name="connsiteX24" fmla="*/ 8914746 w 11269336"/>
              <a:gd name="connsiteY24" fmla="*/ 826428 h 2323145"/>
              <a:gd name="connsiteX25" fmla="*/ 8917778 w 11269336"/>
              <a:gd name="connsiteY25" fmla="*/ 835198 h 2323145"/>
              <a:gd name="connsiteX26" fmla="*/ 8905560 w 11269336"/>
              <a:gd name="connsiteY26" fmla="*/ 838358 h 2323145"/>
              <a:gd name="connsiteX27" fmla="*/ 8897564 w 11269336"/>
              <a:gd name="connsiteY27" fmla="*/ 834287 h 2323145"/>
              <a:gd name="connsiteX28" fmla="*/ 8878040 w 11269336"/>
              <a:gd name="connsiteY28" fmla="*/ 844150 h 2323145"/>
              <a:gd name="connsiteX29" fmla="*/ 8795998 w 11269336"/>
              <a:gd name="connsiteY29" fmla="*/ 863337 h 2323145"/>
              <a:gd name="connsiteX30" fmla="*/ 8776970 w 11269336"/>
              <a:gd name="connsiteY30" fmla="*/ 885177 h 2323145"/>
              <a:gd name="connsiteX31" fmla="*/ 8755719 w 11269336"/>
              <a:gd name="connsiteY31" fmla="*/ 889754 h 2323145"/>
              <a:gd name="connsiteX32" fmla="*/ 8743257 w 11269336"/>
              <a:gd name="connsiteY32" fmla="*/ 904723 h 2323145"/>
              <a:gd name="connsiteX33" fmla="*/ 8721366 w 11269336"/>
              <a:gd name="connsiteY33" fmla="*/ 904711 h 2323145"/>
              <a:gd name="connsiteX34" fmla="*/ 8678353 w 11269336"/>
              <a:gd name="connsiteY34" fmla="*/ 926318 h 2323145"/>
              <a:gd name="connsiteX35" fmla="*/ 8636849 w 11269336"/>
              <a:gd name="connsiteY35" fmla="*/ 937900 h 2323145"/>
              <a:gd name="connsiteX36" fmla="*/ 8620213 w 11269336"/>
              <a:gd name="connsiteY36" fmla="*/ 943068 h 2323145"/>
              <a:gd name="connsiteX37" fmla="*/ 8612581 w 11269336"/>
              <a:gd name="connsiteY37" fmla="*/ 952695 h 2323145"/>
              <a:gd name="connsiteX38" fmla="*/ 8589038 w 11269336"/>
              <a:gd name="connsiteY38" fmla="*/ 963892 h 2323145"/>
              <a:gd name="connsiteX39" fmla="*/ 8579950 w 11269336"/>
              <a:gd name="connsiteY39" fmla="*/ 960899 h 2323145"/>
              <a:gd name="connsiteX40" fmla="*/ 8579319 w 11269336"/>
              <a:gd name="connsiteY40" fmla="*/ 965630 h 2323145"/>
              <a:gd name="connsiteX41" fmla="*/ 8547429 w 11269336"/>
              <a:gd name="connsiteY41" fmla="*/ 984506 h 2323145"/>
              <a:gd name="connsiteX42" fmla="*/ 8478704 w 11269336"/>
              <a:gd name="connsiteY42" fmla="*/ 1025490 h 2323145"/>
              <a:gd name="connsiteX43" fmla="*/ 8461421 w 11269336"/>
              <a:gd name="connsiteY43" fmla="*/ 1035512 h 2323145"/>
              <a:gd name="connsiteX44" fmla="*/ 8445003 w 11269336"/>
              <a:gd name="connsiteY44" fmla="*/ 1036851 h 2323145"/>
              <a:gd name="connsiteX45" fmla="*/ 8357350 w 11269336"/>
              <a:gd name="connsiteY45" fmla="*/ 1060213 h 2323145"/>
              <a:gd name="connsiteX46" fmla="*/ 8335565 w 11269336"/>
              <a:gd name="connsiteY46" fmla="*/ 1061151 h 2323145"/>
              <a:gd name="connsiteX47" fmla="*/ 8325267 w 11269336"/>
              <a:gd name="connsiteY47" fmla="*/ 1055919 h 2323145"/>
              <a:gd name="connsiteX48" fmla="*/ 8293586 w 11269336"/>
              <a:gd name="connsiteY48" fmla="*/ 1076144 h 2323145"/>
              <a:gd name="connsiteX49" fmla="*/ 8242405 w 11269336"/>
              <a:gd name="connsiteY49" fmla="*/ 1095960 h 2323145"/>
              <a:gd name="connsiteX50" fmla="*/ 8197391 w 11269336"/>
              <a:gd name="connsiteY50" fmla="*/ 1107746 h 2323145"/>
              <a:gd name="connsiteX51" fmla="*/ 8081474 w 11269336"/>
              <a:gd name="connsiteY51" fmla="*/ 1130125 h 2323145"/>
              <a:gd name="connsiteX52" fmla="*/ 8053585 w 11269336"/>
              <a:gd name="connsiteY52" fmla="*/ 1129169 h 2323145"/>
              <a:gd name="connsiteX53" fmla="*/ 8038422 w 11269336"/>
              <a:gd name="connsiteY53" fmla="*/ 1119092 h 2323145"/>
              <a:gd name="connsiteX54" fmla="*/ 8029450 w 11269336"/>
              <a:gd name="connsiteY54" fmla="*/ 1125592 h 2323145"/>
              <a:gd name="connsiteX55" fmla="*/ 7959552 w 11269336"/>
              <a:gd name="connsiteY55" fmla="*/ 1140188 h 2323145"/>
              <a:gd name="connsiteX56" fmla="*/ 7914188 w 11269336"/>
              <a:gd name="connsiteY56" fmla="*/ 1150862 h 2323145"/>
              <a:gd name="connsiteX57" fmla="*/ 7914918 w 11269336"/>
              <a:gd name="connsiteY57" fmla="*/ 1168758 h 2323145"/>
              <a:gd name="connsiteX58" fmla="*/ 7875510 w 11269336"/>
              <a:gd name="connsiteY58" fmla="*/ 1183153 h 2323145"/>
              <a:gd name="connsiteX59" fmla="*/ 7829932 w 11269336"/>
              <a:gd name="connsiteY59" fmla="*/ 1180782 h 2323145"/>
              <a:gd name="connsiteX60" fmla="*/ 7779182 w 11269336"/>
              <a:gd name="connsiteY60" fmla="*/ 1192665 h 2323145"/>
              <a:gd name="connsiteX61" fmla="*/ 7748774 w 11269336"/>
              <a:gd name="connsiteY61" fmla="*/ 1199586 h 2323145"/>
              <a:gd name="connsiteX62" fmla="*/ 7671846 w 11269336"/>
              <a:gd name="connsiteY62" fmla="*/ 1231966 h 2323145"/>
              <a:gd name="connsiteX63" fmla="*/ 7554146 w 11269336"/>
              <a:gd name="connsiteY63" fmla="*/ 1319748 h 2323145"/>
              <a:gd name="connsiteX64" fmla="*/ 7515052 w 11269336"/>
              <a:gd name="connsiteY64" fmla="*/ 1336718 h 2323145"/>
              <a:gd name="connsiteX65" fmla="*/ 7507193 w 11269336"/>
              <a:gd name="connsiteY65" fmla="*/ 1334617 h 2323145"/>
              <a:gd name="connsiteX66" fmla="*/ 7461694 w 11269336"/>
              <a:gd name="connsiteY66" fmla="*/ 1375866 h 2323145"/>
              <a:gd name="connsiteX67" fmla="*/ 7377571 w 11269336"/>
              <a:gd name="connsiteY67" fmla="*/ 1400128 h 2323145"/>
              <a:gd name="connsiteX68" fmla="*/ 7311261 w 11269336"/>
              <a:gd name="connsiteY68" fmla="*/ 1412652 h 2323145"/>
              <a:gd name="connsiteX69" fmla="*/ 7275307 w 11269336"/>
              <a:gd name="connsiteY69" fmla="*/ 1422171 h 2323145"/>
              <a:gd name="connsiteX70" fmla="*/ 7247783 w 11269336"/>
              <a:gd name="connsiteY70" fmla="*/ 1426330 h 2323145"/>
              <a:gd name="connsiteX71" fmla="*/ 7185047 w 11269336"/>
              <a:gd name="connsiteY71" fmla="*/ 1451812 h 2323145"/>
              <a:gd name="connsiteX72" fmla="*/ 7084117 w 11269336"/>
              <a:gd name="connsiteY72" fmla="*/ 1500281 h 2323145"/>
              <a:gd name="connsiteX73" fmla="*/ 7062011 w 11269336"/>
              <a:gd name="connsiteY73" fmla="*/ 1509183 h 2323145"/>
              <a:gd name="connsiteX74" fmla="*/ 7040555 w 11269336"/>
              <a:gd name="connsiteY74" fmla="*/ 1511207 h 2323145"/>
              <a:gd name="connsiteX75" fmla="*/ 7033438 w 11269336"/>
              <a:gd name="connsiteY75" fmla="*/ 1506772 h 2323145"/>
              <a:gd name="connsiteX76" fmla="*/ 7020886 w 11269336"/>
              <a:gd name="connsiteY76" fmla="*/ 1510764 h 2323145"/>
              <a:gd name="connsiteX77" fmla="*/ 7017033 w 11269336"/>
              <a:gd name="connsiteY77" fmla="*/ 1510650 h 2323145"/>
              <a:gd name="connsiteX78" fmla="*/ 6995460 w 11269336"/>
              <a:gd name="connsiteY78" fmla="*/ 1511173 h 2323145"/>
              <a:gd name="connsiteX79" fmla="*/ 6962144 w 11269336"/>
              <a:gd name="connsiteY79" fmla="*/ 1541508 h 2323145"/>
              <a:gd name="connsiteX80" fmla="*/ 6910674 w 11269336"/>
              <a:gd name="connsiteY80" fmla="*/ 1554793 h 2323145"/>
              <a:gd name="connsiteX81" fmla="*/ 6732152 w 11269336"/>
              <a:gd name="connsiteY81" fmla="*/ 1642538 h 2323145"/>
              <a:gd name="connsiteX82" fmla="*/ 6694106 w 11269336"/>
              <a:gd name="connsiteY82" fmla="*/ 1632377 h 2323145"/>
              <a:gd name="connsiteX83" fmla="*/ 6617223 w 11269336"/>
              <a:gd name="connsiteY83" fmla="*/ 1659889 h 2323145"/>
              <a:gd name="connsiteX84" fmla="*/ 6521138 w 11269336"/>
              <a:gd name="connsiteY84" fmla="*/ 1744340 h 2323145"/>
              <a:gd name="connsiteX85" fmla="*/ 6380677 w 11269336"/>
              <a:gd name="connsiteY85" fmla="*/ 1796883 h 2323145"/>
              <a:gd name="connsiteX86" fmla="*/ 6374897 w 11269336"/>
              <a:gd name="connsiteY86" fmla="*/ 1809910 h 2323145"/>
              <a:gd name="connsiteX87" fmla="*/ 6364545 w 11269336"/>
              <a:gd name="connsiteY87" fmla="*/ 1820090 h 2323145"/>
              <a:gd name="connsiteX88" fmla="*/ 6362126 w 11269336"/>
              <a:gd name="connsiteY88" fmla="*/ 1819991 h 2323145"/>
              <a:gd name="connsiteX89" fmla="*/ 6346673 w 11269336"/>
              <a:gd name="connsiteY89" fmla="*/ 1827824 h 2323145"/>
              <a:gd name="connsiteX90" fmla="*/ 6345588 w 11269336"/>
              <a:gd name="connsiteY90" fmla="*/ 1832232 h 2323145"/>
              <a:gd name="connsiteX91" fmla="*/ 6335708 w 11269336"/>
              <a:gd name="connsiteY91" fmla="*/ 1838451 h 2323145"/>
              <a:gd name="connsiteX92" fmla="*/ 6318182 w 11269336"/>
              <a:gd name="connsiteY92" fmla="*/ 1852975 h 2323145"/>
              <a:gd name="connsiteX93" fmla="*/ 6313084 w 11269336"/>
              <a:gd name="connsiteY93" fmla="*/ 1853561 h 2323145"/>
              <a:gd name="connsiteX94" fmla="*/ 6283816 w 11269336"/>
              <a:gd name="connsiteY94" fmla="*/ 1872148 h 2323145"/>
              <a:gd name="connsiteX95" fmla="*/ 6282550 w 11269336"/>
              <a:gd name="connsiteY95" fmla="*/ 1871392 h 2323145"/>
              <a:gd name="connsiteX96" fmla="*/ 6270527 w 11269336"/>
              <a:gd name="connsiteY96" fmla="*/ 1872208 h 2323145"/>
              <a:gd name="connsiteX97" fmla="*/ 6249518 w 11269336"/>
              <a:gd name="connsiteY97" fmla="*/ 1876079 h 2323145"/>
              <a:gd name="connsiteX98" fmla="*/ 6190386 w 11269336"/>
              <a:gd name="connsiteY98" fmla="*/ 1872478 h 2323145"/>
              <a:gd name="connsiteX99" fmla="*/ 6159777 w 11269336"/>
              <a:gd name="connsiteY99" fmla="*/ 1891745 h 2323145"/>
              <a:gd name="connsiteX100" fmla="*/ 6153131 w 11269336"/>
              <a:gd name="connsiteY100" fmla="*/ 1895079 h 2323145"/>
              <a:gd name="connsiteX101" fmla="*/ 6152798 w 11269336"/>
              <a:gd name="connsiteY101" fmla="*/ 1894920 h 2323145"/>
              <a:gd name="connsiteX102" fmla="*/ 6145388 w 11269336"/>
              <a:gd name="connsiteY102" fmla="*/ 1897990 h 2323145"/>
              <a:gd name="connsiteX103" fmla="*/ 6141014 w 11269336"/>
              <a:gd name="connsiteY103" fmla="*/ 1901155 h 2323145"/>
              <a:gd name="connsiteX104" fmla="*/ 6128122 w 11269336"/>
              <a:gd name="connsiteY104" fmla="*/ 1907623 h 2323145"/>
              <a:gd name="connsiteX105" fmla="*/ 6122351 w 11269336"/>
              <a:gd name="connsiteY105" fmla="*/ 1908359 h 2323145"/>
              <a:gd name="connsiteX106" fmla="*/ 6064750 w 11269336"/>
              <a:gd name="connsiteY106" fmla="*/ 1896394 h 2323145"/>
              <a:gd name="connsiteX107" fmla="*/ 5964230 w 11269336"/>
              <a:gd name="connsiteY107" fmla="*/ 1910038 h 2323145"/>
              <a:gd name="connsiteX108" fmla="*/ 5865399 w 11269336"/>
              <a:gd name="connsiteY108" fmla="*/ 1926966 h 2323145"/>
              <a:gd name="connsiteX109" fmla="*/ 5829951 w 11269336"/>
              <a:gd name="connsiteY109" fmla="*/ 1934755 h 2323145"/>
              <a:gd name="connsiteX110" fmla="*/ 5765285 w 11269336"/>
              <a:gd name="connsiteY110" fmla="*/ 1941322 h 2323145"/>
              <a:gd name="connsiteX111" fmla="*/ 5734750 w 11269336"/>
              <a:gd name="connsiteY111" fmla="*/ 1939793 h 2323145"/>
              <a:gd name="connsiteX112" fmla="*/ 5733569 w 11269336"/>
              <a:gd name="connsiteY112" fmla="*/ 1940505 h 2323145"/>
              <a:gd name="connsiteX113" fmla="*/ 5730329 w 11269336"/>
              <a:gd name="connsiteY113" fmla="*/ 1937845 h 2323145"/>
              <a:gd name="connsiteX114" fmla="*/ 5724661 w 11269336"/>
              <a:gd name="connsiteY114" fmla="*/ 1937455 h 2323145"/>
              <a:gd name="connsiteX115" fmla="*/ 5710186 w 11269336"/>
              <a:gd name="connsiteY115" fmla="*/ 1941370 h 2323145"/>
              <a:gd name="connsiteX116" fmla="*/ 5704910 w 11269336"/>
              <a:gd name="connsiteY116" fmla="*/ 1943663 h 2323145"/>
              <a:gd name="connsiteX117" fmla="*/ 5696836 w 11269336"/>
              <a:gd name="connsiteY117" fmla="*/ 1945271 h 2323145"/>
              <a:gd name="connsiteX118" fmla="*/ 5696583 w 11269336"/>
              <a:gd name="connsiteY118" fmla="*/ 1945050 h 2323145"/>
              <a:gd name="connsiteX119" fmla="*/ 5689123 w 11269336"/>
              <a:gd name="connsiteY119" fmla="*/ 1947067 h 2323145"/>
              <a:gd name="connsiteX120" fmla="*/ 5653291 w 11269336"/>
              <a:gd name="connsiteY120" fmla="*/ 1960245 h 2323145"/>
              <a:gd name="connsiteX121" fmla="*/ 5599385 w 11269336"/>
              <a:gd name="connsiteY121" fmla="*/ 1945198 h 2323145"/>
              <a:gd name="connsiteX122" fmla="*/ 5578300 w 11269336"/>
              <a:gd name="connsiteY122" fmla="*/ 1944963 h 2323145"/>
              <a:gd name="connsiteX123" fmla="*/ 5566758 w 11269336"/>
              <a:gd name="connsiteY123" fmla="*/ 1943441 h 2323145"/>
              <a:gd name="connsiteX124" fmla="*/ 5565857 w 11269336"/>
              <a:gd name="connsiteY124" fmla="*/ 1942445 h 2323145"/>
              <a:gd name="connsiteX125" fmla="*/ 5531534 w 11269336"/>
              <a:gd name="connsiteY125" fmla="*/ 1955208 h 2323145"/>
              <a:gd name="connsiteX126" fmla="*/ 5526552 w 11269336"/>
              <a:gd name="connsiteY126" fmla="*/ 1954799 h 2323145"/>
              <a:gd name="connsiteX127" fmla="*/ 5504723 w 11269336"/>
              <a:gd name="connsiteY127" fmla="*/ 1965811 h 2323145"/>
              <a:gd name="connsiteX128" fmla="*/ 5493156 w 11269336"/>
              <a:gd name="connsiteY128" fmla="*/ 1970063 h 2323145"/>
              <a:gd name="connsiteX129" fmla="*/ 5490486 w 11269336"/>
              <a:gd name="connsiteY129" fmla="*/ 1974227 h 2323145"/>
              <a:gd name="connsiteX130" fmla="*/ 5473107 w 11269336"/>
              <a:gd name="connsiteY130" fmla="*/ 1979001 h 2323145"/>
              <a:gd name="connsiteX131" fmla="*/ 5470885 w 11269336"/>
              <a:gd name="connsiteY131" fmla="*/ 1978432 h 2323145"/>
              <a:gd name="connsiteX132" fmla="*/ 5457393 w 11269336"/>
              <a:gd name="connsiteY132" fmla="*/ 1986525 h 2323145"/>
              <a:gd name="connsiteX133" fmla="*/ 5447102 w 11269336"/>
              <a:gd name="connsiteY133" fmla="*/ 1998329 h 2323145"/>
              <a:gd name="connsiteX134" fmla="*/ 5159151 w 11269336"/>
              <a:gd name="connsiteY134" fmla="*/ 2029640 h 2323145"/>
              <a:gd name="connsiteX135" fmla="*/ 5041688 w 11269336"/>
              <a:gd name="connsiteY135" fmla="*/ 2022334 h 2323145"/>
              <a:gd name="connsiteX136" fmla="*/ 4860988 w 11269336"/>
              <a:gd name="connsiteY136" fmla="*/ 2135698 h 2323145"/>
              <a:gd name="connsiteX137" fmla="*/ 4807902 w 11269336"/>
              <a:gd name="connsiteY137" fmla="*/ 2138894 h 2323145"/>
              <a:gd name="connsiteX138" fmla="*/ 4765388 w 11269336"/>
              <a:gd name="connsiteY138" fmla="*/ 2162525 h 2323145"/>
              <a:gd name="connsiteX139" fmla="*/ 4745033 w 11269336"/>
              <a:gd name="connsiteY139" fmla="*/ 2158859 h 2323145"/>
              <a:gd name="connsiteX140" fmla="*/ 4741475 w 11269336"/>
              <a:gd name="connsiteY140" fmla="*/ 2157998 h 2323145"/>
              <a:gd name="connsiteX141" fmla="*/ 4728247 w 11269336"/>
              <a:gd name="connsiteY141" fmla="*/ 2159526 h 2323145"/>
              <a:gd name="connsiteX142" fmla="*/ 4723263 w 11269336"/>
              <a:gd name="connsiteY142" fmla="*/ 2153742 h 2323145"/>
              <a:gd name="connsiteX143" fmla="*/ 4702453 w 11269336"/>
              <a:gd name="connsiteY143" fmla="*/ 2151586 h 2323145"/>
              <a:gd name="connsiteX144" fmla="*/ 4678455 w 11269336"/>
              <a:gd name="connsiteY144" fmla="*/ 2156131 h 2323145"/>
              <a:gd name="connsiteX145" fmla="*/ 4593061 w 11269336"/>
              <a:gd name="connsiteY145" fmla="*/ 2171597 h 2323145"/>
              <a:gd name="connsiteX146" fmla="*/ 4579902 w 11269336"/>
              <a:gd name="connsiteY146" fmla="*/ 2177927 h 2323145"/>
              <a:gd name="connsiteX147" fmla="*/ 4533444 w 11269336"/>
              <a:gd name="connsiteY147" fmla="*/ 2181200 h 2323145"/>
              <a:gd name="connsiteX148" fmla="*/ 4492832 w 11269336"/>
              <a:gd name="connsiteY148" fmla="*/ 2188033 h 2323145"/>
              <a:gd name="connsiteX149" fmla="*/ 4467257 w 11269336"/>
              <a:gd name="connsiteY149" fmla="*/ 2196121 h 2323145"/>
              <a:gd name="connsiteX150" fmla="*/ 4459937 w 11269336"/>
              <a:gd name="connsiteY150" fmla="*/ 2195182 h 2323145"/>
              <a:gd name="connsiteX151" fmla="*/ 4433312 w 11269336"/>
              <a:gd name="connsiteY151" fmla="*/ 2199004 h 2323145"/>
              <a:gd name="connsiteX152" fmla="*/ 4420601 w 11269336"/>
              <a:gd name="connsiteY152" fmla="*/ 2205158 h 2323145"/>
              <a:gd name="connsiteX153" fmla="*/ 4405765 w 11269336"/>
              <a:gd name="connsiteY153" fmla="*/ 2199902 h 2323145"/>
              <a:gd name="connsiteX154" fmla="*/ 4401354 w 11269336"/>
              <a:gd name="connsiteY154" fmla="*/ 2194745 h 2323145"/>
              <a:gd name="connsiteX155" fmla="*/ 4383151 w 11269336"/>
              <a:gd name="connsiteY155" fmla="*/ 2201140 h 2323145"/>
              <a:gd name="connsiteX156" fmla="*/ 4366646 w 11269336"/>
              <a:gd name="connsiteY156" fmla="*/ 2198564 h 2323145"/>
              <a:gd name="connsiteX157" fmla="*/ 4354009 w 11269336"/>
              <a:gd name="connsiteY157" fmla="*/ 2204984 h 2323145"/>
              <a:gd name="connsiteX158" fmla="*/ 4348284 w 11269336"/>
              <a:gd name="connsiteY158" fmla="*/ 2205270 h 2323145"/>
              <a:gd name="connsiteX159" fmla="*/ 4333906 w 11269336"/>
              <a:gd name="connsiteY159" fmla="*/ 2205251 h 2323145"/>
              <a:gd name="connsiteX160" fmla="*/ 4308819 w 11269336"/>
              <a:gd name="connsiteY160" fmla="*/ 2203822 h 2323145"/>
              <a:gd name="connsiteX161" fmla="*/ 4301210 w 11269336"/>
              <a:gd name="connsiteY161" fmla="*/ 2204456 h 2323145"/>
              <a:gd name="connsiteX162" fmla="*/ 4283095 w 11269336"/>
              <a:gd name="connsiteY162" fmla="*/ 2198177 h 2323145"/>
              <a:gd name="connsiteX163" fmla="*/ 4250119 w 11269336"/>
              <a:gd name="connsiteY163" fmla="*/ 2196342 h 2323145"/>
              <a:gd name="connsiteX164" fmla="*/ 4189203 w 11269336"/>
              <a:gd name="connsiteY164" fmla="*/ 2178994 h 2323145"/>
              <a:gd name="connsiteX165" fmla="*/ 4154035 w 11269336"/>
              <a:gd name="connsiteY165" fmla="*/ 2171950 h 2323145"/>
              <a:gd name="connsiteX166" fmla="*/ 4129569 w 11269336"/>
              <a:gd name="connsiteY166" fmla="*/ 2163850 h 2323145"/>
              <a:gd name="connsiteX167" fmla="*/ 4061250 w 11269336"/>
              <a:gd name="connsiteY167" fmla="*/ 2159236 h 2323145"/>
              <a:gd name="connsiteX168" fmla="*/ 3945480 w 11269336"/>
              <a:gd name="connsiteY168" fmla="*/ 2158279 h 2323145"/>
              <a:gd name="connsiteX169" fmla="*/ 3921468 w 11269336"/>
              <a:gd name="connsiteY169" fmla="*/ 2156588 h 2323145"/>
              <a:gd name="connsiteX170" fmla="*/ 3903348 w 11269336"/>
              <a:gd name="connsiteY170" fmla="*/ 2149220 h 2323145"/>
              <a:gd name="connsiteX171" fmla="*/ 3901342 w 11269336"/>
              <a:gd name="connsiteY171" fmla="*/ 2142355 h 2323145"/>
              <a:gd name="connsiteX172" fmla="*/ 3888539 w 11269336"/>
              <a:gd name="connsiteY172" fmla="*/ 2140476 h 2323145"/>
              <a:gd name="connsiteX173" fmla="*/ 3885662 w 11269336"/>
              <a:gd name="connsiteY173" fmla="*/ 2138740 h 2323145"/>
              <a:gd name="connsiteX174" fmla="*/ 3868627 w 11269336"/>
              <a:gd name="connsiteY174" fmla="*/ 2130023 h 2323145"/>
              <a:gd name="connsiteX175" fmla="*/ 3819177 w 11269336"/>
              <a:gd name="connsiteY175" fmla="*/ 2142111 h 2323145"/>
              <a:gd name="connsiteX176" fmla="*/ 3769100 w 11269336"/>
              <a:gd name="connsiteY176" fmla="*/ 2131731 h 2323145"/>
              <a:gd name="connsiteX177" fmla="*/ 3562752 w 11269336"/>
              <a:gd name="connsiteY177" fmla="*/ 2131785 h 2323145"/>
              <a:gd name="connsiteX178" fmla="*/ 3541402 w 11269336"/>
              <a:gd name="connsiteY178" fmla="*/ 2106821 h 2323145"/>
              <a:gd name="connsiteX179" fmla="*/ 3365341 w 11269336"/>
              <a:gd name="connsiteY179" fmla="*/ 2077638 h 2323145"/>
              <a:gd name="connsiteX180" fmla="*/ 3170922 w 11269336"/>
              <a:gd name="connsiteY180" fmla="*/ 2115957 h 2323145"/>
              <a:gd name="connsiteX181" fmla="*/ 3156256 w 11269336"/>
              <a:gd name="connsiteY181" fmla="*/ 2124773 h 2323145"/>
              <a:gd name="connsiteX182" fmla="*/ 3140298 w 11269336"/>
              <a:gd name="connsiteY182" fmla="*/ 2129182 h 2323145"/>
              <a:gd name="connsiteX183" fmla="*/ 3138514 w 11269336"/>
              <a:gd name="connsiteY183" fmla="*/ 2128069 h 2323145"/>
              <a:gd name="connsiteX184" fmla="*/ 3120467 w 11269336"/>
              <a:gd name="connsiteY184" fmla="*/ 2128281 h 2323145"/>
              <a:gd name="connsiteX185" fmla="*/ 3116175 w 11269336"/>
              <a:gd name="connsiteY185" fmla="*/ 2131633 h 2323145"/>
              <a:gd name="connsiteX186" fmla="*/ 3103685 w 11269336"/>
              <a:gd name="connsiteY186" fmla="*/ 2132814 h 2323145"/>
              <a:gd name="connsiteX187" fmla="*/ 3078794 w 11269336"/>
              <a:gd name="connsiteY187" fmla="*/ 2137935 h 2323145"/>
              <a:gd name="connsiteX188" fmla="*/ 3074407 w 11269336"/>
              <a:gd name="connsiteY188" fmla="*/ 2136274 h 2323145"/>
              <a:gd name="connsiteX189" fmla="*/ 3037285 w 11269336"/>
              <a:gd name="connsiteY189" fmla="*/ 2139919 h 2323145"/>
              <a:gd name="connsiteX190" fmla="*/ 3036901 w 11269336"/>
              <a:gd name="connsiteY190" fmla="*/ 2138726 h 2323145"/>
              <a:gd name="connsiteX191" fmla="*/ 3026996 w 11269336"/>
              <a:gd name="connsiteY191" fmla="*/ 2134322 h 2323145"/>
              <a:gd name="connsiteX192" fmla="*/ 3007772 w 11269336"/>
              <a:gd name="connsiteY192" fmla="*/ 2128742 h 2323145"/>
              <a:gd name="connsiteX193" fmla="*/ 2965030 w 11269336"/>
              <a:gd name="connsiteY193" fmla="*/ 2100494 h 2323145"/>
              <a:gd name="connsiteX194" fmla="*/ 2926342 w 11269336"/>
              <a:gd name="connsiteY194" fmla="*/ 2104155 h 2323145"/>
              <a:gd name="connsiteX195" fmla="*/ 2918608 w 11269336"/>
              <a:gd name="connsiteY195" fmla="*/ 2104215 h 2323145"/>
              <a:gd name="connsiteX196" fmla="*/ 2918475 w 11269336"/>
              <a:gd name="connsiteY196" fmla="*/ 2103937 h 2323145"/>
              <a:gd name="connsiteX197" fmla="*/ 2910360 w 11269336"/>
              <a:gd name="connsiteY197" fmla="*/ 2103444 h 2323145"/>
              <a:gd name="connsiteX198" fmla="*/ 2904507 w 11269336"/>
              <a:gd name="connsiteY198" fmla="*/ 2104326 h 2323145"/>
              <a:gd name="connsiteX199" fmla="*/ 2889503 w 11269336"/>
              <a:gd name="connsiteY199" fmla="*/ 2104443 h 2323145"/>
              <a:gd name="connsiteX200" fmla="*/ 2884480 w 11269336"/>
              <a:gd name="connsiteY200" fmla="*/ 2102626 h 2323145"/>
              <a:gd name="connsiteX201" fmla="*/ 2882689 w 11269336"/>
              <a:gd name="connsiteY201" fmla="*/ 2099228 h 2323145"/>
              <a:gd name="connsiteX202" fmla="*/ 2881291 w 11269336"/>
              <a:gd name="connsiteY202" fmla="*/ 2099618 h 2323145"/>
              <a:gd name="connsiteX203" fmla="*/ 2853979 w 11269336"/>
              <a:gd name="connsiteY203" fmla="*/ 2090388 h 2323145"/>
              <a:gd name="connsiteX204" fmla="*/ 2791790 w 11269336"/>
              <a:gd name="connsiteY204" fmla="*/ 2080332 h 2323145"/>
              <a:gd name="connsiteX205" fmla="*/ 2755844 w 11269336"/>
              <a:gd name="connsiteY205" fmla="*/ 2078874 h 2323145"/>
              <a:gd name="connsiteX206" fmla="*/ 2657742 w 11269336"/>
              <a:gd name="connsiteY206" fmla="*/ 2070179 h 2323145"/>
              <a:gd name="connsiteX207" fmla="*/ 2559549 w 11269336"/>
              <a:gd name="connsiteY207" fmla="*/ 2057873 h 2323145"/>
              <a:gd name="connsiteX208" fmla="*/ 2512054 w 11269336"/>
              <a:gd name="connsiteY208" fmla="*/ 2031671 h 2323145"/>
              <a:gd name="connsiteX209" fmla="*/ 2506437 w 11269336"/>
              <a:gd name="connsiteY209" fmla="*/ 2030918 h 2323145"/>
              <a:gd name="connsiteX210" fmla="*/ 2491752 w 11269336"/>
              <a:gd name="connsiteY210" fmla="*/ 2033906 h 2323145"/>
              <a:gd name="connsiteX211" fmla="*/ 2486338 w 11269336"/>
              <a:gd name="connsiteY211" fmla="*/ 2035862 h 2323145"/>
              <a:gd name="connsiteX212" fmla="*/ 2478186 w 11269336"/>
              <a:gd name="connsiteY212" fmla="*/ 2036953 h 2323145"/>
              <a:gd name="connsiteX213" fmla="*/ 2477950 w 11269336"/>
              <a:gd name="connsiteY213" fmla="*/ 2036715 h 2323145"/>
              <a:gd name="connsiteX214" fmla="*/ 2470381 w 11269336"/>
              <a:gd name="connsiteY214" fmla="*/ 2038256 h 2323145"/>
              <a:gd name="connsiteX215" fmla="*/ 2433781 w 11269336"/>
              <a:gd name="connsiteY215" fmla="*/ 2049140 h 2323145"/>
              <a:gd name="connsiteX216" fmla="*/ 2381172 w 11269336"/>
              <a:gd name="connsiteY216" fmla="*/ 2030645 h 2323145"/>
              <a:gd name="connsiteX217" fmla="*/ 2360198 w 11269336"/>
              <a:gd name="connsiteY217" fmla="*/ 2029059 h 2323145"/>
              <a:gd name="connsiteX218" fmla="*/ 2348815 w 11269336"/>
              <a:gd name="connsiteY218" fmla="*/ 2026798 h 2323145"/>
              <a:gd name="connsiteX219" fmla="*/ 2347988 w 11269336"/>
              <a:gd name="connsiteY219" fmla="*/ 2025745 h 2323145"/>
              <a:gd name="connsiteX220" fmla="*/ 2312920 w 11269336"/>
              <a:gd name="connsiteY220" fmla="*/ 2036311 h 2323145"/>
              <a:gd name="connsiteX221" fmla="*/ 2307986 w 11269336"/>
              <a:gd name="connsiteY221" fmla="*/ 2035583 h 2323145"/>
              <a:gd name="connsiteX222" fmla="*/ 2285481 w 11269336"/>
              <a:gd name="connsiteY222" fmla="*/ 2045197 h 2323145"/>
              <a:gd name="connsiteX223" fmla="*/ 2273666 w 11269336"/>
              <a:gd name="connsiteY223" fmla="*/ 2048710 h 2323145"/>
              <a:gd name="connsiteX224" fmla="*/ 2270719 w 11269336"/>
              <a:gd name="connsiteY224" fmla="*/ 2052702 h 2323145"/>
              <a:gd name="connsiteX225" fmla="*/ 2253080 w 11269336"/>
              <a:gd name="connsiteY225" fmla="*/ 2056363 h 2323145"/>
              <a:gd name="connsiteX226" fmla="*/ 2250906 w 11269336"/>
              <a:gd name="connsiteY226" fmla="*/ 2055654 h 2323145"/>
              <a:gd name="connsiteX227" fmla="*/ 2236905 w 11269336"/>
              <a:gd name="connsiteY227" fmla="*/ 2062882 h 2323145"/>
              <a:gd name="connsiteX228" fmla="*/ 2225830 w 11269336"/>
              <a:gd name="connsiteY228" fmla="*/ 2074027 h 2323145"/>
              <a:gd name="connsiteX229" fmla="*/ 2073776 w 11269336"/>
              <a:gd name="connsiteY229" fmla="*/ 2089244 h 2323145"/>
              <a:gd name="connsiteX230" fmla="*/ 1948256 w 11269336"/>
              <a:gd name="connsiteY230" fmla="*/ 2146616 h 2323145"/>
              <a:gd name="connsiteX231" fmla="*/ 1865582 w 11269336"/>
              <a:gd name="connsiteY231" fmla="*/ 2153738 h 2323145"/>
              <a:gd name="connsiteX232" fmla="*/ 1835210 w 11269336"/>
              <a:gd name="connsiteY232" fmla="*/ 2134244 h 2323145"/>
              <a:gd name="connsiteX233" fmla="*/ 1632661 w 11269336"/>
              <a:gd name="connsiteY233" fmla="*/ 2173882 h 2323145"/>
              <a:gd name="connsiteX234" fmla="*/ 1579590 w 11269336"/>
              <a:gd name="connsiteY234" fmla="*/ 2173680 h 2323145"/>
              <a:gd name="connsiteX235" fmla="*/ 1535601 w 11269336"/>
              <a:gd name="connsiteY235" fmla="*/ 2194590 h 2323145"/>
              <a:gd name="connsiteX236" fmla="*/ 1515594 w 11269336"/>
              <a:gd name="connsiteY236" fmla="*/ 2189622 h 2323145"/>
              <a:gd name="connsiteX237" fmla="*/ 1512113 w 11269336"/>
              <a:gd name="connsiteY237" fmla="*/ 2188534 h 2323145"/>
              <a:gd name="connsiteX238" fmla="*/ 1498838 w 11269336"/>
              <a:gd name="connsiteY238" fmla="*/ 2189213 h 2323145"/>
              <a:gd name="connsiteX239" fmla="*/ 1494279 w 11269336"/>
              <a:gd name="connsiteY239" fmla="*/ 2183112 h 2323145"/>
              <a:gd name="connsiteX240" fmla="*/ 1473714 w 11269336"/>
              <a:gd name="connsiteY240" fmla="*/ 2179625 h 2323145"/>
              <a:gd name="connsiteX241" fmla="*/ 1449503 w 11269336"/>
              <a:gd name="connsiteY241" fmla="*/ 2182633 h 2323145"/>
              <a:gd name="connsiteX242" fmla="*/ 1266687 w 11269336"/>
              <a:gd name="connsiteY242" fmla="*/ 2212688 h 2323145"/>
              <a:gd name="connsiteX243" fmla="*/ 1239614 w 11269336"/>
              <a:gd name="connsiteY243" fmla="*/ 2209727 h 2323145"/>
              <a:gd name="connsiteX244" fmla="*/ 1202436 w 11269336"/>
              <a:gd name="connsiteY244" fmla="*/ 2209817 h 2323145"/>
              <a:gd name="connsiteX245" fmla="*/ 1136097 w 11269336"/>
              <a:gd name="connsiteY245" fmla="*/ 2205112 h 2323145"/>
              <a:gd name="connsiteX246" fmla="*/ 988232 w 11269336"/>
              <a:gd name="connsiteY246" fmla="*/ 2235635 h 2323145"/>
              <a:gd name="connsiteX247" fmla="*/ 981959 w 11269336"/>
              <a:gd name="connsiteY247" fmla="*/ 2231607 h 2323145"/>
              <a:gd name="connsiteX248" fmla="*/ 938600 w 11269336"/>
              <a:gd name="connsiteY248" fmla="*/ 2238113 h 2323145"/>
              <a:gd name="connsiteX249" fmla="*/ 791788 w 11269336"/>
              <a:gd name="connsiteY249" fmla="*/ 2293224 h 2323145"/>
              <a:gd name="connsiteX250" fmla="*/ 706914 w 11269336"/>
              <a:gd name="connsiteY250" fmla="*/ 2305046 h 2323145"/>
              <a:gd name="connsiteX251" fmla="*/ 675971 w 11269336"/>
              <a:gd name="connsiteY251" fmla="*/ 2304030 h 2323145"/>
              <a:gd name="connsiteX252" fmla="*/ 624180 w 11269336"/>
              <a:gd name="connsiteY252" fmla="*/ 2302650 h 2323145"/>
              <a:gd name="connsiteX253" fmla="*/ 583453 w 11269336"/>
              <a:gd name="connsiteY253" fmla="*/ 2288788 h 2323145"/>
              <a:gd name="connsiteX254" fmla="*/ 540946 w 11269336"/>
              <a:gd name="connsiteY254" fmla="*/ 2292721 h 2323145"/>
              <a:gd name="connsiteX255" fmla="*/ 533680 w 11269336"/>
              <a:gd name="connsiteY255" fmla="*/ 2310233 h 2323145"/>
              <a:gd name="connsiteX256" fmla="*/ 487366 w 11269336"/>
              <a:gd name="connsiteY256" fmla="*/ 2309053 h 2323145"/>
              <a:gd name="connsiteX257" fmla="*/ 416820 w 11269336"/>
              <a:gd name="connsiteY257" fmla="*/ 2305443 h 2323145"/>
              <a:gd name="connsiteX258" fmla="*/ 376805 w 11269336"/>
              <a:gd name="connsiteY258" fmla="*/ 2307647 h 2323145"/>
              <a:gd name="connsiteX259" fmla="*/ 266777 w 11269336"/>
              <a:gd name="connsiteY259" fmla="*/ 2309012 h 2323145"/>
              <a:gd name="connsiteX260" fmla="*/ 156013 w 11269336"/>
              <a:gd name="connsiteY260" fmla="*/ 2306832 h 2323145"/>
              <a:gd name="connsiteX261" fmla="*/ 87258 w 11269336"/>
              <a:gd name="connsiteY261" fmla="*/ 2285511 h 2323145"/>
              <a:gd name="connsiteX262" fmla="*/ 23798 w 11269336"/>
              <a:gd name="connsiteY262" fmla="*/ 2281822 h 2323145"/>
              <a:gd name="connsiteX263" fmla="*/ 0 w 11269336"/>
              <a:gd name="connsiteY263" fmla="*/ 2285369 h 2323145"/>
              <a:gd name="connsiteX264" fmla="*/ 0 w 11269336"/>
              <a:gd name="connsiteY264"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380600 w 11269336"/>
              <a:gd name="connsiteY19" fmla="*/ 549821 h 2323145"/>
              <a:gd name="connsiteX20" fmla="*/ 9263254 w 11269336"/>
              <a:gd name="connsiteY20" fmla="*/ 645662 h 2323145"/>
              <a:gd name="connsiteX21" fmla="*/ 9162278 w 11269336"/>
              <a:gd name="connsiteY21" fmla="*/ 704724 h 2323145"/>
              <a:gd name="connsiteX22" fmla="*/ 8977138 w 11269336"/>
              <a:gd name="connsiteY22" fmla="*/ 774970 h 2323145"/>
              <a:gd name="connsiteX23" fmla="*/ 8914746 w 11269336"/>
              <a:gd name="connsiteY23" fmla="*/ 826428 h 2323145"/>
              <a:gd name="connsiteX24" fmla="*/ 8917778 w 11269336"/>
              <a:gd name="connsiteY24" fmla="*/ 835198 h 2323145"/>
              <a:gd name="connsiteX25" fmla="*/ 8905560 w 11269336"/>
              <a:gd name="connsiteY25" fmla="*/ 838358 h 2323145"/>
              <a:gd name="connsiteX26" fmla="*/ 8897564 w 11269336"/>
              <a:gd name="connsiteY26" fmla="*/ 834287 h 2323145"/>
              <a:gd name="connsiteX27" fmla="*/ 8878040 w 11269336"/>
              <a:gd name="connsiteY27" fmla="*/ 844150 h 2323145"/>
              <a:gd name="connsiteX28" fmla="*/ 8795998 w 11269336"/>
              <a:gd name="connsiteY28" fmla="*/ 863337 h 2323145"/>
              <a:gd name="connsiteX29" fmla="*/ 8776970 w 11269336"/>
              <a:gd name="connsiteY29" fmla="*/ 885177 h 2323145"/>
              <a:gd name="connsiteX30" fmla="*/ 8755719 w 11269336"/>
              <a:gd name="connsiteY30" fmla="*/ 889754 h 2323145"/>
              <a:gd name="connsiteX31" fmla="*/ 8743257 w 11269336"/>
              <a:gd name="connsiteY31" fmla="*/ 904723 h 2323145"/>
              <a:gd name="connsiteX32" fmla="*/ 8721366 w 11269336"/>
              <a:gd name="connsiteY32" fmla="*/ 904711 h 2323145"/>
              <a:gd name="connsiteX33" fmla="*/ 8678353 w 11269336"/>
              <a:gd name="connsiteY33" fmla="*/ 926318 h 2323145"/>
              <a:gd name="connsiteX34" fmla="*/ 8636849 w 11269336"/>
              <a:gd name="connsiteY34" fmla="*/ 937900 h 2323145"/>
              <a:gd name="connsiteX35" fmla="*/ 8620213 w 11269336"/>
              <a:gd name="connsiteY35" fmla="*/ 943068 h 2323145"/>
              <a:gd name="connsiteX36" fmla="*/ 8612581 w 11269336"/>
              <a:gd name="connsiteY36" fmla="*/ 952695 h 2323145"/>
              <a:gd name="connsiteX37" fmla="*/ 8589038 w 11269336"/>
              <a:gd name="connsiteY37" fmla="*/ 963892 h 2323145"/>
              <a:gd name="connsiteX38" fmla="*/ 8579950 w 11269336"/>
              <a:gd name="connsiteY38" fmla="*/ 960899 h 2323145"/>
              <a:gd name="connsiteX39" fmla="*/ 8579319 w 11269336"/>
              <a:gd name="connsiteY39" fmla="*/ 965630 h 2323145"/>
              <a:gd name="connsiteX40" fmla="*/ 8547429 w 11269336"/>
              <a:gd name="connsiteY40" fmla="*/ 984506 h 2323145"/>
              <a:gd name="connsiteX41" fmla="*/ 8478704 w 11269336"/>
              <a:gd name="connsiteY41" fmla="*/ 1025490 h 2323145"/>
              <a:gd name="connsiteX42" fmla="*/ 8461421 w 11269336"/>
              <a:gd name="connsiteY42" fmla="*/ 1035512 h 2323145"/>
              <a:gd name="connsiteX43" fmla="*/ 8445003 w 11269336"/>
              <a:gd name="connsiteY43" fmla="*/ 1036851 h 2323145"/>
              <a:gd name="connsiteX44" fmla="*/ 8357350 w 11269336"/>
              <a:gd name="connsiteY44" fmla="*/ 1060213 h 2323145"/>
              <a:gd name="connsiteX45" fmla="*/ 8335565 w 11269336"/>
              <a:gd name="connsiteY45" fmla="*/ 1061151 h 2323145"/>
              <a:gd name="connsiteX46" fmla="*/ 8325267 w 11269336"/>
              <a:gd name="connsiteY46" fmla="*/ 1055919 h 2323145"/>
              <a:gd name="connsiteX47" fmla="*/ 8293586 w 11269336"/>
              <a:gd name="connsiteY47" fmla="*/ 1076144 h 2323145"/>
              <a:gd name="connsiteX48" fmla="*/ 8242405 w 11269336"/>
              <a:gd name="connsiteY48" fmla="*/ 1095960 h 2323145"/>
              <a:gd name="connsiteX49" fmla="*/ 8197391 w 11269336"/>
              <a:gd name="connsiteY49" fmla="*/ 1107746 h 2323145"/>
              <a:gd name="connsiteX50" fmla="*/ 8081474 w 11269336"/>
              <a:gd name="connsiteY50" fmla="*/ 1130125 h 2323145"/>
              <a:gd name="connsiteX51" fmla="*/ 8053585 w 11269336"/>
              <a:gd name="connsiteY51" fmla="*/ 1129169 h 2323145"/>
              <a:gd name="connsiteX52" fmla="*/ 8038422 w 11269336"/>
              <a:gd name="connsiteY52" fmla="*/ 1119092 h 2323145"/>
              <a:gd name="connsiteX53" fmla="*/ 8029450 w 11269336"/>
              <a:gd name="connsiteY53" fmla="*/ 1125592 h 2323145"/>
              <a:gd name="connsiteX54" fmla="*/ 7959552 w 11269336"/>
              <a:gd name="connsiteY54" fmla="*/ 1140188 h 2323145"/>
              <a:gd name="connsiteX55" fmla="*/ 7914188 w 11269336"/>
              <a:gd name="connsiteY55" fmla="*/ 1150862 h 2323145"/>
              <a:gd name="connsiteX56" fmla="*/ 7914918 w 11269336"/>
              <a:gd name="connsiteY56" fmla="*/ 1168758 h 2323145"/>
              <a:gd name="connsiteX57" fmla="*/ 7875510 w 11269336"/>
              <a:gd name="connsiteY57" fmla="*/ 1183153 h 2323145"/>
              <a:gd name="connsiteX58" fmla="*/ 7829932 w 11269336"/>
              <a:gd name="connsiteY58" fmla="*/ 1180782 h 2323145"/>
              <a:gd name="connsiteX59" fmla="*/ 7779182 w 11269336"/>
              <a:gd name="connsiteY59" fmla="*/ 1192665 h 2323145"/>
              <a:gd name="connsiteX60" fmla="*/ 7748774 w 11269336"/>
              <a:gd name="connsiteY60" fmla="*/ 1199586 h 2323145"/>
              <a:gd name="connsiteX61" fmla="*/ 7671846 w 11269336"/>
              <a:gd name="connsiteY61" fmla="*/ 1231966 h 2323145"/>
              <a:gd name="connsiteX62" fmla="*/ 7554146 w 11269336"/>
              <a:gd name="connsiteY62" fmla="*/ 1319748 h 2323145"/>
              <a:gd name="connsiteX63" fmla="*/ 7515052 w 11269336"/>
              <a:gd name="connsiteY63" fmla="*/ 1336718 h 2323145"/>
              <a:gd name="connsiteX64" fmla="*/ 7507193 w 11269336"/>
              <a:gd name="connsiteY64" fmla="*/ 1334617 h 2323145"/>
              <a:gd name="connsiteX65" fmla="*/ 7461694 w 11269336"/>
              <a:gd name="connsiteY65" fmla="*/ 1375866 h 2323145"/>
              <a:gd name="connsiteX66" fmla="*/ 7377571 w 11269336"/>
              <a:gd name="connsiteY66" fmla="*/ 1400128 h 2323145"/>
              <a:gd name="connsiteX67" fmla="*/ 7311261 w 11269336"/>
              <a:gd name="connsiteY67" fmla="*/ 1412652 h 2323145"/>
              <a:gd name="connsiteX68" fmla="*/ 7275307 w 11269336"/>
              <a:gd name="connsiteY68" fmla="*/ 1422171 h 2323145"/>
              <a:gd name="connsiteX69" fmla="*/ 7247783 w 11269336"/>
              <a:gd name="connsiteY69" fmla="*/ 1426330 h 2323145"/>
              <a:gd name="connsiteX70" fmla="*/ 7185047 w 11269336"/>
              <a:gd name="connsiteY70" fmla="*/ 1451812 h 2323145"/>
              <a:gd name="connsiteX71" fmla="*/ 7084117 w 11269336"/>
              <a:gd name="connsiteY71" fmla="*/ 1500281 h 2323145"/>
              <a:gd name="connsiteX72" fmla="*/ 7062011 w 11269336"/>
              <a:gd name="connsiteY72" fmla="*/ 1509183 h 2323145"/>
              <a:gd name="connsiteX73" fmla="*/ 7040555 w 11269336"/>
              <a:gd name="connsiteY73" fmla="*/ 1511207 h 2323145"/>
              <a:gd name="connsiteX74" fmla="*/ 7033438 w 11269336"/>
              <a:gd name="connsiteY74" fmla="*/ 1506772 h 2323145"/>
              <a:gd name="connsiteX75" fmla="*/ 7020886 w 11269336"/>
              <a:gd name="connsiteY75" fmla="*/ 1510764 h 2323145"/>
              <a:gd name="connsiteX76" fmla="*/ 7017033 w 11269336"/>
              <a:gd name="connsiteY76" fmla="*/ 1510650 h 2323145"/>
              <a:gd name="connsiteX77" fmla="*/ 6995460 w 11269336"/>
              <a:gd name="connsiteY77" fmla="*/ 1511173 h 2323145"/>
              <a:gd name="connsiteX78" fmla="*/ 6962144 w 11269336"/>
              <a:gd name="connsiteY78" fmla="*/ 1541508 h 2323145"/>
              <a:gd name="connsiteX79" fmla="*/ 6910674 w 11269336"/>
              <a:gd name="connsiteY79" fmla="*/ 1554793 h 2323145"/>
              <a:gd name="connsiteX80" fmla="*/ 6732152 w 11269336"/>
              <a:gd name="connsiteY80" fmla="*/ 1642538 h 2323145"/>
              <a:gd name="connsiteX81" fmla="*/ 6694106 w 11269336"/>
              <a:gd name="connsiteY81" fmla="*/ 1632377 h 2323145"/>
              <a:gd name="connsiteX82" fmla="*/ 6617223 w 11269336"/>
              <a:gd name="connsiteY82" fmla="*/ 1659889 h 2323145"/>
              <a:gd name="connsiteX83" fmla="*/ 6521138 w 11269336"/>
              <a:gd name="connsiteY83" fmla="*/ 1744340 h 2323145"/>
              <a:gd name="connsiteX84" fmla="*/ 6380677 w 11269336"/>
              <a:gd name="connsiteY84" fmla="*/ 1796883 h 2323145"/>
              <a:gd name="connsiteX85" fmla="*/ 6374897 w 11269336"/>
              <a:gd name="connsiteY85" fmla="*/ 1809910 h 2323145"/>
              <a:gd name="connsiteX86" fmla="*/ 6364545 w 11269336"/>
              <a:gd name="connsiteY86" fmla="*/ 1820090 h 2323145"/>
              <a:gd name="connsiteX87" fmla="*/ 6362126 w 11269336"/>
              <a:gd name="connsiteY87" fmla="*/ 1819991 h 2323145"/>
              <a:gd name="connsiteX88" fmla="*/ 6346673 w 11269336"/>
              <a:gd name="connsiteY88" fmla="*/ 1827824 h 2323145"/>
              <a:gd name="connsiteX89" fmla="*/ 6345588 w 11269336"/>
              <a:gd name="connsiteY89" fmla="*/ 1832232 h 2323145"/>
              <a:gd name="connsiteX90" fmla="*/ 6335708 w 11269336"/>
              <a:gd name="connsiteY90" fmla="*/ 1838451 h 2323145"/>
              <a:gd name="connsiteX91" fmla="*/ 6318182 w 11269336"/>
              <a:gd name="connsiteY91" fmla="*/ 1852975 h 2323145"/>
              <a:gd name="connsiteX92" fmla="*/ 6313084 w 11269336"/>
              <a:gd name="connsiteY92" fmla="*/ 1853561 h 2323145"/>
              <a:gd name="connsiteX93" fmla="*/ 6283816 w 11269336"/>
              <a:gd name="connsiteY93" fmla="*/ 1872148 h 2323145"/>
              <a:gd name="connsiteX94" fmla="*/ 6282550 w 11269336"/>
              <a:gd name="connsiteY94" fmla="*/ 1871392 h 2323145"/>
              <a:gd name="connsiteX95" fmla="*/ 6270527 w 11269336"/>
              <a:gd name="connsiteY95" fmla="*/ 1872208 h 2323145"/>
              <a:gd name="connsiteX96" fmla="*/ 6249518 w 11269336"/>
              <a:gd name="connsiteY96" fmla="*/ 1876079 h 2323145"/>
              <a:gd name="connsiteX97" fmla="*/ 6190386 w 11269336"/>
              <a:gd name="connsiteY97" fmla="*/ 1872478 h 2323145"/>
              <a:gd name="connsiteX98" fmla="*/ 6159777 w 11269336"/>
              <a:gd name="connsiteY98" fmla="*/ 1891745 h 2323145"/>
              <a:gd name="connsiteX99" fmla="*/ 6153131 w 11269336"/>
              <a:gd name="connsiteY99" fmla="*/ 1895079 h 2323145"/>
              <a:gd name="connsiteX100" fmla="*/ 6152798 w 11269336"/>
              <a:gd name="connsiteY100" fmla="*/ 1894920 h 2323145"/>
              <a:gd name="connsiteX101" fmla="*/ 6145388 w 11269336"/>
              <a:gd name="connsiteY101" fmla="*/ 1897990 h 2323145"/>
              <a:gd name="connsiteX102" fmla="*/ 6141014 w 11269336"/>
              <a:gd name="connsiteY102" fmla="*/ 1901155 h 2323145"/>
              <a:gd name="connsiteX103" fmla="*/ 6128122 w 11269336"/>
              <a:gd name="connsiteY103" fmla="*/ 1907623 h 2323145"/>
              <a:gd name="connsiteX104" fmla="*/ 6122351 w 11269336"/>
              <a:gd name="connsiteY104" fmla="*/ 1908359 h 2323145"/>
              <a:gd name="connsiteX105" fmla="*/ 6064750 w 11269336"/>
              <a:gd name="connsiteY105" fmla="*/ 1896394 h 2323145"/>
              <a:gd name="connsiteX106" fmla="*/ 5964230 w 11269336"/>
              <a:gd name="connsiteY106" fmla="*/ 1910038 h 2323145"/>
              <a:gd name="connsiteX107" fmla="*/ 5865399 w 11269336"/>
              <a:gd name="connsiteY107" fmla="*/ 1926966 h 2323145"/>
              <a:gd name="connsiteX108" fmla="*/ 5829951 w 11269336"/>
              <a:gd name="connsiteY108" fmla="*/ 1934755 h 2323145"/>
              <a:gd name="connsiteX109" fmla="*/ 5765285 w 11269336"/>
              <a:gd name="connsiteY109" fmla="*/ 1941322 h 2323145"/>
              <a:gd name="connsiteX110" fmla="*/ 5734750 w 11269336"/>
              <a:gd name="connsiteY110" fmla="*/ 1939793 h 2323145"/>
              <a:gd name="connsiteX111" fmla="*/ 5733569 w 11269336"/>
              <a:gd name="connsiteY111" fmla="*/ 1940505 h 2323145"/>
              <a:gd name="connsiteX112" fmla="*/ 5730329 w 11269336"/>
              <a:gd name="connsiteY112" fmla="*/ 1937845 h 2323145"/>
              <a:gd name="connsiteX113" fmla="*/ 5724661 w 11269336"/>
              <a:gd name="connsiteY113" fmla="*/ 1937455 h 2323145"/>
              <a:gd name="connsiteX114" fmla="*/ 5710186 w 11269336"/>
              <a:gd name="connsiteY114" fmla="*/ 1941370 h 2323145"/>
              <a:gd name="connsiteX115" fmla="*/ 5704910 w 11269336"/>
              <a:gd name="connsiteY115" fmla="*/ 1943663 h 2323145"/>
              <a:gd name="connsiteX116" fmla="*/ 5696836 w 11269336"/>
              <a:gd name="connsiteY116" fmla="*/ 1945271 h 2323145"/>
              <a:gd name="connsiteX117" fmla="*/ 5696583 w 11269336"/>
              <a:gd name="connsiteY117" fmla="*/ 1945050 h 2323145"/>
              <a:gd name="connsiteX118" fmla="*/ 5689123 w 11269336"/>
              <a:gd name="connsiteY118" fmla="*/ 1947067 h 2323145"/>
              <a:gd name="connsiteX119" fmla="*/ 5653291 w 11269336"/>
              <a:gd name="connsiteY119" fmla="*/ 1960245 h 2323145"/>
              <a:gd name="connsiteX120" fmla="*/ 5599385 w 11269336"/>
              <a:gd name="connsiteY120" fmla="*/ 1945198 h 2323145"/>
              <a:gd name="connsiteX121" fmla="*/ 5578300 w 11269336"/>
              <a:gd name="connsiteY121" fmla="*/ 1944963 h 2323145"/>
              <a:gd name="connsiteX122" fmla="*/ 5566758 w 11269336"/>
              <a:gd name="connsiteY122" fmla="*/ 1943441 h 2323145"/>
              <a:gd name="connsiteX123" fmla="*/ 5565857 w 11269336"/>
              <a:gd name="connsiteY123" fmla="*/ 1942445 h 2323145"/>
              <a:gd name="connsiteX124" fmla="*/ 5531534 w 11269336"/>
              <a:gd name="connsiteY124" fmla="*/ 1955208 h 2323145"/>
              <a:gd name="connsiteX125" fmla="*/ 5526552 w 11269336"/>
              <a:gd name="connsiteY125" fmla="*/ 1954799 h 2323145"/>
              <a:gd name="connsiteX126" fmla="*/ 5504723 w 11269336"/>
              <a:gd name="connsiteY126" fmla="*/ 1965811 h 2323145"/>
              <a:gd name="connsiteX127" fmla="*/ 5493156 w 11269336"/>
              <a:gd name="connsiteY127" fmla="*/ 1970063 h 2323145"/>
              <a:gd name="connsiteX128" fmla="*/ 5490486 w 11269336"/>
              <a:gd name="connsiteY128" fmla="*/ 1974227 h 2323145"/>
              <a:gd name="connsiteX129" fmla="*/ 5473107 w 11269336"/>
              <a:gd name="connsiteY129" fmla="*/ 1979001 h 2323145"/>
              <a:gd name="connsiteX130" fmla="*/ 5470885 w 11269336"/>
              <a:gd name="connsiteY130" fmla="*/ 1978432 h 2323145"/>
              <a:gd name="connsiteX131" fmla="*/ 5457393 w 11269336"/>
              <a:gd name="connsiteY131" fmla="*/ 1986525 h 2323145"/>
              <a:gd name="connsiteX132" fmla="*/ 5447102 w 11269336"/>
              <a:gd name="connsiteY132" fmla="*/ 1998329 h 2323145"/>
              <a:gd name="connsiteX133" fmla="*/ 5159151 w 11269336"/>
              <a:gd name="connsiteY133" fmla="*/ 2029640 h 2323145"/>
              <a:gd name="connsiteX134" fmla="*/ 5041688 w 11269336"/>
              <a:gd name="connsiteY134" fmla="*/ 2022334 h 2323145"/>
              <a:gd name="connsiteX135" fmla="*/ 4860988 w 11269336"/>
              <a:gd name="connsiteY135" fmla="*/ 2135698 h 2323145"/>
              <a:gd name="connsiteX136" fmla="*/ 4807902 w 11269336"/>
              <a:gd name="connsiteY136" fmla="*/ 2138894 h 2323145"/>
              <a:gd name="connsiteX137" fmla="*/ 4765388 w 11269336"/>
              <a:gd name="connsiteY137" fmla="*/ 2162525 h 2323145"/>
              <a:gd name="connsiteX138" fmla="*/ 4745033 w 11269336"/>
              <a:gd name="connsiteY138" fmla="*/ 2158859 h 2323145"/>
              <a:gd name="connsiteX139" fmla="*/ 4741475 w 11269336"/>
              <a:gd name="connsiteY139" fmla="*/ 2157998 h 2323145"/>
              <a:gd name="connsiteX140" fmla="*/ 4728247 w 11269336"/>
              <a:gd name="connsiteY140" fmla="*/ 2159526 h 2323145"/>
              <a:gd name="connsiteX141" fmla="*/ 4723263 w 11269336"/>
              <a:gd name="connsiteY141" fmla="*/ 2153742 h 2323145"/>
              <a:gd name="connsiteX142" fmla="*/ 4702453 w 11269336"/>
              <a:gd name="connsiteY142" fmla="*/ 2151586 h 2323145"/>
              <a:gd name="connsiteX143" fmla="*/ 4678455 w 11269336"/>
              <a:gd name="connsiteY143" fmla="*/ 2156131 h 2323145"/>
              <a:gd name="connsiteX144" fmla="*/ 4593061 w 11269336"/>
              <a:gd name="connsiteY144" fmla="*/ 2171597 h 2323145"/>
              <a:gd name="connsiteX145" fmla="*/ 4579902 w 11269336"/>
              <a:gd name="connsiteY145" fmla="*/ 2177927 h 2323145"/>
              <a:gd name="connsiteX146" fmla="*/ 4533444 w 11269336"/>
              <a:gd name="connsiteY146" fmla="*/ 2181200 h 2323145"/>
              <a:gd name="connsiteX147" fmla="*/ 4492832 w 11269336"/>
              <a:gd name="connsiteY147" fmla="*/ 2188033 h 2323145"/>
              <a:gd name="connsiteX148" fmla="*/ 4467257 w 11269336"/>
              <a:gd name="connsiteY148" fmla="*/ 2196121 h 2323145"/>
              <a:gd name="connsiteX149" fmla="*/ 4459937 w 11269336"/>
              <a:gd name="connsiteY149" fmla="*/ 2195182 h 2323145"/>
              <a:gd name="connsiteX150" fmla="*/ 4433312 w 11269336"/>
              <a:gd name="connsiteY150" fmla="*/ 2199004 h 2323145"/>
              <a:gd name="connsiteX151" fmla="*/ 4420601 w 11269336"/>
              <a:gd name="connsiteY151" fmla="*/ 2205158 h 2323145"/>
              <a:gd name="connsiteX152" fmla="*/ 4405765 w 11269336"/>
              <a:gd name="connsiteY152" fmla="*/ 2199902 h 2323145"/>
              <a:gd name="connsiteX153" fmla="*/ 4401354 w 11269336"/>
              <a:gd name="connsiteY153" fmla="*/ 2194745 h 2323145"/>
              <a:gd name="connsiteX154" fmla="*/ 4383151 w 11269336"/>
              <a:gd name="connsiteY154" fmla="*/ 2201140 h 2323145"/>
              <a:gd name="connsiteX155" fmla="*/ 4366646 w 11269336"/>
              <a:gd name="connsiteY155" fmla="*/ 2198564 h 2323145"/>
              <a:gd name="connsiteX156" fmla="*/ 4354009 w 11269336"/>
              <a:gd name="connsiteY156" fmla="*/ 2204984 h 2323145"/>
              <a:gd name="connsiteX157" fmla="*/ 4348284 w 11269336"/>
              <a:gd name="connsiteY157" fmla="*/ 2205270 h 2323145"/>
              <a:gd name="connsiteX158" fmla="*/ 4333906 w 11269336"/>
              <a:gd name="connsiteY158" fmla="*/ 2205251 h 2323145"/>
              <a:gd name="connsiteX159" fmla="*/ 4308819 w 11269336"/>
              <a:gd name="connsiteY159" fmla="*/ 2203822 h 2323145"/>
              <a:gd name="connsiteX160" fmla="*/ 4301210 w 11269336"/>
              <a:gd name="connsiteY160" fmla="*/ 2204456 h 2323145"/>
              <a:gd name="connsiteX161" fmla="*/ 4283095 w 11269336"/>
              <a:gd name="connsiteY161" fmla="*/ 2198177 h 2323145"/>
              <a:gd name="connsiteX162" fmla="*/ 4250119 w 11269336"/>
              <a:gd name="connsiteY162" fmla="*/ 2196342 h 2323145"/>
              <a:gd name="connsiteX163" fmla="*/ 4189203 w 11269336"/>
              <a:gd name="connsiteY163" fmla="*/ 2178994 h 2323145"/>
              <a:gd name="connsiteX164" fmla="*/ 4154035 w 11269336"/>
              <a:gd name="connsiteY164" fmla="*/ 2171950 h 2323145"/>
              <a:gd name="connsiteX165" fmla="*/ 4129569 w 11269336"/>
              <a:gd name="connsiteY165" fmla="*/ 2163850 h 2323145"/>
              <a:gd name="connsiteX166" fmla="*/ 4061250 w 11269336"/>
              <a:gd name="connsiteY166" fmla="*/ 2159236 h 2323145"/>
              <a:gd name="connsiteX167" fmla="*/ 3945480 w 11269336"/>
              <a:gd name="connsiteY167" fmla="*/ 2158279 h 2323145"/>
              <a:gd name="connsiteX168" fmla="*/ 3921468 w 11269336"/>
              <a:gd name="connsiteY168" fmla="*/ 2156588 h 2323145"/>
              <a:gd name="connsiteX169" fmla="*/ 3903348 w 11269336"/>
              <a:gd name="connsiteY169" fmla="*/ 2149220 h 2323145"/>
              <a:gd name="connsiteX170" fmla="*/ 3901342 w 11269336"/>
              <a:gd name="connsiteY170" fmla="*/ 2142355 h 2323145"/>
              <a:gd name="connsiteX171" fmla="*/ 3888539 w 11269336"/>
              <a:gd name="connsiteY171" fmla="*/ 2140476 h 2323145"/>
              <a:gd name="connsiteX172" fmla="*/ 3885662 w 11269336"/>
              <a:gd name="connsiteY172" fmla="*/ 2138740 h 2323145"/>
              <a:gd name="connsiteX173" fmla="*/ 3868627 w 11269336"/>
              <a:gd name="connsiteY173" fmla="*/ 2130023 h 2323145"/>
              <a:gd name="connsiteX174" fmla="*/ 3819177 w 11269336"/>
              <a:gd name="connsiteY174" fmla="*/ 2142111 h 2323145"/>
              <a:gd name="connsiteX175" fmla="*/ 3769100 w 11269336"/>
              <a:gd name="connsiteY175" fmla="*/ 2131731 h 2323145"/>
              <a:gd name="connsiteX176" fmla="*/ 3562752 w 11269336"/>
              <a:gd name="connsiteY176" fmla="*/ 2131785 h 2323145"/>
              <a:gd name="connsiteX177" fmla="*/ 3541402 w 11269336"/>
              <a:gd name="connsiteY177" fmla="*/ 2106821 h 2323145"/>
              <a:gd name="connsiteX178" fmla="*/ 3365341 w 11269336"/>
              <a:gd name="connsiteY178" fmla="*/ 2077638 h 2323145"/>
              <a:gd name="connsiteX179" fmla="*/ 3170922 w 11269336"/>
              <a:gd name="connsiteY179" fmla="*/ 2115957 h 2323145"/>
              <a:gd name="connsiteX180" fmla="*/ 3156256 w 11269336"/>
              <a:gd name="connsiteY180" fmla="*/ 2124773 h 2323145"/>
              <a:gd name="connsiteX181" fmla="*/ 3140298 w 11269336"/>
              <a:gd name="connsiteY181" fmla="*/ 2129182 h 2323145"/>
              <a:gd name="connsiteX182" fmla="*/ 3138514 w 11269336"/>
              <a:gd name="connsiteY182" fmla="*/ 2128069 h 2323145"/>
              <a:gd name="connsiteX183" fmla="*/ 3120467 w 11269336"/>
              <a:gd name="connsiteY183" fmla="*/ 2128281 h 2323145"/>
              <a:gd name="connsiteX184" fmla="*/ 3116175 w 11269336"/>
              <a:gd name="connsiteY184" fmla="*/ 2131633 h 2323145"/>
              <a:gd name="connsiteX185" fmla="*/ 3103685 w 11269336"/>
              <a:gd name="connsiteY185" fmla="*/ 2132814 h 2323145"/>
              <a:gd name="connsiteX186" fmla="*/ 3078794 w 11269336"/>
              <a:gd name="connsiteY186" fmla="*/ 2137935 h 2323145"/>
              <a:gd name="connsiteX187" fmla="*/ 3074407 w 11269336"/>
              <a:gd name="connsiteY187" fmla="*/ 2136274 h 2323145"/>
              <a:gd name="connsiteX188" fmla="*/ 3037285 w 11269336"/>
              <a:gd name="connsiteY188" fmla="*/ 2139919 h 2323145"/>
              <a:gd name="connsiteX189" fmla="*/ 3036901 w 11269336"/>
              <a:gd name="connsiteY189" fmla="*/ 2138726 h 2323145"/>
              <a:gd name="connsiteX190" fmla="*/ 3026996 w 11269336"/>
              <a:gd name="connsiteY190" fmla="*/ 2134322 h 2323145"/>
              <a:gd name="connsiteX191" fmla="*/ 3007772 w 11269336"/>
              <a:gd name="connsiteY191" fmla="*/ 2128742 h 2323145"/>
              <a:gd name="connsiteX192" fmla="*/ 2965030 w 11269336"/>
              <a:gd name="connsiteY192" fmla="*/ 2100494 h 2323145"/>
              <a:gd name="connsiteX193" fmla="*/ 2926342 w 11269336"/>
              <a:gd name="connsiteY193" fmla="*/ 2104155 h 2323145"/>
              <a:gd name="connsiteX194" fmla="*/ 2918608 w 11269336"/>
              <a:gd name="connsiteY194" fmla="*/ 2104215 h 2323145"/>
              <a:gd name="connsiteX195" fmla="*/ 2918475 w 11269336"/>
              <a:gd name="connsiteY195" fmla="*/ 2103937 h 2323145"/>
              <a:gd name="connsiteX196" fmla="*/ 2910360 w 11269336"/>
              <a:gd name="connsiteY196" fmla="*/ 2103444 h 2323145"/>
              <a:gd name="connsiteX197" fmla="*/ 2904507 w 11269336"/>
              <a:gd name="connsiteY197" fmla="*/ 2104326 h 2323145"/>
              <a:gd name="connsiteX198" fmla="*/ 2889503 w 11269336"/>
              <a:gd name="connsiteY198" fmla="*/ 2104443 h 2323145"/>
              <a:gd name="connsiteX199" fmla="*/ 2884480 w 11269336"/>
              <a:gd name="connsiteY199" fmla="*/ 2102626 h 2323145"/>
              <a:gd name="connsiteX200" fmla="*/ 2882689 w 11269336"/>
              <a:gd name="connsiteY200" fmla="*/ 2099228 h 2323145"/>
              <a:gd name="connsiteX201" fmla="*/ 2881291 w 11269336"/>
              <a:gd name="connsiteY201" fmla="*/ 2099618 h 2323145"/>
              <a:gd name="connsiteX202" fmla="*/ 2853979 w 11269336"/>
              <a:gd name="connsiteY202" fmla="*/ 2090388 h 2323145"/>
              <a:gd name="connsiteX203" fmla="*/ 2791790 w 11269336"/>
              <a:gd name="connsiteY203" fmla="*/ 2080332 h 2323145"/>
              <a:gd name="connsiteX204" fmla="*/ 2755844 w 11269336"/>
              <a:gd name="connsiteY204" fmla="*/ 2078874 h 2323145"/>
              <a:gd name="connsiteX205" fmla="*/ 2657742 w 11269336"/>
              <a:gd name="connsiteY205" fmla="*/ 2070179 h 2323145"/>
              <a:gd name="connsiteX206" fmla="*/ 2559549 w 11269336"/>
              <a:gd name="connsiteY206" fmla="*/ 2057873 h 2323145"/>
              <a:gd name="connsiteX207" fmla="*/ 2512054 w 11269336"/>
              <a:gd name="connsiteY207" fmla="*/ 2031671 h 2323145"/>
              <a:gd name="connsiteX208" fmla="*/ 2506437 w 11269336"/>
              <a:gd name="connsiteY208" fmla="*/ 2030918 h 2323145"/>
              <a:gd name="connsiteX209" fmla="*/ 2491752 w 11269336"/>
              <a:gd name="connsiteY209" fmla="*/ 2033906 h 2323145"/>
              <a:gd name="connsiteX210" fmla="*/ 2486338 w 11269336"/>
              <a:gd name="connsiteY210" fmla="*/ 2035862 h 2323145"/>
              <a:gd name="connsiteX211" fmla="*/ 2478186 w 11269336"/>
              <a:gd name="connsiteY211" fmla="*/ 2036953 h 2323145"/>
              <a:gd name="connsiteX212" fmla="*/ 2477950 w 11269336"/>
              <a:gd name="connsiteY212" fmla="*/ 2036715 h 2323145"/>
              <a:gd name="connsiteX213" fmla="*/ 2470381 w 11269336"/>
              <a:gd name="connsiteY213" fmla="*/ 2038256 h 2323145"/>
              <a:gd name="connsiteX214" fmla="*/ 2433781 w 11269336"/>
              <a:gd name="connsiteY214" fmla="*/ 2049140 h 2323145"/>
              <a:gd name="connsiteX215" fmla="*/ 2381172 w 11269336"/>
              <a:gd name="connsiteY215" fmla="*/ 2030645 h 2323145"/>
              <a:gd name="connsiteX216" fmla="*/ 2360198 w 11269336"/>
              <a:gd name="connsiteY216" fmla="*/ 2029059 h 2323145"/>
              <a:gd name="connsiteX217" fmla="*/ 2348815 w 11269336"/>
              <a:gd name="connsiteY217" fmla="*/ 2026798 h 2323145"/>
              <a:gd name="connsiteX218" fmla="*/ 2347988 w 11269336"/>
              <a:gd name="connsiteY218" fmla="*/ 2025745 h 2323145"/>
              <a:gd name="connsiteX219" fmla="*/ 2312920 w 11269336"/>
              <a:gd name="connsiteY219" fmla="*/ 2036311 h 2323145"/>
              <a:gd name="connsiteX220" fmla="*/ 2307986 w 11269336"/>
              <a:gd name="connsiteY220" fmla="*/ 2035583 h 2323145"/>
              <a:gd name="connsiteX221" fmla="*/ 2285481 w 11269336"/>
              <a:gd name="connsiteY221" fmla="*/ 2045197 h 2323145"/>
              <a:gd name="connsiteX222" fmla="*/ 2273666 w 11269336"/>
              <a:gd name="connsiteY222" fmla="*/ 2048710 h 2323145"/>
              <a:gd name="connsiteX223" fmla="*/ 2270719 w 11269336"/>
              <a:gd name="connsiteY223" fmla="*/ 2052702 h 2323145"/>
              <a:gd name="connsiteX224" fmla="*/ 2253080 w 11269336"/>
              <a:gd name="connsiteY224" fmla="*/ 2056363 h 2323145"/>
              <a:gd name="connsiteX225" fmla="*/ 2250906 w 11269336"/>
              <a:gd name="connsiteY225" fmla="*/ 2055654 h 2323145"/>
              <a:gd name="connsiteX226" fmla="*/ 2236905 w 11269336"/>
              <a:gd name="connsiteY226" fmla="*/ 2062882 h 2323145"/>
              <a:gd name="connsiteX227" fmla="*/ 2225830 w 11269336"/>
              <a:gd name="connsiteY227" fmla="*/ 2074027 h 2323145"/>
              <a:gd name="connsiteX228" fmla="*/ 2073776 w 11269336"/>
              <a:gd name="connsiteY228" fmla="*/ 2089244 h 2323145"/>
              <a:gd name="connsiteX229" fmla="*/ 1948256 w 11269336"/>
              <a:gd name="connsiteY229" fmla="*/ 2146616 h 2323145"/>
              <a:gd name="connsiteX230" fmla="*/ 1865582 w 11269336"/>
              <a:gd name="connsiteY230" fmla="*/ 2153738 h 2323145"/>
              <a:gd name="connsiteX231" fmla="*/ 1835210 w 11269336"/>
              <a:gd name="connsiteY231" fmla="*/ 2134244 h 2323145"/>
              <a:gd name="connsiteX232" fmla="*/ 1632661 w 11269336"/>
              <a:gd name="connsiteY232" fmla="*/ 2173882 h 2323145"/>
              <a:gd name="connsiteX233" fmla="*/ 1579590 w 11269336"/>
              <a:gd name="connsiteY233" fmla="*/ 2173680 h 2323145"/>
              <a:gd name="connsiteX234" fmla="*/ 1535601 w 11269336"/>
              <a:gd name="connsiteY234" fmla="*/ 2194590 h 2323145"/>
              <a:gd name="connsiteX235" fmla="*/ 1515594 w 11269336"/>
              <a:gd name="connsiteY235" fmla="*/ 2189622 h 2323145"/>
              <a:gd name="connsiteX236" fmla="*/ 1512113 w 11269336"/>
              <a:gd name="connsiteY236" fmla="*/ 2188534 h 2323145"/>
              <a:gd name="connsiteX237" fmla="*/ 1498838 w 11269336"/>
              <a:gd name="connsiteY237" fmla="*/ 2189213 h 2323145"/>
              <a:gd name="connsiteX238" fmla="*/ 1494279 w 11269336"/>
              <a:gd name="connsiteY238" fmla="*/ 2183112 h 2323145"/>
              <a:gd name="connsiteX239" fmla="*/ 1473714 w 11269336"/>
              <a:gd name="connsiteY239" fmla="*/ 2179625 h 2323145"/>
              <a:gd name="connsiteX240" fmla="*/ 1449503 w 11269336"/>
              <a:gd name="connsiteY240" fmla="*/ 2182633 h 2323145"/>
              <a:gd name="connsiteX241" fmla="*/ 1266687 w 11269336"/>
              <a:gd name="connsiteY241" fmla="*/ 2212688 h 2323145"/>
              <a:gd name="connsiteX242" fmla="*/ 1239614 w 11269336"/>
              <a:gd name="connsiteY242" fmla="*/ 2209727 h 2323145"/>
              <a:gd name="connsiteX243" fmla="*/ 1202436 w 11269336"/>
              <a:gd name="connsiteY243" fmla="*/ 2209817 h 2323145"/>
              <a:gd name="connsiteX244" fmla="*/ 1136097 w 11269336"/>
              <a:gd name="connsiteY244" fmla="*/ 2205112 h 2323145"/>
              <a:gd name="connsiteX245" fmla="*/ 988232 w 11269336"/>
              <a:gd name="connsiteY245" fmla="*/ 2235635 h 2323145"/>
              <a:gd name="connsiteX246" fmla="*/ 981959 w 11269336"/>
              <a:gd name="connsiteY246" fmla="*/ 2231607 h 2323145"/>
              <a:gd name="connsiteX247" fmla="*/ 938600 w 11269336"/>
              <a:gd name="connsiteY247" fmla="*/ 2238113 h 2323145"/>
              <a:gd name="connsiteX248" fmla="*/ 791788 w 11269336"/>
              <a:gd name="connsiteY248" fmla="*/ 2293224 h 2323145"/>
              <a:gd name="connsiteX249" fmla="*/ 706914 w 11269336"/>
              <a:gd name="connsiteY249" fmla="*/ 2305046 h 2323145"/>
              <a:gd name="connsiteX250" fmla="*/ 675971 w 11269336"/>
              <a:gd name="connsiteY250" fmla="*/ 2304030 h 2323145"/>
              <a:gd name="connsiteX251" fmla="*/ 624180 w 11269336"/>
              <a:gd name="connsiteY251" fmla="*/ 2302650 h 2323145"/>
              <a:gd name="connsiteX252" fmla="*/ 583453 w 11269336"/>
              <a:gd name="connsiteY252" fmla="*/ 2288788 h 2323145"/>
              <a:gd name="connsiteX253" fmla="*/ 540946 w 11269336"/>
              <a:gd name="connsiteY253" fmla="*/ 2292721 h 2323145"/>
              <a:gd name="connsiteX254" fmla="*/ 533680 w 11269336"/>
              <a:gd name="connsiteY254" fmla="*/ 2310233 h 2323145"/>
              <a:gd name="connsiteX255" fmla="*/ 487366 w 11269336"/>
              <a:gd name="connsiteY255" fmla="*/ 2309053 h 2323145"/>
              <a:gd name="connsiteX256" fmla="*/ 416820 w 11269336"/>
              <a:gd name="connsiteY256" fmla="*/ 2305443 h 2323145"/>
              <a:gd name="connsiteX257" fmla="*/ 376805 w 11269336"/>
              <a:gd name="connsiteY257" fmla="*/ 2307647 h 2323145"/>
              <a:gd name="connsiteX258" fmla="*/ 266777 w 11269336"/>
              <a:gd name="connsiteY258" fmla="*/ 2309012 h 2323145"/>
              <a:gd name="connsiteX259" fmla="*/ 156013 w 11269336"/>
              <a:gd name="connsiteY259" fmla="*/ 2306832 h 2323145"/>
              <a:gd name="connsiteX260" fmla="*/ 87258 w 11269336"/>
              <a:gd name="connsiteY260" fmla="*/ 2285511 h 2323145"/>
              <a:gd name="connsiteX261" fmla="*/ 23798 w 11269336"/>
              <a:gd name="connsiteY261" fmla="*/ 2281822 h 2323145"/>
              <a:gd name="connsiteX262" fmla="*/ 0 w 11269336"/>
              <a:gd name="connsiteY262" fmla="*/ 2285369 h 2323145"/>
              <a:gd name="connsiteX263" fmla="*/ 0 w 11269336"/>
              <a:gd name="connsiteY263"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380600 w 11269336"/>
              <a:gd name="connsiteY19" fmla="*/ 549821 h 2323145"/>
              <a:gd name="connsiteX20" fmla="*/ 9263254 w 11269336"/>
              <a:gd name="connsiteY20" fmla="*/ 645662 h 2323145"/>
              <a:gd name="connsiteX21" fmla="*/ 9162278 w 11269336"/>
              <a:gd name="connsiteY21" fmla="*/ 704724 h 2323145"/>
              <a:gd name="connsiteX22" fmla="*/ 9062863 w 11269336"/>
              <a:gd name="connsiteY22" fmla="*/ 754656 h 2323145"/>
              <a:gd name="connsiteX23" fmla="*/ 8914746 w 11269336"/>
              <a:gd name="connsiteY23" fmla="*/ 826428 h 2323145"/>
              <a:gd name="connsiteX24" fmla="*/ 8917778 w 11269336"/>
              <a:gd name="connsiteY24" fmla="*/ 835198 h 2323145"/>
              <a:gd name="connsiteX25" fmla="*/ 8905560 w 11269336"/>
              <a:gd name="connsiteY25" fmla="*/ 838358 h 2323145"/>
              <a:gd name="connsiteX26" fmla="*/ 8897564 w 11269336"/>
              <a:gd name="connsiteY26" fmla="*/ 834287 h 2323145"/>
              <a:gd name="connsiteX27" fmla="*/ 8878040 w 11269336"/>
              <a:gd name="connsiteY27" fmla="*/ 844150 h 2323145"/>
              <a:gd name="connsiteX28" fmla="*/ 8795998 w 11269336"/>
              <a:gd name="connsiteY28" fmla="*/ 863337 h 2323145"/>
              <a:gd name="connsiteX29" fmla="*/ 8776970 w 11269336"/>
              <a:gd name="connsiteY29" fmla="*/ 885177 h 2323145"/>
              <a:gd name="connsiteX30" fmla="*/ 8755719 w 11269336"/>
              <a:gd name="connsiteY30" fmla="*/ 889754 h 2323145"/>
              <a:gd name="connsiteX31" fmla="*/ 8743257 w 11269336"/>
              <a:gd name="connsiteY31" fmla="*/ 904723 h 2323145"/>
              <a:gd name="connsiteX32" fmla="*/ 8721366 w 11269336"/>
              <a:gd name="connsiteY32" fmla="*/ 904711 h 2323145"/>
              <a:gd name="connsiteX33" fmla="*/ 8678353 w 11269336"/>
              <a:gd name="connsiteY33" fmla="*/ 926318 h 2323145"/>
              <a:gd name="connsiteX34" fmla="*/ 8636849 w 11269336"/>
              <a:gd name="connsiteY34" fmla="*/ 937900 h 2323145"/>
              <a:gd name="connsiteX35" fmla="*/ 8620213 w 11269336"/>
              <a:gd name="connsiteY35" fmla="*/ 943068 h 2323145"/>
              <a:gd name="connsiteX36" fmla="*/ 8612581 w 11269336"/>
              <a:gd name="connsiteY36" fmla="*/ 952695 h 2323145"/>
              <a:gd name="connsiteX37" fmla="*/ 8589038 w 11269336"/>
              <a:gd name="connsiteY37" fmla="*/ 963892 h 2323145"/>
              <a:gd name="connsiteX38" fmla="*/ 8579950 w 11269336"/>
              <a:gd name="connsiteY38" fmla="*/ 960899 h 2323145"/>
              <a:gd name="connsiteX39" fmla="*/ 8579319 w 11269336"/>
              <a:gd name="connsiteY39" fmla="*/ 965630 h 2323145"/>
              <a:gd name="connsiteX40" fmla="*/ 8547429 w 11269336"/>
              <a:gd name="connsiteY40" fmla="*/ 984506 h 2323145"/>
              <a:gd name="connsiteX41" fmla="*/ 8478704 w 11269336"/>
              <a:gd name="connsiteY41" fmla="*/ 1025490 h 2323145"/>
              <a:gd name="connsiteX42" fmla="*/ 8461421 w 11269336"/>
              <a:gd name="connsiteY42" fmla="*/ 1035512 h 2323145"/>
              <a:gd name="connsiteX43" fmla="*/ 8445003 w 11269336"/>
              <a:gd name="connsiteY43" fmla="*/ 1036851 h 2323145"/>
              <a:gd name="connsiteX44" fmla="*/ 8357350 w 11269336"/>
              <a:gd name="connsiteY44" fmla="*/ 1060213 h 2323145"/>
              <a:gd name="connsiteX45" fmla="*/ 8335565 w 11269336"/>
              <a:gd name="connsiteY45" fmla="*/ 1061151 h 2323145"/>
              <a:gd name="connsiteX46" fmla="*/ 8325267 w 11269336"/>
              <a:gd name="connsiteY46" fmla="*/ 1055919 h 2323145"/>
              <a:gd name="connsiteX47" fmla="*/ 8293586 w 11269336"/>
              <a:gd name="connsiteY47" fmla="*/ 1076144 h 2323145"/>
              <a:gd name="connsiteX48" fmla="*/ 8242405 w 11269336"/>
              <a:gd name="connsiteY48" fmla="*/ 1095960 h 2323145"/>
              <a:gd name="connsiteX49" fmla="*/ 8197391 w 11269336"/>
              <a:gd name="connsiteY49" fmla="*/ 1107746 h 2323145"/>
              <a:gd name="connsiteX50" fmla="*/ 8081474 w 11269336"/>
              <a:gd name="connsiteY50" fmla="*/ 1130125 h 2323145"/>
              <a:gd name="connsiteX51" fmla="*/ 8053585 w 11269336"/>
              <a:gd name="connsiteY51" fmla="*/ 1129169 h 2323145"/>
              <a:gd name="connsiteX52" fmla="*/ 8038422 w 11269336"/>
              <a:gd name="connsiteY52" fmla="*/ 1119092 h 2323145"/>
              <a:gd name="connsiteX53" fmla="*/ 8029450 w 11269336"/>
              <a:gd name="connsiteY53" fmla="*/ 1125592 h 2323145"/>
              <a:gd name="connsiteX54" fmla="*/ 7959552 w 11269336"/>
              <a:gd name="connsiteY54" fmla="*/ 1140188 h 2323145"/>
              <a:gd name="connsiteX55" fmla="*/ 7914188 w 11269336"/>
              <a:gd name="connsiteY55" fmla="*/ 1150862 h 2323145"/>
              <a:gd name="connsiteX56" fmla="*/ 7914918 w 11269336"/>
              <a:gd name="connsiteY56" fmla="*/ 1168758 h 2323145"/>
              <a:gd name="connsiteX57" fmla="*/ 7875510 w 11269336"/>
              <a:gd name="connsiteY57" fmla="*/ 1183153 h 2323145"/>
              <a:gd name="connsiteX58" fmla="*/ 7829932 w 11269336"/>
              <a:gd name="connsiteY58" fmla="*/ 1180782 h 2323145"/>
              <a:gd name="connsiteX59" fmla="*/ 7779182 w 11269336"/>
              <a:gd name="connsiteY59" fmla="*/ 1192665 h 2323145"/>
              <a:gd name="connsiteX60" fmla="*/ 7748774 w 11269336"/>
              <a:gd name="connsiteY60" fmla="*/ 1199586 h 2323145"/>
              <a:gd name="connsiteX61" fmla="*/ 7671846 w 11269336"/>
              <a:gd name="connsiteY61" fmla="*/ 1231966 h 2323145"/>
              <a:gd name="connsiteX62" fmla="*/ 7554146 w 11269336"/>
              <a:gd name="connsiteY62" fmla="*/ 1319748 h 2323145"/>
              <a:gd name="connsiteX63" fmla="*/ 7515052 w 11269336"/>
              <a:gd name="connsiteY63" fmla="*/ 1336718 h 2323145"/>
              <a:gd name="connsiteX64" fmla="*/ 7507193 w 11269336"/>
              <a:gd name="connsiteY64" fmla="*/ 1334617 h 2323145"/>
              <a:gd name="connsiteX65" fmla="*/ 7461694 w 11269336"/>
              <a:gd name="connsiteY65" fmla="*/ 1375866 h 2323145"/>
              <a:gd name="connsiteX66" fmla="*/ 7377571 w 11269336"/>
              <a:gd name="connsiteY66" fmla="*/ 1400128 h 2323145"/>
              <a:gd name="connsiteX67" fmla="*/ 7311261 w 11269336"/>
              <a:gd name="connsiteY67" fmla="*/ 1412652 h 2323145"/>
              <a:gd name="connsiteX68" fmla="*/ 7275307 w 11269336"/>
              <a:gd name="connsiteY68" fmla="*/ 1422171 h 2323145"/>
              <a:gd name="connsiteX69" fmla="*/ 7247783 w 11269336"/>
              <a:gd name="connsiteY69" fmla="*/ 1426330 h 2323145"/>
              <a:gd name="connsiteX70" fmla="*/ 7185047 w 11269336"/>
              <a:gd name="connsiteY70" fmla="*/ 1451812 h 2323145"/>
              <a:gd name="connsiteX71" fmla="*/ 7084117 w 11269336"/>
              <a:gd name="connsiteY71" fmla="*/ 1500281 h 2323145"/>
              <a:gd name="connsiteX72" fmla="*/ 7062011 w 11269336"/>
              <a:gd name="connsiteY72" fmla="*/ 1509183 h 2323145"/>
              <a:gd name="connsiteX73" fmla="*/ 7040555 w 11269336"/>
              <a:gd name="connsiteY73" fmla="*/ 1511207 h 2323145"/>
              <a:gd name="connsiteX74" fmla="*/ 7033438 w 11269336"/>
              <a:gd name="connsiteY74" fmla="*/ 1506772 h 2323145"/>
              <a:gd name="connsiteX75" fmla="*/ 7020886 w 11269336"/>
              <a:gd name="connsiteY75" fmla="*/ 1510764 h 2323145"/>
              <a:gd name="connsiteX76" fmla="*/ 7017033 w 11269336"/>
              <a:gd name="connsiteY76" fmla="*/ 1510650 h 2323145"/>
              <a:gd name="connsiteX77" fmla="*/ 6995460 w 11269336"/>
              <a:gd name="connsiteY77" fmla="*/ 1511173 h 2323145"/>
              <a:gd name="connsiteX78" fmla="*/ 6962144 w 11269336"/>
              <a:gd name="connsiteY78" fmla="*/ 1541508 h 2323145"/>
              <a:gd name="connsiteX79" fmla="*/ 6910674 w 11269336"/>
              <a:gd name="connsiteY79" fmla="*/ 1554793 h 2323145"/>
              <a:gd name="connsiteX80" fmla="*/ 6732152 w 11269336"/>
              <a:gd name="connsiteY80" fmla="*/ 1642538 h 2323145"/>
              <a:gd name="connsiteX81" fmla="*/ 6694106 w 11269336"/>
              <a:gd name="connsiteY81" fmla="*/ 1632377 h 2323145"/>
              <a:gd name="connsiteX82" fmla="*/ 6617223 w 11269336"/>
              <a:gd name="connsiteY82" fmla="*/ 1659889 h 2323145"/>
              <a:gd name="connsiteX83" fmla="*/ 6521138 w 11269336"/>
              <a:gd name="connsiteY83" fmla="*/ 1744340 h 2323145"/>
              <a:gd name="connsiteX84" fmla="*/ 6380677 w 11269336"/>
              <a:gd name="connsiteY84" fmla="*/ 1796883 h 2323145"/>
              <a:gd name="connsiteX85" fmla="*/ 6374897 w 11269336"/>
              <a:gd name="connsiteY85" fmla="*/ 1809910 h 2323145"/>
              <a:gd name="connsiteX86" fmla="*/ 6364545 w 11269336"/>
              <a:gd name="connsiteY86" fmla="*/ 1820090 h 2323145"/>
              <a:gd name="connsiteX87" fmla="*/ 6362126 w 11269336"/>
              <a:gd name="connsiteY87" fmla="*/ 1819991 h 2323145"/>
              <a:gd name="connsiteX88" fmla="*/ 6346673 w 11269336"/>
              <a:gd name="connsiteY88" fmla="*/ 1827824 h 2323145"/>
              <a:gd name="connsiteX89" fmla="*/ 6345588 w 11269336"/>
              <a:gd name="connsiteY89" fmla="*/ 1832232 h 2323145"/>
              <a:gd name="connsiteX90" fmla="*/ 6335708 w 11269336"/>
              <a:gd name="connsiteY90" fmla="*/ 1838451 h 2323145"/>
              <a:gd name="connsiteX91" fmla="*/ 6318182 w 11269336"/>
              <a:gd name="connsiteY91" fmla="*/ 1852975 h 2323145"/>
              <a:gd name="connsiteX92" fmla="*/ 6313084 w 11269336"/>
              <a:gd name="connsiteY92" fmla="*/ 1853561 h 2323145"/>
              <a:gd name="connsiteX93" fmla="*/ 6283816 w 11269336"/>
              <a:gd name="connsiteY93" fmla="*/ 1872148 h 2323145"/>
              <a:gd name="connsiteX94" fmla="*/ 6282550 w 11269336"/>
              <a:gd name="connsiteY94" fmla="*/ 1871392 h 2323145"/>
              <a:gd name="connsiteX95" fmla="*/ 6270527 w 11269336"/>
              <a:gd name="connsiteY95" fmla="*/ 1872208 h 2323145"/>
              <a:gd name="connsiteX96" fmla="*/ 6249518 w 11269336"/>
              <a:gd name="connsiteY96" fmla="*/ 1876079 h 2323145"/>
              <a:gd name="connsiteX97" fmla="*/ 6190386 w 11269336"/>
              <a:gd name="connsiteY97" fmla="*/ 1872478 h 2323145"/>
              <a:gd name="connsiteX98" fmla="*/ 6159777 w 11269336"/>
              <a:gd name="connsiteY98" fmla="*/ 1891745 h 2323145"/>
              <a:gd name="connsiteX99" fmla="*/ 6153131 w 11269336"/>
              <a:gd name="connsiteY99" fmla="*/ 1895079 h 2323145"/>
              <a:gd name="connsiteX100" fmla="*/ 6152798 w 11269336"/>
              <a:gd name="connsiteY100" fmla="*/ 1894920 h 2323145"/>
              <a:gd name="connsiteX101" fmla="*/ 6145388 w 11269336"/>
              <a:gd name="connsiteY101" fmla="*/ 1897990 h 2323145"/>
              <a:gd name="connsiteX102" fmla="*/ 6141014 w 11269336"/>
              <a:gd name="connsiteY102" fmla="*/ 1901155 h 2323145"/>
              <a:gd name="connsiteX103" fmla="*/ 6128122 w 11269336"/>
              <a:gd name="connsiteY103" fmla="*/ 1907623 h 2323145"/>
              <a:gd name="connsiteX104" fmla="*/ 6122351 w 11269336"/>
              <a:gd name="connsiteY104" fmla="*/ 1908359 h 2323145"/>
              <a:gd name="connsiteX105" fmla="*/ 6064750 w 11269336"/>
              <a:gd name="connsiteY105" fmla="*/ 1896394 h 2323145"/>
              <a:gd name="connsiteX106" fmla="*/ 5964230 w 11269336"/>
              <a:gd name="connsiteY106" fmla="*/ 1910038 h 2323145"/>
              <a:gd name="connsiteX107" fmla="*/ 5865399 w 11269336"/>
              <a:gd name="connsiteY107" fmla="*/ 1926966 h 2323145"/>
              <a:gd name="connsiteX108" fmla="*/ 5829951 w 11269336"/>
              <a:gd name="connsiteY108" fmla="*/ 1934755 h 2323145"/>
              <a:gd name="connsiteX109" fmla="*/ 5765285 w 11269336"/>
              <a:gd name="connsiteY109" fmla="*/ 1941322 h 2323145"/>
              <a:gd name="connsiteX110" fmla="*/ 5734750 w 11269336"/>
              <a:gd name="connsiteY110" fmla="*/ 1939793 h 2323145"/>
              <a:gd name="connsiteX111" fmla="*/ 5733569 w 11269336"/>
              <a:gd name="connsiteY111" fmla="*/ 1940505 h 2323145"/>
              <a:gd name="connsiteX112" fmla="*/ 5730329 w 11269336"/>
              <a:gd name="connsiteY112" fmla="*/ 1937845 h 2323145"/>
              <a:gd name="connsiteX113" fmla="*/ 5724661 w 11269336"/>
              <a:gd name="connsiteY113" fmla="*/ 1937455 h 2323145"/>
              <a:gd name="connsiteX114" fmla="*/ 5710186 w 11269336"/>
              <a:gd name="connsiteY114" fmla="*/ 1941370 h 2323145"/>
              <a:gd name="connsiteX115" fmla="*/ 5704910 w 11269336"/>
              <a:gd name="connsiteY115" fmla="*/ 1943663 h 2323145"/>
              <a:gd name="connsiteX116" fmla="*/ 5696836 w 11269336"/>
              <a:gd name="connsiteY116" fmla="*/ 1945271 h 2323145"/>
              <a:gd name="connsiteX117" fmla="*/ 5696583 w 11269336"/>
              <a:gd name="connsiteY117" fmla="*/ 1945050 h 2323145"/>
              <a:gd name="connsiteX118" fmla="*/ 5689123 w 11269336"/>
              <a:gd name="connsiteY118" fmla="*/ 1947067 h 2323145"/>
              <a:gd name="connsiteX119" fmla="*/ 5653291 w 11269336"/>
              <a:gd name="connsiteY119" fmla="*/ 1960245 h 2323145"/>
              <a:gd name="connsiteX120" fmla="*/ 5599385 w 11269336"/>
              <a:gd name="connsiteY120" fmla="*/ 1945198 h 2323145"/>
              <a:gd name="connsiteX121" fmla="*/ 5578300 w 11269336"/>
              <a:gd name="connsiteY121" fmla="*/ 1944963 h 2323145"/>
              <a:gd name="connsiteX122" fmla="*/ 5566758 w 11269336"/>
              <a:gd name="connsiteY122" fmla="*/ 1943441 h 2323145"/>
              <a:gd name="connsiteX123" fmla="*/ 5565857 w 11269336"/>
              <a:gd name="connsiteY123" fmla="*/ 1942445 h 2323145"/>
              <a:gd name="connsiteX124" fmla="*/ 5531534 w 11269336"/>
              <a:gd name="connsiteY124" fmla="*/ 1955208 h 2323145"/>
              <a:gd name="connsiteX125" fmla="*/ 5526552 w 11269336"/>
              <a:gd name="connsiteY125" fmla="*/ 1954799 h 2323145"/>
              <a:gd name="connsiteX126" fmla="*/ 5504723 w 11269336"/>
              <a:gd name="connsiteY126" fmla="*/ 1965811 h 2323145"/>
              <a:gd name="connsiteX127" fmla="*/ 5493156 w 11269336"/>
              <a:gd name="connsiteY127" fmla="*/ 1970063 h 2323145"/>
              <a:gd name="connsiteX128" fmla="*/ 5490486 w 11269336"/>
              <a:gd name="connsiteY128" fmla="*/ 1974227 h 2323145"/>
              <a:gd name="connsiteX129" fmla="*/ 5473107 w 11269336"/>
              <a:gd name="connsiteY129" fmla="*/ 1979001 h 2323145"/>
              <a:gd name="connsiteX130" fmla="*/ 5470885 w 11269336"/>
              <a:gd name="connsiteY130" fmla="*/ 1978432 h 2323145"/>
              <a:gd name="connsiteX131" fmla="*/ 5457393 w 11269336"/>
              <a:gd name="connsiteY131" fmla="*/ 1986525 h 2323145"/>
              <a:gd name="connsiteX132" fmla="*/ 5447102 w 11269336"/>
              <a:gd name="connsiteY132" fmla="*/ 1998329 h 2323145"/>
              <a:gd name="connsiteX133" fmla="*/ 5159151 w 11269336"/>
              <a:gd name="connsiteY133" fmla="*/ 2029640 h 2323145"/>
              <a:gd name="connsiteX134" fmla="*/ 5041688 w 11269336"/>
              <a:gd name="connsiteY134" fmla="*/ 2022334 h 2323145"/>
              <a:gd name="connsiteX135" fmla="*/ 4860988 w 11269336"/>
              <a:gd name="connsiteY135" fmla="*/ 2135698 h 2323145"/>
              <a:gd name="connsiteX136" fmla="*/ 4807902 w 11269336"/>
              <a:gd name="connsiteY136" fmla="*/ 2138894 h 2323145"/>
              <a:gd name="connsiteX137" fmla="*/ 4765388 w 11269336"/>
              <a:gd name="connsiteY137" fmla="*/ 2162525 h 2323145"/>
              <a:gd name="connsiteX138" fmla="*/ 4745033 w 11269336"/>
              <a:gd name="connsiteY138" fmla="*/ 2158859 h 2323145"/>
              <a:gd name="connsiteX139" fmla="*/ 4741475 w 11269336"/>
              <a:gd name="connsiteY139" fmla="*/ 2157998 h 2323145"/>
              <a:gd name="connsiteX140" fmla="*/ 4728247 w 11269336"/>
              <a:gd name="connsiteY140" fmla="*/ 2159526 h 2323145"/>
              <a:gd name="connsiteX141" fmla="*/ 4723263 w 11269336"/>
              <a:gd name="connsiteY141" fmla="*/ 2153742 h 2323145"/>
              <a:gd name="connsiteX142" fmla="*/ 4702453 w 11269336"/>
              <a:gd name="connsiteY142" fmla="*/ 2151586 h 2323145"/>
              <a:gd name="connsiteX143" fmla="*/ 4678455 w 11269336"/>
              <a:gd name="connsiteY143" fmla="*/ 2156131 h 2323145"/>
              <a:gd name="connsiteX144" fmla="*/ 4593061 w 11269336"/>
              <a:gd name="connsiteY144" fmla="*/ 2171597 h 2323145"/>
              <a:gd name="connsiteX145" fmla="*/ 4579902 w 11269336"/>
              <a:gd name="connsiteY145" fmla="*/ 2177927 h 2323145"/>
              <a:gd name="connsiteX146" fmla="*/ 4533444 w 11269336"/>
              <a:gd name="connsiteY146" fmla="*/ 2181200 h 2323145"/>
              <a:gd name="connsiteX147" fmla="*/ 4492832 w 11269336"/>
              <a:gd name="connsiteY147" fmla="*/ 2188033 h 2323145"/>
              <a:gd name="connsiteX148" fmla="*/ 4467257 w 11269336"/>
              <a:gd name="connsiteY148" fmla="*/ 2196121 h 2323145"/>
              <a:gd name="connsiteX149" fmla="*/ 4459937 w 11269336"/>
              <a:gd name="connsiteY149" fmla="*/ 2195182 h 2323145"/>
              <a:gd name="connsiteX150" fmla="*/ 4433312 w 11269336"/>
              <a:gd name="connsiteY150" fmla="*/ 2199004 h 2323145"/>
              <a:gd name="connsiteX151" fmla="*/ 4420601 w 11269336"/>
              <a:gd name="connsiteY151" fmla="*/ 2205158 h 2323145"/>
              <a:gd name="connsiteX152" fmla="*/ 4405765 w 11269336"/>
              <a:gd name="connsiteY152" fmla="*/ 2199902 h 2323145"/>
              <a:gd name="connsiteX153" fmla="*/ 4401354 w 11269336"/>
              <a:gd name="connsiteY153" fmla="*/ 2194745 h 2323145"/>
              <a:gd name="connsiteX154" fmla="*/ 4383151 w 11269336"/>
              <a:gd name="connsiteY154" fmla="*/ 2201140 h 2323145"/>
              <a:gd name="connsiteX155" fmla="*/ 4366646 w 11269336"/>
              <a:gd name="connsiteY155" fmla="*/ 2198564 h 2323145"/>
              <a:gd name="connsiteX156" fmla="*/ 4354009 w 11269336"/>
              <a:gd name="connsiteY156" fmla="*/ 2204984 h 2323145"/>
              <a:gd name="connsiteX157" fmla="*/ 4348284 w 11269336"/>
              <a:gd name="connsiteY157" fmla="*/ 2205270 h 2323145"/>
              <a:gd name="connsiteX158" fmla="*/ 4333906 w 11269336"/>
              <a:gd name="connsiteY158" fmla="*/ 2205251 h 2323145"/>
              <a:gd name="connsiteX159" fmla="*/ 4308819 w 11269336"/>
              <a:gd name="connsiteY159" fmla="*/ 2203822 h 2323145"/>
              <a:gd name="connsiteX160" fmla="*/ 4301210 w 11269336"/>
              <a:gd name="connsiteY160" fmla="*/ 2204456 h 2323145"/>
              <a:gd name="connsiteX161" fmla="*/ 4283095 w 11269336"/>
              <a:gd name="connsiteY161" fmla="*/ 2198177 h 2323145"/>
              <a:gd name="connsiteX162" fmla="*/ 4250119 w 11269336"/>
              <a:gd name="connsiteY162" fmla="*/ 2196342 h 2323145"/>
              <a:gd name="connsiteX163" fmla="*/ 4189203 w 11269336"/>
              <a:gd name="connsiteY163" fmla="*/ 2178994 h 2323145"/>
              <a:gd name="connsiteX164" fmla="*/ 4154035 w 11269336"/>
              <a:gd name="connsiteY164" fmla="*/ 2171950 h 2323145"/>
              <a:gd name="connsiteX165" fmla="*/ 4129569 w 11269336"/>
              <a:gd name="connsiteY165" fmla="*/ 2163850 h 2323145"/>
              <a:gd name="connsiteX166" fmla="*/ 4061250 w 11269336"/>
              <a:gd name="connsiteY166" fmla="*/ 2159236 h 2323145"/>
              <a:gd name="connsiteX167" fmla="*/ 3945480 w 11269336"/>
              <a:gd name="connsiteY167" fmla="*/ 2158279 h 2323145"/>
              <a:gd name="connsiteX168" fmla="*/ 3921468 w 11269336"/>
              <a:gd name="connsiteY168" fmla="*/ 2156588 h 2323145"/>
              <a:gd name="connsiteX169" fmla="*/ 3903348 w 11269336"/>
              <a:gd name="connsiteY169" fmla="*/ 2149220 h 2323145"/>
              <a:gd name="connsiteX170" fmla="*/ 3901342 w 11269336"/>
              <a:gd name="connsiteY170" fmla="*/ 2142355 h 2323145"/>
              <a:gd name="connsiteX171" fmla="*/ 3888539 w 11269336"/>
              <a:gd name="connsiteY171" fmla="*/ 2140476 h 2323145"/>
              <a:gd name="connsiteX172" fmla="*/ 3885662 w 11269336"/>
              <a:gd name="connsiteY172" fmla="*/ 2138740 h 2323145"/>
              <a:gd name="connsiteX173" fmla="*/ 3868627 w 11269336"/>
              <a:gd name="connsiteY173" fmla="*/ 2130023 h 2323145"/>
              <a:gd name="connsiteX174" fmla="*/ 3819177 w 11269336"/>
              <a:gd name="connsiteY174" fmla="*/ 2142111 h 2323145"/>
              <a:gd name="connsiteX175" fmla="*/ 3769100 w 11269336"/>
              <a:gd name="connsiteY175" fmla="*/ 2131731 h 2323145"/>
              <a:gd name="connsiteX176" fmla="*/ 3562752 w 11269336"/>
              <a:gd name="connsiteY176" fmla="*/ 2131785 h 2323145"/>
              <a:gd name="connsiteX177" fmla="*/ 3541402 w 11269336"/>
              <a:gd name="connsiteY177" fmla="*/ 2106821 h 2323145"/>
              <a:gd name="connsiteX178" fmla="*/ 3365341 w 11269336"/>
              <a:gd name="connsiteY178" fmla="*/ 2077638 h 2323145"/>
              <a:gd name="connsiteX179" fmla="*/ 3170922 w 11269336"/>
              <a:gd name="connsiteY179" fmla="*/ 2115957 h 2323145"/>
              <a:gd name="connsiteX180" fmla="*/ 3156256 w 11269336"/>
              <a:gd name="connsiteY180" fmla="*/ 2124773 h 2323145"/>
              <a:gd name="connsiteX181" fmla="*/ 3140298 w 11269336"/>
              <a:gd name="connsiteY181" fmla="*/ 2129182 h 2323145"/>
              <a:gd name="connsiteX182" fmla="*/ 3138514 w 11269336"/>
              <a:gd name="connsiteY182" fmla="*/ 2128069 h 2323145"/>
              <a:gd name="connsiteX183" fmla="*/ 3120467 w 11269336"/>
              <a:gd name="connsiteY183" fmla="*/ 2128281 h 2323145"/>
              <a:gd name="connsiteX184" fmla="*/ 3116175 w 11269336"/>
              <a:gd name="connsiteY184" fmla="*/ 2131633 h 2323145"/>
              <a:gd name="connsiteX185" fmla="*/ 3103685 w 11269336"/>
              <a:gd name="connsiteY185" fmla="*/ 2132814 h 2323145"/>
              <a:gd name="connsiteX186" fmla="*/ 3078794 w 11269336"/>
              <a:gd name="connsiteY186" fmla="*/ 2137935 h 2323145"/>
              <a:gd name="connsiteX187" fmla="*/ 3074407 w 11269336"/>
              <a:gd name="connsiteY187" fmla="*/ 2136274 h 2323145"/>
              <a:gd name="connsiteX188" fmla="*/ 3037285 w 11269336"/>
              <a:gd name="connsiteY188" fmla="*/ 2139919 h 2323145"/>
              <a:gd name="connsiteX189" fmla="*/ 3036901 w 11269336"/>
              <a:gd name="connsiteY189" fmla="*/ 2138726 h 2323145"/>
              <a:gd name="connsiteX190" fmla="*/ 3026996 w 11269336"/>
              <a:gd name="connsiteY190" fmla="*/ 2134322 h 2323145"/>
              <a:gd name="connsiteX191" fmla="*/ 3007772 w 11269336"/>
              <a:gd name="connsiteY191" fmla="*/ 2128742 h 2323145"/>
              <a:gd name="connsiteX192" fmla="*/ 2965030 w 11269336"/>
              <a:gd name="connsiteY192" fmla="*/ 2100494 h 2323145"/>
              <a:gd name="connsiteX193" fmla="*/ 2926342 w 11269336"/>
              <a:gd name="connsiteY193" fmla="*/ 2104155 h 2323145"/>
              <a:gd name="connsiteX194" fmla="*/ 2918608 w 11269336"/>
              <a:gd name="connsiteY194" fmla="*/ 2104215 h 2323145"/>
              <a:gd name="connsiteX195" fmla="*/ 2918475 w 11269336"/>
              <a:gd name="connsiteY195" fmla="*/ 2103937 h 2323145"/>
              <a:gd name="connsiteX196" fmla="*/ 2910360 w 11269336"/>
              <a:gd name="connsiteY196" fmla="*/ 2103444 h 2323145"/>
              <a:gd name="connsiteX197" fmla="*/ 2904507 w 11269336"/>
              <a:gd name="connsiteY197" fmla="*/ 2104326 h 2323145"/>
              <a:gd name="connsiteX198" fmla="*/ 2889503 w 11269336"/>
              <a:gd name="connsiteY198" fmla="*/ 2104443 h 2323145"/>
              <a:gd name="connsiteX199" fmla="*/ 2884480 w 11269336"/>
              <a:gd name="connsiteY199" fmla="*/ 2102626 h 2323145"/>
              <a:gd name="connsiteX200" fmla="*/ 2882689 w 11269336"/>
              <a:gd name="connsiteY200" fmla="*/ 2099228 h 2323145"/>
              <a:gd name="connsiteX201" fmla="*/ 2881291 w 11269336"/>
              <a:gd name="connsiteY201" fmla="*/ 2099618 h 2323145"/>
              <a:gd name="connsiteX202" fmla="*/ 2853979 w 11269336"/>
              <a:gd name="connsiteY202" fmla="*/ 2090388 h 2323145"/>
              <a:gd name="connsiteX203" fmla="*/ 2791790 w 11269336"/>
              <a:gd name="connsiteY203" fmla="*/ 2080332 h 2323145"/>
              <a:gd name="connsiteX204" fmla="*/ 2755844 w 11269336"/>
              <a:gd name="connsiteY204" fmla="*/ 2078874 h 2323145"/>
              <a:gd name="connsiteX205" fmla="*/ 2657742 w 11269336"/>
              <a:gd name="connsiteY205" fmla="*/ 2070179 h 2323145"/>
              <a:gd name="connsiteX206" fmla="*/ 2559549 w 11269336"/>
              <a:gd name="connsiteY206" fmla="*/ 2057873 h 2323145"/>
              <a:gd name="connsiteX207" fmla="*/ 2512054 w 11269336"/>
              <a:gd name="connsiteY207" fmla="*/ 2031671 h 2323145"/>
              <a:gd name="connsiteX208" fmla="*/ 2506437 w 11269336"/>
              <a:gd name="connsiteY208" fmla="*/ 2030918 h 2323145"/>
              <a:gd name="connsiteX209" fmla="*/ 2491752 w 11269336"/>
              <a:gd name="connsiteY209" fmla="*/ 2033906 h 2323145"/>
              <a:gd name="connsiteX210" fmla="*/ 2486338 w 11269336"/>
              <a:gd name="connsiteY210" fmla="*/ 2035862 h 2323145"/>
              <a:gd name="connsiteX211" fmla="*/ 2478186 w 11269336"/>
              <a:gd name="connsiteY211" fmla="*/ 2036953 h 2323145"/>
              <a:gd name="connsiteX212" fmla="*/ 2477950 w 11269336"/>
              <a:gd name="connsiteY212" fmla="*/ 2036715 h 2323145"/>
              <a:gd name="connsiteX213" fmla="*/ 2470381 w 11269336"/>
              <a:gd name="connsiteY213" fmla="*/ 2038256 h 2323145"/>
              <a:gd name="connsiteX214" fmla="*/ 2433781 w 11269336"/>
              <a:gd name="connsiteY214" fmla="*/ 2049140 h 2323145"/>
              <a:gd name="connsiteX215" fmla="*/ 2381172 w 11269336"/>
              <a:gd name="connsiteY215" fmla="*/ 2030645 h 2323145"/>
              <a:gd name="connsiteX216" fmla="*/ 2360198 w 11269336"/>
              <a:gd name="connsiteY216" fmla="*/ 2029059 h 2323145"/>
              <a:gd name="connsiteX217" fmla="*/ 2348815 w 11269336"/>
              <a:gd name="connsiteY217" fmla="*/ 2026798 h 2323145"/>
              <a:gd name="connsiteX218" fmla="*/ 2347988 w 11269336"/>
              <a:gd name="connsiteY218" fmla="*/ 2025745 h 2323145"/>
              <a:gd name="connsiteX219" fmla="*/ 2312920 w 11269336"/>
              <a:gd name="connsiteY219" fmla="*/ 2036311 h 2323145"/>
              <a:gd name="connsiteX220" fmla="*/ 2307986 w 11269336"/>
              <a:gd name="connsiteY220" fmla="*/ 2035583 h 2323145"/>
              <a:gd name="connsiteX221" fmla="*/ 2285481 w 11269336"/>
              <a:gd name="connsiteY221" fmla="*/ 2045197 h 2323145"/>
              <a:gd name="connsiteX222" fmla="*/ 2273666 w 11269336"/>
              <a:gd name="connsiteY222" fmla="*/ 2048710 h 2323145"/>
              <a:gd name="connsiteX223" fmla="*/ 2270719 w 11269336"/>
              <a:gd name="connsiteY223" fmla="*/ 2052702 h 2323145"/>
              <a:gd name="connsiteX224" fmla="*/ 2253080 w 11269336"/>
              <a:gd name="connsiteY224" fmla="*/ 2056363 h 2323145"/>
              <a:gd name="connsiteX225" fmla="*/ 2250906 w 11269336"/>
              <a:gd name="connsiteY225" fmla="*/ 2055654 h 2323145"/>
              <a:gd name="connsiteX226" fmla="*/ 2236905 w 11269336"/>
              <a:gd name="connsiteY226" fmla="*/ 2062882 h 2323145"/>
              <a:gd name="connsiteX227" fmla="*/ 2225830 w 11269336"/>
              <a:gd name="connsiteY227" fmla="*/ 2074027 h 2323145"/>
              <a:gd name="connsiteX228" fmla="*/ 2073776 w 11269336"/>
              <a:gd name="connsiteY228" fmla="*/ 2089244 h 2323145"/>
              <a:gd name="connsiteX229" fmla="*/ 1948256 w 11269336"/>
              <a:gd name="connsiteY229" fmla="*/ 2146616 h 2323145"/>
              <a:gd name="connsiteX230" fmla="*/ 1865582 w 11269336"/>
              <a:gd name="connsiteY230" fmla="*/ 2153738 h 2323145"/>
              <a:gd name="connsiteX231" fmla="*/ 1835210 w 11269336"/>
              <a:gd name="connsiteY231" fmla="*/ 2134244 h 2323145"/>
              <a:gd name="connsiteX232" fmla="*/ 1632661 w 11269336"/>
              <a:gd name="connsiteY232" fmla="*/ 2173882 h 2323145"/>
              <a:gd name="connsiteX233" fmla="*/ 1579590 w 11269336"/>
              <a:gd name="connsiteY233" fmla="*/ 2173680 h 2323145"/>
              <a:gd name="connsiteX234" fmla="*/ 1535601 w 11269336"/>
              <a:gd name="connsiteY234" fmla="*/ 2194590 h 2323145"/>
              <a:gd name="connsiteX235" fmla="*/ 1515594 w 11269336"/>
              <a:gd name="connsiteY235" fmla="*/ 2189622 h 2323145"/>
              <a:gd name="connsiteX236" fmla="*/ 1512113 w 11269336"/>
              <a:gd name="connsiteY236" fmla="*/ 2188534 h 2323145"/>
              <a:gd name="connsiteX237" fmla="*/ 1498838 w 11269336"/>
              <a:gd name="connsiteY237" fmla="*/ 2189213 h 2323145"/>
              <a:gd name="connsiteX238" fmla="*/ 1494279 w 11269336"/>
              <a:gd name="connsiteY238" fmla="*/ 2183112 h 2323145"/>
              <a:gd name="connsiteX239" fmla="*/ 1473714 w 11269336"/>
              <a:gd name="connsiteY239" fmla="*/ 2179625 h 2323145"/>
              <a:gd name="connsiteX240" fmla="*/ 1449503 w 11269336"/>
              <a:gd name="connsiteY240" fmla="*/ 2182633 h 2323145"/>
              <a:gd name="connsiteX241" fmla="*/ 1266687 w 11269336"/>
              <a:gd name="connsiteY241" fmla="*/ 2212688 h 2323145"/>
              <a:gd name="connsiteX242" fmla="*/ 1239614 w 11269336"/>
              <a:gd name="connsiteY242" fmla="*/ 2209727 h 2323145"/>
              <a:gd name="connsiteX243" fmla="*/ 1202436 w 11269336"/>
              <a:gd name="connsiteY243" fmla="*/ 2209817 h 2323145"/>
              <a:gd name="connsiteX244" fmla="*/ 1136097 w 11269336"/>
              <a:gd name="connsiteY244" fmla="*/ 2205112 h 2323145"/>
              <a:gd name="connsiteX245" fmla="*/ 988232 w 11269336"/>
              <a:gd name="connsiteY245" fmla="*/ 2235635 h 2323145"/>
              <a:gd name="connsiteX246" fmla="*/ 981959 w 11269336"/>
              <a:gd name="connsiteY246" fmla="*/ 2231607 h 2323145"/>
              <a:gd name="connsiteX247" fmla="*/ 938600 w 11269336"/>
              <a:gd name="connsiteY247" fmla="*/ 2238113 h 2323145"/>
              <a:gd name="connsiteX248" fmla="*/ 791788 w 11269336"/>
              <a:gd name="connsiteY248" fmla="*/ 2293224 h 2323145"/>
              <a:gd name="connsiteX249" fmla="*/ 706914 w 11269336"/>
              <a:gd name="connsiteY249" fmla="*/ 2305046 h 2323145"/>
              <a:gd name="connsiteX250" fmla="*/ 675971 w 11269336"/>
              <a:gd name="connsiteY250" fmla="*/ 2304030 h 2323145"/>
              <a:gd name="connsiteX251" fmla="*/ 624180 w 11269336"/>
              <a:gd name="connsiteY251" fmla="*/ 2302650 h 2323145"/>
              <a:gd name="connsiteX252" fmla="*/ 583453 w 11269336"/>
              <a:gd name="connsiteY252" fmla="*/ 2288788 h 2323145"/>
              <a:gd name="connsiteX253" fmla="*/ 540946 w 11269336"/>
              <a:gd name="connsiteY253" fmla="*/ 2292721 h 2323145"/>
              <a:gd name="connsiteX254" fmla="*/ 533680 w 11269336"/>
              <a:gd name="connsiteY254" fmla="*/ 2310233 h 2323145"/>
              <a:gd name="connsiteX255" fmla="*/ 487366 w 11269336"/>
              <a:gd name="connsiteY255" fmla="*/ 2309053 h 2323145"/>
              <a:gd name="connsiteX256" fmla="*/ 416820 w 11269336"/>
              <a:gd name="connsiteY256" fmla="*/ 2305443 h 2323145"/>
              <a:gd name="connsiteX257" fmla="*/ 376805 w 11269336"/>
              <a:gd name="connsiteY257" fmla="*/ 2307647 h 2323145"/>
              <a:gd name="connsiteX258" fmla="*/ 266777 w 11269336"/>
              <a:gd name="connsiteY258" fmla="*/ 2309012 h 2323145"/>
              <a:gd name="connsiteX259" fmla="*/ 156013 w 11269336"/>
              <a:gd name="connsiteY259" fmla="*/ 2306832 h 2323145"/>
              <a:gd name="connsiteX260" fmla="*/ 87258 w 11269336"/>
              <a:gd name="connsiteY260" fmla="*/ 2285511 h 2323145"/>
              <a:gd name="connsiteX261" fmla="*/ 23798 w 11269336"/>
              <a:gd name="connsiteY261" fmla="*/ 2281822 h 2323145"/>
              <a:gd name="connsiteX262" fmla="*/ 0 w 11269336"/>
              <a:gd name="connsiteY262" fmla="*/ 2285369 h 2323145"/>
              <a:gd name="connsiteX263" fmla="*/ 0 w 11269336"/>
              <a:gd name="connsiteY263"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380600 w 11269336"/>
              <a:gd name="connsiteY19" fmla="*/ 549821 h 2323145"/>
              <a:gd name="connsiteX20" fmla="*/ 9162278 w 11269336"/>
              <a:gd name="connsiteY20" fmla="*/ 704724 h 2323145"/>
              <a:gd name="connsiteX21" fmla="*/ 9062863 w 11269336"/>
              <a:gd name="connsiteY21" fmla="*/ 754656 h 2323145"/>
              <a:gd name="connsiteX22" fmla="*/ 8914746 w 11269336"/>
              <a:gd name="connsiteY22" fmla="*/ 826428 h 2323145"/>
              <a:gd name="connsiteX23" fmla="*/ 8917778 w 11269336"/>
              <a:gd name="connsiteY23" fmla="*/ 835198 h 2323145"/>
              <a:gd name="connsiteX24" fmla="*/ 8905560 w 11269336"/>
              <a:gd name="connsiteY24" fmla="*/ 838358 h 2323145"/>
              <a:gd name="connsiteX25" fmla="*/ 8897564 w 11269336"/>
              <a:gd name="connsiteY25" fmla="*/ 834287 h 2323145"/>
              <a:gd name="connsiteX26" fmla="*/ 8878040 w 11269336"/>
              <a:gd name="connsiteY26" fmla="*/ 844150 h 2323145"/>
              <a:gd name="connsiteX27" fmla="*/ 8795998 w 11269336"/>
              <a:gd name="connsiteY27" fmla="*/ 863337 h 2323145"/>
              <a:gd name="connsiteX28" fmla="*/ 8776970 w 11269336"/>
              <a:gd name="connsiteY28" fmla="*/ 885177 h 2323145"/>
              <a:gd name="connsiteX29" fmla="*/ 8755719 w 11269336"/>
              <a:gd name="connsiteY29" fmla="*/ 889754 h 2323145"/>
              <a:gd name="connsiteX30" fmla="*/ 8743257 w 11269336"/>
              <a:gd name="connsiteY30" fmla="*/ 904723 h 2323145"/>
              <a:gd name="connsiteX31" fmla="*/ 8721366 w 11269336"/>
              <a:gd name="connsiteY31" fmla="*/ 904711 h 2323145"/>
              <a:gd name="connsiteX32" fmla="*/ 8678353 w 11269336"/>
              <a:gd name="connsiteY32" fmla="*/ 926318 h 2323145"/>
              <a:gd name="connsiteX33" fmla="*/ 8636849 w 11269336"/>
              <a:gd name="connsiteY33" fmla="*/ 937900 h 2323145"/>
              <a:gd name="connsiteX34" fmla="*/ 8620213 w 11269336"/>
              <a:gd name="connsiteY34" fmla="*/ 943068 h 2323145"/>
              <a:gd name="connsiteX35" fmla="*/ 8612581 w 11269336"/>
              <a:gd name="connsiteY35" fmla="*/ 952695 h 2323145"/>
              <a:gd name="connsiteX36" fmla="*/ 8589038 w 11269336"/>
              <a:gd name="connsiteY36" fmla="*/ 963892 h 2323145"/>
              <a:gd name="connsiteX37" fmla="*/ 8579950 w 11269336"/>
              <a:gd name="connsiteY37" fmla="*/ 960899 h 2323145"/>
              <a:gd name="connsiteX38" fmla="*/ 8579319 w 11269336"/>
              <a:gd name="connsiteY38" fmla="*/ 965630 h 2323145"/>
              <a:gd name="connsiteX39" fmla="*/ 8547429 w 11269336"/>
              <a:gd name="connsiteY39" fmla="*/ 984506 h 2323145"/>
              <a:gd name="connsiteX40" fmla="*/ 8478704 w 11269336"/>
              <a:gd name="connsiteY40" fmla="*/ 1025490 h 2323145"/>
              <a:gd name="connsiteX41" fmla="*/ 8461421 w 11269336"/>
              <a:gd name="connsiteY41" fmla="*/ 1035512 h 2323145"/>
              <a:gd name="connsiteX42" fmla="*/ 8445003 w 11269336"/>
              <a:gd name="connsiteY42" fmla="*/ 1036851 h 2323145"/>
              <a:gd name="connsiteX43" fmla="*/ 8357350 w 11269336"/>
              <a:gd name="connsiteY43" fmla="*/ 1060213 h 2323145"/>
              <a:gd name="connsiteX44" fmla="*/ 8335565 w 11269336"/>
              <a:gd name="connsiteY44" fmla="*/ 1061151 h 2323145"/>
              <a:gd name="connsiteX45" fmla="*/ 8325267 w 11269336"/>
              <a:gd name="connsiteY45" fmla="*/ 1055919 h 2323145"/>
              <a:gd name="connsiteX46" fmla="*/ 8293586 w 11269336"/>
              <a:gd name="connsiteY46" fmla="*/ 1076144 h 2323145"/>
              <a:gd name="connsiteX47" fmla="*/ 8242405 w 11269336"/>
              <a:gd name="connsiteY47" fmla="*/ 1095960 h 2323145"/>
              <a:gd name="connsiteX48" fmla="*/ 8197391 w 11269336"/>
              <a:gd name="connsiteY48" fmla="*/ 1107746 h 2323145"/>
              <a:gd name="connsiteX49" fmla="*/ 8081474 w 11269336"/>
              <a:gd name="connsiteY49" fmla="*/ 1130125 h 2323145"/>
              <a:gd name="connsiteX50" fmla="*/ 8053585 w 11269336"/>
              <a:gd name="connsiteY50" fmla="*/ 1129169 h 2323145"/>
              <a:gd name="connsiteX51" fmla="*/ 8038422 w 11269336"/>
              <a:gd name="connsiteY51" fmla="*/ 1119092 h 2323145"/>
              <a:gd name="connsiteX52" fmla="*/ 8029450 w 11269336"/>
              <a:gd name="connsiteY52" fmla="*/ 1125592 h 2323145"/>
              <a:gd name="connsiteX53" fmla="*/ 7959552 w 11269336"/>
              <a:gd name="connsiteY53" fmla="*/ 1140188 h 2323145"/>
              <a:gd name="connsiteX54" fmla="*/ 7914188 w 11269336"/>
              <a:gd name="connsiteY54" fmla="*/ 1150862 h 2323145"/>
              <a:gd name="connsiteX55" fmla="*/ 7914918 w 11269336"/>
              <a:gd name="connsiteY55" fmla="*/ 1168758 h 2323145"/>
              <a:gd name="connsiteX56" fmla="*/ 7875510 w 11269336"/>
              <a:gd name="connsiteY56" fmla="*/ 1183153 h 2323145"/>
              <a:gd name="connsiteX57" fmla="*/ 7829932 w 11269336"/>
              <a:gd name="connsiteY57" fmla="*/ 1180782 h 2323145"/>
              <a:gd name="connsiteX58" fmla="*/ 7779182 w 11269336"/>
              <a:gd name="connsiteY58" fmla="*/ 1192665 h 2323145"/>
              <a:gd name="connsiteX59" fmla="*/ 7748774 w 11269336"/>
              <a:gd name="connsiteY59" fmla="*/ 1199586 h 2323145"/>
              <a:gd name="connsiteX60" fmla="*/ 7671846 w 11269336"/>
              <a:gd name="connsiteY60" fmla="*/ 1231966 h 2323145"/>
              <a:gd name="connsiteX61" fmla="*/ 7554146 w 11269336"/>
              <a:gd name="connsiteY61" fmla="*/ 1319748 h 2323145"/>
              <a:gd name="connsiteX62" fmla="*/ 7515052 w 11269336"/>
              <a:gd name="connsiteY62" fmla="*/ 1336718 h 2323145"/>
              <a:gd name="connsiteX63" fmla="*/ 7507193 w 11269336"/>
              <a:gd name="connsiteY63" fmla="*/ 1334617 h 2323145"/>
              <a:gd name="connsiteX64" fmla="*/ 7461694 w 11269336"/>
              <a:gd name="connsiteY64" fmla="*/ 1375866 h 2323145"/>
              <a:gd name="connsiteX65" fmla="*/ 7377571 w 11269336"/>
              <a:gd name="connsiteY65" fmla="*/ 1400128 h 2323145"/>
              <a:gd name="connsiteX66" fmla="*/ 7311261 w 11269336"/>
              <a:gd name="connsiteY66" fmla="*/ 1412652 h 2323145"/>
              <a:gd name="connsiteX67" fmla="*/ 7275307 w 11269336"/>
              <a:gd name="connsiteY67" fmla="*/ 1422171 h 2323145"/>
              <a:gd name="connsiteX68" fmla="*/ 7247783 w 11269336"/>
              <a:gd name="connsiteY68" fmla="*/ 1426330 h 2323145"/>
              <a:gd name="connsiteX69" fmla="*/ 7185047 w 11269336"/>
              <a:gd name="connsiteY69" fmla="*/ 1451812 h 2323145"/>
              <a:gd name="connsiteX70" fmla="*/ 7084117 w 11269336"/>
              <a:gd name="connsiteY70" fmla="*/ 1500281 h 2323145"/>
              <a:gd name="connsiteX71" fmla="*/ 7062011 w 11269336"/>
              <a:gd name="connsiteY71" fmla="*/ 1509183 h 2323145"/>
              <a:gd name="connsiteX72" fmla="*/ 7040555 w 11269336"/>
              <a:gd name="connsiteY72" fmla="*/ 1511207 h 2323145"/>
              <a:gd name="connsiteX73" fmla="*/ 7033438 w 11269336"/>
              <a:gd name="connsiteY73" fmla="*/ 1506772 h 2323145"/>
              <a:gd name="connsiteX74" fmla="*/ 7020886 w 11269336"/>
              <a:gd name="connsiteY74" fmla="*/ 1510764 h 2323145"/>
              <a:gd name="connsiteX75" fmla="*/ 7017033 w 11269336"/>
              <a:gd name="connsiteY75" fmla="*/ 1510650 h 2323145"/>
              <a:gd name="connsiteX76" fmla="*/ 6995460 w 11269336"/>
              <a:gd name="connsiteY76" fmla="*/ 1511173 h 2323145"/>
              <a:gd name="connsiteX77" fmla="*/ 6962144 w 11269336"/>
              <a:gd name="connsiteY77" fmla="*/ 1541508 h 2323145"/>
              <a:gd name="connsiteX78" fmla="*/ 6910674 w 11269336"/>
              <a:gd name="connsiteY78" fmla="*/ 1554793 h 2323145"/>
              <a:gd name="connsiteX79" fmla="*/ 6732152 w 11269336"/>
              <a:gd name="connsiteY79" fmla="*/ 1642538 h 2323145"/>
              <a:gd name="connsiteX80" fmla="*/ 6694106 w 11269336"/>
              <a:gd name="connsiteY80" fmla="*/ 1632377 h 2323145"/>
              <a:gd name="connsiteX81" fmla="*/ 6617223 w 11269336"/>
              <a:gd name="connsiteY81" fmla="*/ 1659889 h 2323145"/>
              <a:gd name="connsiteX82" fmla="*/ 6521138 w 11269336"/>
              <a:gd name="connsiteY82" fmla="*/ 1744340 h 2323145"/>
              <a:gd name="connsiteX83" fmla="*/ 6380677 w 11269336"/>
              <a:gd name="connsiteY83" fmla="*/ 1796883 h 2323145"/>
              <a:gd name="connsiteX84" fmla="*/ 6374897 w 11269336"/>
              <a:gd name="connsiteY84" fmla="*/ 1809910 h 2323145"/>
              <a:gd name="connsiteX85" fmla="*/ 6364545 w 11269336"/>
              <a:gd name="connsiteY85" fmla="*/ 1820090 h 2323145"/>
              <a:gd name="connsiteX86" fmla="*/ 6362126 w 11269336"/>
              <a:gd name="connsiteY86" fmla="*/ 1819991 h 2323145"/>
              <a:gd name="connsiteX87" fmla="*/ 6346673 w 11269336"/>
              <a:gd name="connsiteY87" fmla="*/ 1827824 h 2323145"/>
              <a:gd name="connsiteX88" fmla="*/ 6345588 w 11269336"/>
              <a:gd name="connsiteY88" fmla="*/ 1832232 h 2323145"/>
              <a:gd name="connsiteX89" fmla="*/ 6335708 w 11269336"/>
              <a:gd name="connsiteY89" fmla="*/ 1838451 h 2323145"/>
              <a:gd name="connsiteX90" fmla="*/ 6318182 w 11269336"/>
              <a:gd name="connsiteY90" fmla="*/ 1852975 h 2323145"/>
              <a:gd name="connsiteX91" fmla="*/ 6313084 w 11269336"/>
              <a:gd name="connsiteY91" fmla="*/ 1853561 h 2323145"/>
              <a:gd name="connsiteX92" fmla="*/ 6283816 w 11269336"/>
              <a:gd name="connsiteY92" fmla="*/ 1872148 h 2323145"/>
              <a:gd name="connsiteX93" fmla="*/ 6282550 w 11269336"/>
              <a:gd name="connsiteY93" fmla="*/ 1871392 h 2323145"/>
              <a:gd name="connsiteX94" fmla="*/ 6270527 w 11269336"/>
              <a:gd name="connsiteY94" fmla="*/ 1872208 h 2323145"/>
              <a:gd name="connsiteX95" fmla="*/ 6249518 w 11269336"/>
              <a:gd name="connsiteY95" fmla="*/ 1876079 h 2323145"/>
              <a:gd name="connsiteX96" fmla="*/ 6190386 w 11269336"/>
              <a:gd name="connsiteY96" fmla="*/ 1872478 h 2323145"/>
              <a:gd name="connsiteX97" fmla="*/ 6159777 w 11269336"/>
              <a:gd name="connsiteY97" fmla="*/ 1891745 h 2323145"/>
              <a:gd name="connsiteX98" fmla="*/ 6153131 w 11269336"/>
              <a:gd name="connsiteY98" fmla="*/ 1895079 h 2323145"/>
              <a:gd name="connsiteX99" fmla="*/ 6152798 w 11269336"/>
              <a:gd name="connsiteY99" fmla="*/ 1894920 h 2323145"/>
              <a:gd name="connsiteX100" fmla="*/ 6145388 w 11269336"/>
              <a:gd name="connsiteY100" fmla="*/ 1897990 h 2323145"/>
              <a:gd name="connsiteX101" fmla="*/ 6141014 w 11269336"/>
              <a:gd name="connsiteY101" fmla="*/ 1901155 h 2323145"/>
              <a:gd name="connsiteX102" fmla="*/ 6128122 w 11269336"/>
              <a:gd name="connsiteY102" fmla="*/ 1907623 h 2323145"/>
              <a:gd name="connsiteX103" fmla="*/ 6122351 w 11269336"/>
              <a:gd name="connsiteY103" fmla="*/ 1908359 h 2323145"/>
              <a:gd name="connsiteX104" fmla="*/ 6064750 w 11269336"/>
              <a:gd name="connsiteY104" fmla="*/ 1896394 h 2323145"/>
              <a:gd name="connsiteX105" fmla="*/ 5964230 w 11269336"/>
              <a:gd name="connsiteY105" fmla="*/ 1910038 h 2323145"/>
              <a:gd name="connsiteX106" fmla="*/ 5865399 w 11269336"/>
              <a:gd name="connsiteY106" fmla="*/ 1926966 h 2323145"/>
              <a:gd name="connsiteX107" fmla="*/ 5829951 w 11269336"/>
              <a:gd name="connsiteY107" fmla="*/ 1934755 h 2323145"/>
              <a:gd name="connsiteX108" fmla="*/ 5765285 w 11269336"/>
              <a:gd name="connsiteY108" fmla="*/ 1941322 h 2323145"/>
              <a:gd name="connsiteX109" fmla="*/ 5734750 w 11269336"/>
              <a:gd name="connsiteY109" fmla="*/ 1939793 h 2323145"/>
              <a:gd name="connsiteX110" fmla="*/ 5733569 w 11269336"/>
              <a:gd name="connsiteY110" fmla="*/ 1940505 h 2323145"/>
              <a:gd name="connsiteX111" fmla="*/ 5730329 w 11269336"/>
              <a:gd name="connsiteY111" fmla="*/ 1937845 h 2323145"/>
              <a:gd name="connsiteX112" fmla="*/ 5724661 w 11269336"/>
              <a:gd name="connsiteY112" fmla="*/ 1937455 h 2323145"/>
              <a:gd name="connsiteX113" fmla="*/ 5710186 w 11269336"/>
              <a:gd name="connsiteY113" fmla="*/ 1941370 h 2323145"/>
              <a:gd name="connsiteX114" fmla="*/ 5704910 w 11269336"/>
              <a:gd name="connsiteY114" fmla="*/ 1943663 h 2323145"/>
              <a:gd name="connsiteX115" fmla="*/ 5696836 w 11269336"/>
              <a:gd name="connsiteY115" fmla="*/ 1945271 h 2323145"/>
              <a:gd name="connsiteX116" fmla="*/ 5696583 w 11269336"/>
              <a:gd name="connsiteY116" fmla="*/ 1945050 h 2323145"/>
              <a:gd name="connsiteX117" fmla="*/ 5689123 w 11269336"/>
              <a:gd name="connsiteY117" fmla="*/ 1947067 h 2323145"/>
              <a:gd name="connsiteX118" fmla="*/ 5653291 w 11269336"/>
              <a:gd name="connsiteY118" fmla="*/ 1960245 h 2323145"/>
              <a:gd name="connsiteX119" fmla="*/ 5599385 w 11269336"/>
              <a:gd name="connsiteY119" fmla="*/ 1945198 h 2323145"/>
              <a:gd name="connsiteX120" fmla="*/ 5578300 w 11269336"/>
              <a:gd name="connsiteY120" fmla="*/ 1944963 h 2323145"/>
              <a:gd name="connsiteX121" fmla="*/ 5566758 w 11269336"/>
              <a:gd name="connsiteY121" fmla="*/ 1943441 h 2323145"/>
              <a:gd name="connsiteX122" fmla="*/ 5565857 w 11269336"/>
              <a:gd name="connsiteY122" fmla="*/ 1942445 h 2323145"/>
              <a:gd name="connsiteX123" fmla="*/ 5531534 w 11269336"/>
              <a:gd name="connsiteY123" fmla="*/ 1955208 h 2323145"/>
              <a:gd name="connsiteX124" fmla="*/ 5526552 w 11269336"/>
              <a:gd name="connsiteY124" fmla="*/ 1954799 h 2323145"/>
              <a:gd name="connsiteX125" fmla="*/ 5504723 w 11269336"/>
              <a:gd name="connsiteY125" fmla="*/ 1965811 h 2323145"/>
              <a:gd name="connsiteX126" fmla="*/ 5493156 w 11269336"/>
              <a:gd name="connsiteY126" fmla="*/ 1970063 h 2323145"/>
              <a:gd name="connsiteX127" fmla="*/ 5490486 w 11269336"/>
              <a:gd name="connsiteY127" fmla="*/ 1974227 h 2323145"/>
              <a:gd name="connsiteX128" fmla="*/ 5473107 w 11269336"/>
              <a:gd name="connsiteY128" fmla="*/ 1979001 h 2323145"/>
              <a:gd name="connsiteX129" fmla="*/ 5470885 w 11269336"/>
              <a:gd name="connsiteY129" fmla="*/ 1978432 h 2323145"/>
              <a:gd name="connsiteX130" fmla="*/ 5457393 w 11269336"/>
              <a:gd name="connsiteY130" fmla="*/ 1986525 h 2323145"/>
              <a:gd name="connsiteX131" fmla="*/ 5447102 w 11269336"/>
              <a:gd name="connsiteY131" fmla="*/ 1998329 h 2323145"/>
              <a:gd name="connsiteX132" fmla="*/ 5159151 w 11269336"/>
              <a:gd name="connsiteY132" fmla="*/ 2029640 h 2323145"/>
              <a:gd name="connsiteX133" fmla="*/ 5041688 w 11269336"/>
              <a:gd name="connsiteY133" fmla="*/ 2022334 h 2323145"/>
              <a:gd name="connsiteX134" fmla="*/ 4860988 w 11269336"/>
              <a:gd name="connsiteY134" fmla="*/ 2135698 h 2323145"/>
              <a:gd name="connsiteX135" fmla="*/ 4807902 w 11269336"/>
              <a:gd name="connsiteY135" fmla="*/ 2138894 h 2323145"/>
              <a:gd name="connsiteX136" fmla="*/ 4765388 w 11269336"/>
              <a:gd name="connsiteY136" fmla="*/ 2162525 h 2323145"/>
              <a:gd name="connsiteX137" fmla="*/ 4745033 w 11269336"/>
              <a:gd name="connsiteY137" fmla="*/ 2158859 h 2323145"/>
              <a:gd name="connsiteX138" fmla="*/ 4741475 w 11269336"/>
              <a:gd name="connsiteY138" fmla="*/ 2157998 h 2323145"/>
              <a:gd name="connsiteX139" fmla="*/ 4728247 w 11269336"/>
              <a:gd name="connsiteY139" fmla="*/ 2159526 h 2323145"/>
              <a:gd name="connsiteX140" fmla="*/ 4723263 w 11269336"/>
              <a:gd name="connsiteY140" fmla="*/ 2153742 h 2323145"/>
              <a:gd name="connsiteX141" fmla="*/ 4702453 w 11269336"/>
              <a:gd name="connsiteY141" fmla="*/ 2151586 h 2323145"/>
              <a:gd name="connsiteX142" fmla="*/ 4678455 w 11269336"/>
              <a:gd name="connsiteY142" fmla="*/ 2156131 h 2323145"/>
              <a:gd name="connsiteX143" fmla="*/ 4593061 w 11269336"/>
              <a:gd name="connsiteY143" fmla="*/ 2171597 h 2323145"/>
              <a:gd name="connsiteX144" fmla="*/ 4579902 w 11269336"/>
              <a:gd name="connsiteY144" fmla="*/ 2177927 h 2323145"/>
              <a:gd name="connsiteX145" fmla="*/ 4533444 w 11269336"/>
              <a:gd name="connsiteY145" fmla="*/ 2181200 h 2323145"/>
              <a:gd name="connsiteX146" fmla="*/ 4492832 w 11269336"/>
              <a:gd name="connsiteY146" fmla="*/ 2188033 h 2323145"/>
              <a:gd name="connsiteX147" fmla="*/ 4467257 w 11269336"/>
              <a:gd name="connsiteY147" fmla="*/ 2196121 h 2323145"/>
              <a:gd name="connsiteX148" fmla="*/ 4459937 w 11269336"/>
              <a:gd name="connsiteY148" fmla="*/ 2195182 h 2323145"/>
              <a:gd name="connsiteX149" fmla="*/ 4433312 w 11269336"/>
              <a:gd name="connsiteY149" fmla="*/ 2199004 h 2323145"/>
              <a:gd name="connsiteX150" fmla="*/ 4420601 w 11269336"/>
              <a:gd name="connsiteY150" fmla="*/ 2205158 h 2323145"/>
              <a:gd name="connsiteX151" fmla="*/ 4405765 w 11269336"/>
              <a:gd name="connsiteY151" fmla="*/ 2199902 h 2323145"/>
              <a:gd name="connsiteX152" fmla="*/ 4401354 w 11269336"/>
              <a:gd name="connsiteY152" fmla="*/ 2194745 h 2323145"/>
              <a:gd name="connsiteX153" fmla="*/ 4383151 w 11269336"/>
              <a:gd name="connsiteY153" fmla="*/ 2201140 h 2323145"/>
              <a:gd name="connsiteX154" fmla="*/ 4366646 w 11269336"/>
              <a:gd name="connsiteY154" fmla="*/ 2198564 h 2323145"/>
              <a:gd name="connsiteX155" fmla="*/ 4354009 w 11269336"/>
              <a:gd name="connsiteY155" fmla="*/ 2204984 h 2323145"/>
              <a:gd name="connsiteX156" fmla="*/ 4348284 w 11269336"/>
              <a:gd name="connsiteY156" fmla="*/ 2205270 h 2323145"/>
              <a:gd name="connsiteX157" fmla="*/ 4333906 w 11269336"/>
              <a:gd name="connsiteY157" fmla="*/ 2205251 h 2323145"/>
              <a:gd name="connsiteX158" fmla="*/ 4308819 w 11269336"/>
              <a:gd name="connsiteY158" fmla="*/ 2203822 h 2323145"/>
              <a:gd name="connsiteX159" fmla="*/ 4301210 w 11269336"/>
              <a:gd name="connsiteY159" fmla="*/ 2204456 h 2323145"/>
              <a:gd name="connsiteX160" fmla="*/ 4283095 w 11269336"/>
              <a:gd name="connsiteY160" fmla="*/ 2198177 h 2323145"/>
              <a:gd name="connsiteX161" fmla="*/ 4250119 w 11269336"/>
              <a:gd name="connsiteY161" fmla="*/ 2196342 h 2323145"/>
              <a:gd name="connsiteX162" fmla="*/ 4189203 w 11269336"/>
              <a:gd name="connsiteY162" fmla="*/ 2178994 h 2323145"/>
              <a:gd name="connsiteX163" fmla="*/ 4154035 w 11269336"/>
              <a:gd name="connsiteY163" fmla="*/ 2171950 h 2323145"/>
              <a:gd name="connsiteX164" fmla="*/ 4129569 w 11269336"/>
              <a:gd name="connsiteY164" fmla="*/ 2163850 h 2323145"/>
              <a:gd name="connsiteX165" fmla="*/ 4061250 w 11269336"/>
              <a:gd name="connsiteY165" fmla="*/ 2159236 h 2323145"/>
              <a:gd name="connsiteX166" fmla="*/ 3945480 w 11269336"/>
              <a:gd name="connsiteY166" fmla="*/ 2158279 h 2323145"/>
              <a:gd name="connsiteX167" fmla="*/ 3921468 w 11269336"/>
              <a:gd name="connsiteY167" fmla="*/ 2156588 h 2323145"/>
              <a:gd name="connsiteX168" fmla="*/ 3903348 w 11269336"/>
              <a:gd name="connsiteY168" fmla="*/ 2149220 h 2323145"/>
              <a:gd name="connsiteX169" fmla="*/ 3901342 w 11269336"/>
              <a:gd name="connsiteY169" fmla="*/ 2142355 h 2323145"/>
              <a:gd name="connsiteX170" fmla="*/ 3888539 w 11269336"/>
              <a:gd name="connsiteY170" fmla="*/ 2140476 h 2323145"/>
              <a:gd name="connsiteX171" fmla="*/ 3885662 w 11269336"/>
              <a:gd name="connsiteY171" fmla="*/ 2138740 h 2323145"/>
              <a:gd name="connsiteX172" fmla="*/ 3868627 w 11269336"/>
              <a:gd name="connsiteY172" fmla="*/ 2130023 h 2323145"/>
              <a:gd name="connsiteX173" fmla="*/ 3819177 w 11269336"/>
              <a:gd name="connsiteY173" fmla="*/ 2142111 h 2323145"/>
              <a:gd name="connsiteX174" fmla="*/ 3769100 w 11269336"/>
              <a:gd name="connsiteY174" fmla="*/ 2131731 h 2323145"/>
              <a:gd name="connsiteX175" fmla="*/ 3562752 w 11269336"/>
              <a:gd name="connsiteY175" fmla="*/ 2131785 h 2323145"/>
              <a:gd name="connsiteX176" fmla="*/ 3541402 w 11269336"/>
              <a:gd name="connsiteY176" fmla="*/ 2106821 h 2323145"/>
              <a:gd name="connsiteX177" fmla="*/ 3365341 w 11269336"/>
              <a:gd name="connsiteY177" fmla="*/ 2077638 h 2323145"/>
              <a:gd name="connsiteX178" fmla="*/ 3170922 w 11269336"/>
              <a:gd name="connsiteY178" fmla="*/ 2115957 h 2323145"/>
              <a:gd name="connsiteX179" fmla="*/ 3156256 w 11269336"/>
              <a:gd name="connsiteY179" fmla="*/ 2124773 h 2323145"/>
              <a:gd name="connsiteX180" fmla="*/ 3140298 w 11269336"/>
              <a:gd name="connsiteY180" fmla="*/ 2129182 h 2323145"/>
              <a:gd name="connsiteX181" fmla="*/ 3138514 w 11269336"/>
              <a:gd name="connsiteY181" fmla="*/ 2128069 h 2323145"/>
              <a:gd name="connsiteX182" fmla="*/ 3120467 w 11269336"/>
              <a:gd name="connsiteY182" fmla="*/ 2128281 h 2323145"/>
              <a:gd name="connsiteX183" fmla="*/ 3116175 w 11269336"/>
              <a:gd name="connsiteY183" fmla="*/ 2131633 h 2323145"/>
              <a:gd name="connsiteX184" fmla="*/ 3103685 w 11269336"/>
              <a:gd name="connsiteY184" fmla="*/ 2132814 h 2323145"/>
              <a:gd name="connsiteX185" fmla="*/ 3078794 w 11269336"/>
              <a:gd name="connsiteY185" fmla="*/ 2137935 h 2323145"/>
              <a:gd name="connsiteX186" fmla="*/ 3074407 w 11269336"/>
              <a:gd name="connsiteY186" fmla="*/ 2136274 h 2323145"/>
              <a:gd name="connsiteX187" fmla="*/ 3037285 w 11269336"/>
              <a:gd name="connsiteY187" fmla="*/ 2139919 h 2323145"/>
              <a:gd name="connsiteX188" fmla="*/ 3036901 w 11269336"/>
              <a:gd name="connsiteY188" fmla="*/ 2138726 h 2323145"/>
              <a:gd name="connsiteX189" fmla="*/ 3026996 w 11269336"/>
              <a:gd name="connsiteY189" fmla="*/ 2134322 h 2323145"/>
              <a:gd name="connsiteX190" fmla="*/ 3007772 w 11269336"/>
              <a:gd name="connsiteY190" fmla="*/ 2128742 h 2323145"/>
              <a:gd name="connsiteX191" fmla="*/ 2965030 w 11269336"/>
              <a:gd name="connsiteY191" fmla="*/ 2100494 h 2323145"/>
              <a:gd name="connsiteX192" fmla="*/ 2926342 w 11269336"/>
              <a:gd name="connsiteY192" fmla="*/ 2104155 h 2323145"/>
              <a:gd name="connsiteX193" fmla="*/ 2918608 w 11269336"/>
              <a:gd name="connsiteY193" fmla="*/ 2104215 h 2323145"/>
              <a:gd name="connsiteX194" fmla="*/ 2918475 w 11269336"/>
              <a:gd name="connsiteY194" fmla="*/ 2103937 h 2323145"/>
              <a:gd name="connsiteX195" fmla="*/ 2910360 w 11269336"/>
              <a:gd name="connsiteY195" fmla="*/ 2103444 h 2323145"/>
              <a:gd name="connsiteX196" fmla="*/ 2904507 w 11269336"/>
              <a:gd name="connsiteY196" fmla="*/ 2104326 h 2323145"/>
              <a:gd name="connsiteX197" fmla="*/ 2889503 w 11269336"/>
              <a:gd name="connsiteY197" fmla="*/ 2104443 h 2323145"/>
              <a:gd name="connsiteX198" fmla="*/ 2884480 w 11269336"/>
              <a:gd name="connsiteY198" fmla="*/ 2102626 h 2323145"/>
              <a:gd name="connsiteX199" fmla="*/ 2882689 w 11269336"/>
              <a:gd name="connsiteY199" fmla="*/ 2099228 h 2323145"/>
              <a:gd name="connsiteX200" fmla="*/ 2881291 w 11269336"/>
              <a:gd name="connsiteY200" fmla="*/ 2099618 h 2323145"/>
              <a:gd name="connsiteX201" fmla="*/ 2853979 w 11269336"/>
              <a:gd name="connsiteY201" fmla="*/ 2090388 h 2323145"/>
              <a:gd name="connsiteX202" fmla="*/ 2791790 w 11269336"/>
              <a:gd name="connsiteY202" fmla="*/ 2080332 h 2323145"/>
              <a:gd name="connsiteX203" fmla="*/ 2755844 w 11269336"/>
              <a:gd name="connsiteY203" fmla="*/ 2078874 h 2323145"/>
              <a:gd name="connsiteX204" fmla="*/ 2657742 w 11269336"/>
              <a:gd name="connsiteY204" fmla="*/ 2070179 h 2323145"/>
              <a:gd name="connsiteX205" fmla="*/ 2559549 w 11269336"/>
              <a:gd name="connsiteY205" fmla="*/ 2057873 h 2323145"/>
              <a:gd name="connsiteX206" fmla="*/ 2512054 w 11269336"/>
              <a:gd name="connsiteY206" fmla="*/ 2031671 h 2323145"/>
              <a:gd name="connsiteX207" fmla="*/ 2506437 w 11269336"/>
              <a:gd name="connsiteY207" fmla="*/ 2030918 h 2323145"/>
              <a:gd name="connsiteX208" fmla="*/ 2491752 w 11269336"/>
              <a:gd name="connsiteY208" fmla="*/ 2033906 h 2323145"/>
              <a:gd name="connsiteX209" fmla="*/ 2486338 w 11269336"/>
              <a:gd name="connsiteY209" fmla="*/ 2035862 h 2323145"/>
              <a:gd name="connsiteX210" fmla="*/ 2478186 w 11269336"/>
              <a:gd name="connsiteY210" fmla="*/ 2036953 h 2323145"/>
              <a:gd name="connsiteX211" fmla="*/ 2477950 w 11269336"/>
              <a:gd name="connsiteY211" fmla="*/ 2036715 h 2323145"/>
              <a:gd name="connsiteX212" fmla="*/ 2470381 w 11269336"/>
              <a:gd name="connsiteY212" fmla="*/ 2038256 h 2323145"/>
              <a:gd name="connsiteX213" fmla="*/ 2433781 w 11269336"/>
              <a:gd name="connsiteY213" fmla="*/ 2049140 h 2323145"/>
              <a:gd name="connsiteX214" fmla="*/ 2381172 w 11269336"/>
              <a:gd name="connsiteY214" fmla="*/ 2030645 h 2323145"/>
              <a:gd name="connsiteX215" fmla="*/ 2360198 w 11269336"/>
              <a:gd name="connsiteY215" fmla="*/ 2029059 h 2323145"/>
              <a:gd name="connsiteX216" fmla="*/ 2348815 w 11269336"/>
              <a:gd name="connsiteY216" fmla="*/ 2026798 h 2323145"/>
              <a:gd name="connsiteX217" fmla="*/ 2347988 w 11269336"/>
              <a:gd name="connsiteY217" fmla="*/ 2025745 h 2323145"/>
              <a:gd name="connsiteX218" fmla="*/ 2312920 w 11269336"/>
              <a:gd name="connsiteY218" fmla="*/ 2036311 h 2323145"/>
              <a:gd name="connsiteX219" fmla="*/ 2307986 w 11269336"/>
              <a:gd name="connsiteY219" fmla="*/ 2035583 h 2323145"/>
              <a:gd name="connsiteX220" fmla="*/ 2285481 w 11269336"/>
              <a:gd name="connsiteY220" fmla="*/ 2045197 h 2323145"/>
              <a:gd name="connsiteX221" fmla="*/ 2273666 w 11269336"/>
              <a:gd name="connsiteY221" fmla="*/ 2048710 h 2323145"/>
              <a:gd name="connsiteX222" fmla="*/ 2270719 w 11269336"/>
              <a:gd name="connsiteY222" fmla="*/ 2052702 h 2323145"/>
              <a:gd name="connsiteX223" fmla="*/ 2253080 w 11269336"/>
              <a:gd name="connsiteY223" fmla="*/ 2056363 h 2323145"/>
              <a:gd name="connsiteX224" fmla="*/ 2250906 w 11269336"/>
              <a:gd name="connsiteY224" fmla="*/ 2055654 h 2323145"/>
              <a:gd name="connsiteX225" fmla="*/ 2236905 w 11269336"/>
              <a:gd name="connsiteY225" fmla="*/ 2062882 h 2323145"/>
              <a:gd name="connsiteX226" fmla="*/ 2225830 w 11269336"/>
              <a:gd name="connsiteY226" fmla="*/ 2074027 h 2323145"/>
              <a:gd name="connsiteX227" fmla="*/ 2073776 w 11269336"/>
              <a:gd name="connsiteY227" fmla="*/ 2089244 h 2323145"/>
              <a:gd name="connsiteX228" fmla="*/ 1948256 w 11269336"/>
              <a:gd name="connsiteY228" fmla="*/ 2146616 h 2323145"/>
              <a:gd name="connsiteX229" fmla="*/ 1865582 w 11269336"/>
              <a:gd name="connsiteY229" fmla="*/ 2153738 h 2323145"/>
              <a:gd name="connsiteX230" fmla="*/ 1835210 w 11269336"/>
              <a:gd name="connsiteY230" fmla="*/ 2134244 h 2323145"/>
              <a:gd name="connsiteX231" fmla="*/ 1632661 w 11269336"/>
              <a:gd name="connsiteY231" fmla="*/ 2173882 h 2323145"/>
              <a:gd name="connsiteX232" fmla="*/ 1579590 w 11269336"/>
              <a:gd name="connsiteY232" fmla="*/ 2173680 h 2323145"/>
              <a:gd name="connsiteX233" fmla="*/ 1535601 w 11269336"/>
              <a:gd name="connsiteY233" fmla="*/ 2194590 h 2323145"/>
              <a:gd name="connsiteX234" fmla="*/ 1515594 w 11269336"/>
              <a:gd name="connsiteY234" fmla="*/ 2189622 h 2323145"/>
              <a:gd name="connsiteX235" fmla="*/ 1512113 w 11269336"/>
              <a:gd name="connsiteY235" fmla="*/ 2188534 h 2323145"/>
              <a:gd name="connsiteX236" fmla="*/ 1498838 w 11269336"/>
              <a:gd name="connsiteY236" fmla="*/ 2189213 h 2323145"/>
              <a:gd name="connsiteX237" fmla="*/ 1494279 w 11269336"/>
              <a:gd name="connsiteY237" fmla="*/ 2183112 h 2323145"/>
              <a:gd name="connsiteX238" fmla="*/ 1473714 w 11269336"/>
              <a:gd name="connsiteY238" fmla="*/ 2179625 h 2323145"/>
              <a:gd name="connsiteX239" fmla="*/ 1449503 w 11269336"/>
              <a:gd name="connsiteY239" fmla="*/ 2182633 h 2323145"/>
              <a:gd name="connsiteX240" fmla="*/ 1266687 w 11269336"/>
              <a:gd name="connsiteY240" fmla="*/ 2212688 h 2323145"/>
              <a:gd name="connsiteX241" fmla="*/ 1239614 w 11269336"/>
              <a:gd name="connsiteY241" fmla="*/ 2209727 h 2323145"/>
              <a:gd name="connsiteX242" fmla="*/ 1202436 w 11269336"/>
              <a:gd name="connsiteY242" fmla="*/ 2209817 h 2323145"/>
              <a:gd name="connsiteX243" fmla="*/ 1136097 w 11269336"/>
              <a:gd name="connsiteY243" fmla="*/ 2205112 h 2323145"/>
              <a:gd name="connsiteX244" fmla="*/ 988232 w 11269336"/>
              <a:gd name="connsiteY244" fmla="*/ 2235635 h 2323145"/>
              <a:gd name="connsiteX245" fmla="*/ 981959 w 11269336"/>
              <a:gd name="connsiteY245" fmla="*/ 2231607 h 2323145"/>
              <a:gd name="connsiteX246" fmla="*/ 938600 w 11269336"/>
              <a:gd name="connsiteY246" fmla="*/ 2238113 h 2323145"/>
              <a:gd name="connsiteX247" fmla="*/ 791788 w 11269336"/>
              <a:gd name="connsiteY247" fmla="*/ 2293224 h 2323145"/>
              <a:gd name="connsiteX248" fmla="*/ 706914 w 11269336"/>
              <a:gd name="connsiteY248" fmla="*/ 2305046 h 2323145"/>
              <a:gd name="connsiteX249" fmla="*/ 675971 w 11269336"/>
              <a:gd name="connsiteY249" fmla="*/ 2304030 h 2323145"/>
              <a:gd name="connsiteX250" fmla="*/ 624180 w 11269336"/>
              <a:gd name="connsiteY250" fmla="*/ 2302650 h 2323145"/>
              <a:gd name="connsiteX251" fmla="*/ 583453 w 11269336"/>
              <a:gd name="connsiteY251" fmla="*/ 2288788 h 2323145"/>
              <a:gd name="connsiteX252" fmla="*/ 540946 w 11269336"/>
              <a:gd name="connsiteY252" fmla="*/ 2292721 h 2323145"/>
              <a:gd name="connsiteX253" fmla="*/ 533680 w 11269336"/>
              <a:gd name="connsiteY253" fmla="*/ 2310233 h 2323145"/>
              <a:gd name="connsiteX254" fmla="*/ 487366 w 11269336"/>
              <a:gd name="connsiteY254" fmla="*/ 2309053 h 2323145"/>
              <a:gd name="connsiteX255" fmla="*/ 416820 w 11269336"/>
              <a:gd name="connsiteY255" fmla="*/ 2305443 h 2323145"/>
              <a:gd name="connsiteX256" fmla="*/ 376805 w 11269336"/>
              <a:gd name="connsiteY256" fmla="*/ 2307647 h 2323145"/>
              <a:gd name="connsiteX257" fmla="*/ 266777 w 11269336"/>
              <a:gd name="connsiteY257" fmla="*/ 2309012 h 2323145"/>
              <a:gd name="connsiteX258" fmla="*/ 156013 w 11269336"/>
              <a:gd name="connsiteY258" fmla="*/ 2306832 h 2323145"/>
              <a:gd name="connsiteX259" fmla="*/ 87258 w 11269336"/>
              <a:gd name="connsiteY259" fmla="*/ 2285511 h 2323145"/>
              <a:gd name="connsiteX260" fmla="*/ 23798 w 11269336"/>
              <a:gd name="connsiteY260" fmla="*/ 2281822 h 2323145"/>
              <a:gd name="connsiteX261" fmla="*/ 0 w 11269336"/>
              <a:gd name="connsiteY261" fmla="*/ 2285369 h 2323145"/>
              <a:gd name="connsiteX262" fmla="*/ 0 w 11269336"/>
              <a:gd name="connsiteY262"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561575 w 11269336"/>
              <a:gd name="connsiteY19" fmla="*/ 559978 h 2323145"/>
              <a:gd name="connsiteX20" fmla="*/ 9162278 w 11269336"/>
              <a:gd name="connsiteY20" fmla="*/ 704724 h 2323145"/>
              <a:gd name="connsiteX21" fmla="*/ 9062863 w 11269336"/>
              <a:gd name="connsiteY21" fmla="*/ 754656 h 2323145"/>
              <a:gd name="connsiteX22" fmla="*/ 8914746 w 11269336"/>
              <a:gd name="connsiteY22" fmla="*/ 826428 h 2323145"/>
              <a:gd name="connsiteX23" fmla="*/ 8917778 w 11269336"/>
              <a:gd name="connsiteY23" fmla="*/ 835198 h 2323145"/>
              <a:gd name="connsiteX24" fmla="*/ 8905560 w 11269336"/>
              <a:gd name="connsiteY24" fmla="*/ 838358 h 2323145"/>
              <a:gd name="connsiteX25" fmla="*/ 8897564 w 11269336"/>
              <a:gd name="connsiteY25" fmla="*/ 834287 h 2323145"/>
              <a:gd name="connsiteX26" fmla="*/ 8878040 w 11269336"/>
              <a:gd name="connsiteY26" fmla="*/ 844150 h 2323145"/>
              <a:gd name="connsiteX27" fmla="*/ 8795998 w 11269336"/>
              <a:gd name="connsiteY27" fmla="*/ 863337 h 2323145"/>
              <a:gd name="connsiteX28" fmla="*/ 8776970 w 11269336"/>
              <a:gd name="connsiteY28" fmla="*/ 885177 h 2323145"/>
              <a:gd name="connsiteX29" fmla="*/ 8755719 w 11269336"/>
              <a:gd name="connsiteY29" fmla="*/ 889754 h 2323145"/>
              <a:gd name="connsiteX30" fmla="*/ 8743257 w 11269336"/>
              <a:gd name="connsiteY30" fmla="*/ 904723 h 2323145"/>
              <a:gd name="connsiteX31" fmla="*/ 8721366 w 11269336"/>
              <a:gd name="connsiteY31" fmla="*/ 904711 h 2323145"/>
              <a:gd name="connsiteX32" fmla="*/ 8678353 w 11269336"/>
              <a:gd name="connsiteY32" fmla="*/ 926318 h 2323145"/>
              <a:gd name="connsiteX33" fmla="*/ 8636849 w 11269336"/>
              <a:gd name="connsiteY33" fmla="*/ 937900 h 2323145"/>
              <a:gd name="connsiteX34" fmla="*/ 8620213 w 11269336"/>
              <a:gd name="connsiteY34" fmla="*/ 943068 h 2323145"/>
              <a:gd name="connsiteX35" fmla="*/ 8612581 w 11269336"/>
              <a:gd name="connsiteY35" fmla="*/ 952695 h 2323145"/>
              <a:gd name="connsiteX36" fmla="*/ 8589038 w 11269336"/>
              <a:gd name="connsiteY36" fmla="*/ 963892 h 2323145"/>
              <a:gd name="connsiteX37" fmla="*/ 8579950 w 11269336"/>
              <a:gd name="connsiteY37" fmla="*/ 960899 h 2323145"/>
              <a:gd name="connsiteX38" fmla="*/ 8579319 w 11269336"/>
              <a:gd name="connsiteY38" fmla="*/ 965630 h 2323145"/>
              <a:gd name="connsiteX39" fmla="*/ 8547429 w 11269336"/>
              <a:gd name="connsiteY39" fmla="*/ 984506 h 2323145"/>
              <a:gd name="connsiteX40" fmla="*/ 8478704 w 11269336"/>
              <a:gd name="connsiteY40" fmla="*/ 1025490 h 2323145"/>
              <a:gd name="connsiteX41" fmla="*/ 8461421 w 11269336"/>
              <a:gd name="connsiteY41" fmla="*/ 1035512 h 2323145"/>
              <a:gd name="connsiteX42" fmla="*/ 8445003 w 11269336"/>
              <a:gd name="connsiteY42" fmla="*/ 1036851 h 2323145"/>
              <a:gd name="connsiteX43" fmla="*/ 8357350 w 11269336"/>
              <a:gd name="connsiteY43" fmla="*/ 1060213 h 2323145"/>
              <a:gd name="connsiteX44" fmla="*/ 8335565 w 11269336"/>
              <a:gd name="connsiteY44" fmla="*/ 1061151 h 2323145"/>
              <a:gd name="connsiteX45" fmla="*/ 8325267 w 11269336"/>
              <a:gd name="connsiteY45" fmla="*/ 1055919 h 2323145"/>
              <a:gd name="connsiteX46" fmla="*/ 8293586 w 11269336"/>
              <a:gd name="connsiteY46" fmla="*/ 1076144 h 2323145"/>
              <a:gd name="connsiteX47" fmla="*/ 8242405 w 11269336"/>
              <a:gd name="connsiteY47" fmla="*/ 1095960 h 2323145"/>
              <a:gd name="connsiteX48" fmla="*/ 8197391 w 11269336"/>
              <a:gd name="connsiteY48" fmla="*/ 1107746 h 2323145"/>
              <a:gd name="connsiteX49" fmla="*/ 8081474 w 11269336"/>
              <a:gd name="connsiteY49" fmla="*/ 1130125 h 2323145"/>
              <a:gd name="connsiteX50" fmla="*/ 8053585 w 11269336"/>
              <a:gd name="connsiteY50" fmla="*/ 1129169 h 2323145"/>
              <a:gd name="connsiteX51" fmla="*/ 8038422 w 11269336"/>
              <a:gd name="connsiteY51" fmla="*/ 1119092 h 2323145"/>
              <a:gd name="connsiteX52" fmla="*/ 8029450 w 11269336"/>
              <a:gd name="connsiteY52" fmla="*/ 1125592 h 2323145"/>
              <a:gd name="connsiteX53" fmla="*/ 7959552 w 11269336"/>
              <a:gd name="connsiteY53" fmla="*/ 1140188 h 2323145"/>
              <a:gd name="connsiteX54" fmla="*/ 7914188 w 11269336"/>
              <a:gd name="connsiteY54" fmla="*/ 1150862 h 2323145"/>
              <a:gd name="connsiteX55" fmla="*/ 7914918 w 11269336"/>
              <a:gd name="connsiteY55" fmla="*/ 1168758 h 2323145"/>
              <a:gd name="connsiteX56" fmla="*/ 7875510 w 11269336"/>
              <a:gd name="connsiteY56" fmla="*/ 1183153 h 2323145"/>
              <a:gd name="connsiteX57" fmla="*/ 7829932 w 11269336"/>
              <a:gd name="connsiteY57" fmla="*/ 1180782 h 2323145"/>
              <a:gd name="connsiteX58" fmla="*/ 7779182 w 11269336"/>
              <a:gd name="connsiteY58" fmla="*/ 1192665 h 2323145"/>
              <a:gd name="connsiteX59" fmla="*/ 7748774 w 11269336"/>
              <a:gd name="connsiteY59" fmla="*/ 1199586 h 2323145"/>
              <a:gd name="connsiteX60" fmla="*/ 7671846 w 11269336"/>
              <a:gd name="connsiteY60" fmla="*/ 1231966 h 2323145"/>
              <a:gd name="connsiteX61" fmla="*/ 7554146 w 11269336"/>
              <a:gd name="connsiteY61" fmla="*/ 1319748 h 2323145"/>
              <a:gd name="connsiteX62" fmla="*/ 7515052 w 11269336"/>
              <a:gd name="connsiteY62" fmla="*/ 1336718 h 2323145"/>
              <a:gd name="connsiteX63" fmla="*/ 7507193 w 11269336"/>
              <a:gd name="connsiteY63" fmla="*/ 1334617 h 2323145"/>
              <a:gd name="connsiteX64" fmla="*/ 7461694 w 11269336"/>
              <a:gd name="connsiteY64" fmla="*/ 1375866 h 2323145"/>
              <a:gd name="connsiteX65" fmla="*/ 7377571 w 11269336"/>
              <a:gd name="connsiteY65" fmla="*/ 1400128 h 2323145"/>
              <a:gd name="connsiteX66" fmla="*/ 7311261 w 11269336"/>
              <a:gd name="connsiteY66" fmla="*/ 1412652 h 2323145"/>
              <a:gd name="connsiteX67" fmla="*/ 7275307 w 11269336"/>
              <a:gd name="connsiteY67" fmla="*/ 1422171 h 2323145"/>
              <a:gd name="connsiteX68" fmla="*/ 7247783 w 11269336"/>
              <a:gd name="connsiteY68" fmla="*/ 1426330 h 2323145"/>
              <a:gd name="connsiteX69" fmla="*/ 7185047 w 11269336"/>
              <a:gd name="connsiteY69" fmla="*/ 1451812 h 2323145"/>
              <a:gd name="connsiteX70" fmla="*/ 7084117 w 11269336"/>
              <a:gd name="connsiteY70" fmla="*/ 1500281 h 2323145"/>
              <a:gd name="connsiteX71" fmla="*/ 7062011 w 11269336"/>
              <a:gd name="connsiteY71" fmla="*/ 1509183 h 2323145"/>
              <a:gd name="connsiteX72" fmla="*/ 7040555 w 11269336"/>
              <a:gd name="connsiteY72" fmla="*/ 1511207 h 2323145"/>
              <a:gd name="connsiteX73" fmla="*/ 7033438 w 11269336"/>
              <a:gd name="connsiteY73" fmla="*/ 1506772 h 2323145"/>
              <a:gd name="connsiteX74" fmla="*/ 7020886 w 11269336"/>
              <a:gd name="connsiteY74" fmla="*/ 1510764 h 2323145"/>
              <a:gd name="connsiteX75" fmla="*/ 7017033 w 11269336"/>
              <a:gd name="connsiteY75" fmla="*/ 1510650 h 2323145"/>
              <a:gd name="connsiteX76" fmla="*/ 6995460 w 11269336"/>
              <a:gd name="connsiteY76" fmla="*/ 1511173 h 2323145"/>
              <a:gd name="connsiteX77" fmla="*/ 6962144 w 11269336"/>
              <a:gd name="connsiteY77" fmla="*/ 1541508 h 2323145"/>
              <a:gd name="connsiteX78" fmla="*/ 6910674 w 11269336"/>
              <a:gd name="connsiteY78" fmla="*/ 1554793 h 2323145"/>
              <a:gd name="connsiteX79" fmla="*/ 6732152 w 11269336"/>
              <a:gd name="connsiteY79" fmla="*/ 1642538 h 2323145"/>
              <a:gd name="connsiteX80" fmla="*/ 6694106 w 11269336"/>
              <a:gd name="connsiteY80" fmla="*/ 1632377 h 2323145"/>
              <a:gd name="connsiteX81" fmla="*/ 6617223 w 11269336"/>
              <a:gd name="connsiteY81" fmla="*/ 1659889 h 2323145"/>
              <a:gd name="connsiteX82" fmla="*/ 6521138 w 11269336"/>
              <a:gd name="connsiteY82" fmla="*/ 1744340 h 2323145"/>
              <a:gd name="connsiteX83" fmla="*/ 6380677 w 11269336"/>
              <a:gd name="connsiteY83" fmla="*/ 1796883 h 2323145"/>
              <a:gd name="connsiteX84" fmla="*/ 6374897 w 11269336"/>
              <a:gd name="connsiteY84" fmla="*/ 1809910 h 2323145"/>
              <a:gd name="connsiteX85" fmla="*/ 6364545 w 11269336"/>
              <a:gd name="connsiteY85" fmla="*/ 1820090 h 2323145"/>
              <a:gd name="connsiteX86" fmla="*/ 6362126 w 11269336"/>
              <a:gd name="connsiteY86" fmla="*/ 1819991 h 2323145"/>
              <a:gd name="connsiteX87" fmla="*/ 6346673 w 11269336"/>
              <a:gd name="connsiteY87" fmla="*/ 1827824 h 2323145"/>
              <a:gd name="connsiteX88" fmla="*/ 6345588 w 11269336"/>
              <a:gd name="connsiteY88" fmla="*/ 1832232 h 2323145"/>
              <a:gd name="connsiteX89" fmla="*/ 6335708 w 11269336"/>
              <a:gd name="connsiteY89" fmla="*/ 1838451 h 2323145"/>
              <a:gd name="connsiteX90" fmla="*/ 6318182 w 11269336"/>
              <a:gd name="connsiteY90" fmla="*/ 1852975 h 2323145"/>
              <a:gd name="connsiteX91" fmla="*/ 6313084 w 11269336"/>
              <a:gd name="connsiteY91" fmla="*/ 1853561 h 2323145"/>
              <a:gd name="connsiteX92" fmla="*/ 6283816 w 11269336"/>
              <a:gd name="connsiteY92" fmla="*/ 1872148 h 2323145"/>
              <a:gd name="connsiteX93" fmla="*/ 6282550 w 11269336"/>
              <a:gd name="connsiteY93" fmla="*/ 1871392 h 2323145"/>
              <a:gd name="connsiteX94" fmla="*/ 6270527 w 11269336"/>
              <a:gd name="connsiteY94" fmla="*/ 1872208 h 2323145"/>
              <a:gd name="connsiteX95" fmla="*/ 6249518 w 11269336"/>
              <a:gd name="connsiteY95" fmla="*/ 1876079 h 2323145"/>
              <a:gd name="connsiteX96" fmla="*/ 6190386 w 11269336"/>
              <a:gd name="connsiteY96" fmla="*/ 1872478 h 2323145"/>
              <a:gd name="connsiteX97" fmla="*/ 6159777 w 11269336"/>
              <a:gd name="connsiteY97" fmla="*/ 1891745 h 2323145"/>
              <a:gd name="connsiteX98" fmla="*/ 6153131 w 11269336"/>
              <a:gd name="connsiteY98" fmla="*/ 1895079 h 2323145"/>
              <a:gd name="connsiteX99" fmla="*/ 6152798 w 11269336"/>
              <a:gd name="connsiteY99" fmla="*/ 1894920 h 2323145"/>
              <a:gd name="connsiteX100" fmla="*/ 6145388 w 11269336"/>
              <a:gd name="connsiteY100" fmla="*/ 1897990 h 2323145"/>
              <a:gd name="connsiteX101" fmla="*/ 6141014 w 11269336"/>
              <a:gd name="connsiteY101" fmla="*/ 1901155 h 2323145"/>
              <a:gd name="connsiteX102" fmla="*/ 6128122 w 11269336"/>
              <a:gd name="connsiteY102" fmla="*/ 1907623 h 2323145"/>
              <a:gd name="connsiteX103" fmla="*/ 6122351 w 11269336"/>
              <a:gd name="connsiteY103" fmla="*/ 1908359 h 2323145"/>
              <a:gd name="connsiteX104" fmla="*/ 6064750 w 11269336"/>
              <a:gd name="connsiteY104" fmla="*/ 1896394 h 2323145"/>
              <a:gd name="connsiteX105" fmla="*/ 5964230 w 11269336"/>
              <a:gd name="connsiteY105" fmla="*/ 1910038 h 2323145"/>
              <a:gd name="connsiteX106" fmla="*/ 5865399 w 11269336"/>
              <a:gd name="connsiteY106" fmla="*/ 1926966 h 2323145"/>
              <a:gd name="connsiteX107" fmla="*/ 5829951 w 11269336"/>
              <a:gd name="connsiteY107" fmla="*/ 1934755 h 2323145"/>
              <a:gd name="connsiteX108" fmla="*/ 5765285 w 11269336"/>
              <a:gd name="connsiteY108" fmla="*/ 1941322 h 2323145"/>
              <a:gd name="connsiteX109" fmla="*/ 5734750 w 11269336"/>
              <a:gd name="connsiteY109" fmla="*/ 1939793 h 2323145"/>
              <a:gd name="connsiteX110" fmla="*/ 5733569 w 11269336"/>
              <a:gd name="connsiteY110" fmla="*/ 1940505 h 2323145"/>
              <a:gd name="connsiteX111" fmla="*/ 5730329 w 11269336"/>
              <a:gd name="connsiteY111" fmla="*/ 1937845 h 2323145"/>
              <a:gd name="connsiteX112" fmla="*/ 5724661 w 11269336"/>
              <a:gd name="connsiteY112" fmla="*/ 1937455 h 2323145"/>
              <a:gd name="connsiteX113" fmla="*/ 5710186 w 11269336"/>
              <a:gd name="connsiteY113" fmla="*/ 1941370 h 2323145"/>
              <a:gd name="connsiteX114" fmla="*/ 5704910 w 11269336"/>
              <a:gd name="connsiteY114" fmla="*/ 1943663 h 2323145"/>
              <a:gd name="connsiteX115" fmla="*/ 5696836 w 11269336"/>
              <a:gd name="connsiteY115" fmla="*/ 1945271 h 2323145"/>
              <a:gd name="connsiteX116" fmla="*/ 5696583 w 11269336"/>
              <a:gd name="connsiteY116" fmla="*/ 1945050 h 2323145"/>
              <a:gd name="connsiteX117" fmla="*/ 5689123 w 11269336"/>
              <a:gd name="connsiteY117" fmla="*/ 1947067 h 2323145"/>
              <a:gd name="connsiteX118" fmla="*/ 5653291 w 11269336"/>
              <a:gd name="connsiteY118" fmla="*/ 1960245 h 2323145"/>
              <a:gd name="connsiteX119" fmla="*/ 5599385 w 11269336"/>
              <a:gd name="connsiteY119" fmla="*/ 1945198 h 2323145"/>
              <a:gd name="connsiteX120" fmla="*/ 5578300 w 11269336"/>
              <a:gd name="connsiteY120" fmla="*/ 1944963 h 2323145"/>
              <a:gd name="connsiteX121" fmla="*/ 5566758 w 11269336"/>
              <a:gd name="connsiteY121" fmla="*/ 1943441 h 2323145"/>
              <a:gd name="connsiteX122" fmla="*/ 5565857 w 11269336"/>
              <a:gd name="connsiteY122" fmla="*/ 1942445 h 2323145"/>
              <a:gd name="connsiteX123" fmla="*/ 5531534 w 11269336"/>
              <a:gd name="connsiteY123" fmla="*/ 1955208 h 2323145"/>
              <a:gd name="connsiteX124" fmla="*/ 5526552 w 11269336"/>
              <a:gd name="connsiteY124" fmla="*/ 1954799 h 2323145"/>
              <a:gd name="connsiteX125" fmla="*/ 5504723 w 11269336"/>
              <a:gd name="connsiteY125" fmla="*/ 1965811 h 2323145"/>
              <a:gd name="connsiteX126" fmla="*/ 5493156 w 11269336"/>
              <a:gd name="connsiteY126" fmla="*/ 1970063 h 2323145"/>
              <a:gd name="connsiteX127" fmla="*/ 5490486 w 11269336"/>
              <a:gd name="connsiteY127" fmla="*/ 1974227 h 2323145"/>
              <a:gd name="connsiteX128" fmla="*/ 5473107 w 11269336"/>
              <a:gd name="connsiteY128" fmla="*/ 1979001 h 2323145"/>
              <a:gd name="connsiteX129" fmla="*/ 5470885 w 11269336"/>
              <a:gd name="connsiteY129" fmla="*/ 1978432 h 2323145"/>
              <a:gd name="connsiteX130" fmla="*/ 5457393 w 11269336"/>
              <a:gd name="connsiteY130" fmla="*/ 1986525 h 2323145"/>
              <a:gd name="connsiteX131" fmla="*/ 5447102 w 11269336"/>
              <a:gd name="connsiteY131" fmla="*/ 1998329 h 2323145"/>
              <a:gd name="connsiteX132" fmla="*/ 5159151 w 11269336"/>
              <a:gd name="connsiteY132" fmla="*/ 2029640 h 2323145"/>
              <a:gd name="connsiteX133" fmla="*/ 5041688 w 11269336"/>
              <a:gd name="connsiteY133" fmla="*/ 2022334 h 2323145"/>
              <a:gd name="connsiteX134" fmla="*/ 4860988 w 11269336"/>
              <a:gd name="connsiteY134" fmla="*/ 2135698 h 2323145"/>
              <a:gd name="connsiteX135" fmla="*/ 4807902 w 11269336"/>
              <a:gd name="connsiteY135" fmla="*/ 2138894 h 2323145"/>
              <a:gd name="connsiteX136" fmla="*/ 4765388 w 11269336"/>
              <a:gd name="connsiteY136" fmla="*/ 2162525 h 2323145"/>
              <a:gd name="connsiteX137" fmla="*/ 4745033 w 11269336"/>
              <a:gd name="connsiteY137" fmla="*/ 2158859 h 2323145"/>
              <a:gd name="connsiteX138" fmla="*/ 4741475 w 11269336"/>
              <a:gd name="connsiteY138" fmla="*/ 2157998 h 2323145"/>
              <a:gd name="connsiteX139" fmla="*/ 4728247 w 11269336"/>
              <a:gd name="connsiteY139" fmla="*/ 2159526 h 2323145"/>
              <a:gd name="connsiteX140" fmla="*/ 4723263 w 11269336"/>
              <a:gd name="connsiteY140" fmla="*/ 2153742 h 2323145"/>
              <a:gd name="connsiteX141" fmla="*/ 4702453 w 11269336"/>
              <a:gd name="connsiteY141" fmla="*/ 2151586 h 2323145"/>
              <a:gd name="connsiteX142" fmla="*/ 4678455 w 11269336"/>
              <a:gd name="connsiteY142" fmla="*/ 2156131 h 2323145"/>
              <a:gd name="connsiteX143" fmla="*/ 4593061 w 11269336"/>
              <a:gd name="connsiteY143" fmla="*/ 2171597 h 2323145"/>
              <a:gd name="connsiteX144" fmla="*/ 4579902 w 11269336"/>
              <a:gd name="connsiteY144" fmla="*/ 2177927 h 2323145"/>
              <a:gd name="connsiteX145" fmla="*/ 4533444 w 11269336"/>
              <a:gd name="connsiteY145" fmla="*/ 2181200 h 2323145"/>
              <a:gd name="connsiteX146" fmla="*/ 4492832 w 11269336"/>
              <a:gd name="connsiteY146" fmla="*/ 2188033 h 2323145"/>
              <a:gd name="connsiteX147" fmla="*/ 4467257 w 11269336"/>
              <a:gd name="connsiteY147" fmla="*/ 2196121 h 2323145"/>
              <a:gd name="connsiteX148" fmla="*/ 4459937 w 11269336"/>
              <a:gd name="connsiteY148" fmla="*/ 2195182 h 2323145"/>
              <a:gd name="connsiteX149" fmla="*/ 4433312 w 11269336"/>
              <a:gd name="connsiteY149" fmla="*/ 2199004 h 2323145"/>
              <a:gd name="connsiteX150" fmla="*/ 4420601 w 11269336"/>
              <a:gd name="connsiteY150" fmla="*/ 2205158 h 2323145"/>
              <a:gd name="connsiteX151" fmla="*/ 4405765 w 11269336"/>
              <a:gd name="connsiteY151" fmla="*/ 2199902 h 2323145"/>
              <a:gd name="connsiteX152" fmla="*/ 4401354 w 11269336"/>
              <a:gd name="connsiteY152" fmla="*/ 2194745 h 2323145"/>
              <a:gd name="connsiteX153" fmla="*/ 4383151 w 11269336"/>
              <a:gd name="connsiteY153" fmla="*/ 2201140 h 2323145"/>
              <a:gd name="connsiteX154" fmla="*/ 4366646 w 11269336"/>
              <a:gd name="connsiteY154" fmla="*/ 2198564 h 2323145"/>
              <a:gd name="connsiteX155" fmla="*/ 4354009 w 11269336"/>
              <a:gd name="connsiteY155" fmla="*/ 2204984 h 2323145"/>
              <a:gd name="connsiteX156" fmla="*/ 4348284 w 11269336"/>
              <a:gd name="connsiteY156" fmla="*/ 2205270 h 2323145"/>
              <a:gd name="connsiteX157" fmla="*/ 4333906 w 11269336"/>
              <a:gd name="connsiteY157" fmla="*/ 2205251 h 2323145"/>
              <a:gd name="connsiteX158" fmla="*/ 4308819 w 11269336"/>
              <a:gd name="connsiteY158" fmla="*/ 2203822 h 2323145"/>
              <a:gd name="connsiteX159" fmla="*/ 4301210 w 11269336"/>
              <a:gd name="connsiteY159" fmla="*/ 2204456 h 2323145"/>
              <a:gd name="connsiteX160" fmla="*/ 4283095 w 11269336"/>
              <a:gd name="connsiteY160" fmla="*/ 2198177 h 2323145"/>
              <a:gd name="connsiteX161" fmla="*/ 4250119 w 11269336"/>
              <a:gd name="connsiteY161" fmla="*/ 2196342 h 2323145"/>
              <a:gd name="connsiteX162" fmla="*/ 4189203 w 11269336"/>
              <a:gd name="connsiteY162" fmla="*/ 2178994 h 2323145"/>
              <a:gd name="connsiteX163" fmla="*/ 4154035 w 11269336"/>
              <a:gd name="connsiteY163" fmla="*/ 2171950 h 2323145"/>
              <a:gd name="connsiteX164" fmla="*/ 4129569 w 11269336"/>
              <a:gd name="connsiteY164" fmla="*/ 2163850 h 2323145"/>
              <a:gd name="connsiteX165" fmla="*/ 4061250 w 11269336"/>
              <a:gd name="connsiteY165" fmla="*/ 2159236 h 2323145"/>
              <a:gd name="connsiteX166" fmla="*/ 3945480 w 11269336"/>
              <a:gd name="connsiteY166" fmla="*/ 2158279 h 2323145"/>
              <a:gd name="connsiteX167" fmla="*/ 3921468 w 11269336"/>
              <a:gd name="connsiteY167" fmla="*/ 2156588 h 2323145"/>
              <a:gd name="connsiteX168" fmla="*/ 3903348 w 11269336"/>
              <a:gd name="connsiteY168" fmla="*/ 2149220 h 2323145"/>
              <a:gd name="connsiteX169" fmla="*/ 3901342 w 11269336"/>
              <a:gd name="connsiteY169" fmla="*/ 2142355 h 2323145"/>
              <a:gd name="connsiteX170" fmla="*/ 3888539 w 11269336"/>
              <a:gd name="connsiteY170" fmla="*/ 2140476 h 2323145"/>
              <a:gd name="connsiteX171" fmla="*/ 3885662 w 11269336"/>
              <a:gd name="connsiteY171" fmla="*/ 2138740 h 2323145"/>
              <a:gd name="connsiteX172" fmla="*/ 3868627 w 11269336"/>
              <a:gd name="connsiteY172" fmla="*/ 2130023 h 2323145"/>
              <a:gd name="connsiteX173" fmla="*/ 3819177 w 11269336"/>
              <a:gd name="connsiteY173" fmla="*/ 2142111 h 2323145"/>
              <a:gd name="connsiteX174" fmla="*/ 3769100 w 11269336"/>
              <a:gd name="connsiteY174" fmla="*/ 2131731 h 2323145"/>
              <a:gd name="connsiteX175" fmla="*/ 3562752 w 11269336"/>
              <a:gd name="connsiteY175" fmla="*/ 2131785 h 2323145"/>
              <a:gd name="connsiteX176" fmla="*/ 3541402 w 11269336"/>
              <a:gd name="connsiteY176" fmla="*/ 2106821 h 2323145"/>
              <a:gd name="connsiteX177" fmla="*/ 3365341 w 11269336"/>
              <a:gd name="connsiteY177" fmla="*/ 2077638 h 2323145"/>
              <a:gd name="connsiteX178" fmla="*/ 3170922 w 11269336"/>
              <a:gd name="connsiteY178" fmla="*/ 2115957 h 2323145"/>
              <a:gd name="connsiteX179" fmla="*/ 3156256 w 11269336"/>
              <a:gd name="connsiteY179" fmla="*/ 2124773 h 2323145"/>
              <a:gd name="connsiteX180" fmla="*/ 3140298 w 11269336"/>
              <a:gd name="connsiteY180" fmla="*/ 2129182 h 2323145"/>
              <a:gd name="connsiteX181" fmla="*/ 3138514 w 11269336"/>
              <a:gd name="connsiteY181" fmla="*/ 2128069 h 2323145"/>
              <a:gd name="connsiteX182" fmla="*/ 3120467 w 11269336"/>
              <a:gd name="connsiteY182" fmla="*/ 2128281 h 2323145"/>
              <a:gd name="connsiteX183" fmla="*/ 3116175 w 11269336"/>
              <a:gd name="connsiteY183" fmla="*/ 2131633 h 2323145"/>
              <a:gd name="connsiteX184" fmla="*/ 3103685 w 11269336"/>
              <a:gd name="connsiteY184" fmla="*/ 2132814 h 2323145"/>
              <a:gd name="connsiteX185" fmla="*/ 3078794 w 11269336"/>
              <a:gd name="connsiteY185" fmla="*/ 2137935 h 2323145"/>
              <a:gd name="connsiteX186" fmla="*/ 3074407 w 11269336"/>
              <a:gd name="connsiteY186" fmla="*/ 2136274 h 2323145"/>
              <a:gd name="connsiteX187" fmla="*/ 3037285 w 11269336"/>
              <a:gd name="connsiteY187" fmla="*/ 2139919 h 2323145"/>
              <a:gd name="connsiteX188" fmla="*/ 3036901 w 11269336"/>
              <a:gd name="connsiteY188" fmla="*/ 2138726 h 2323145"/>
              <a:gd name="connsiteX189" fmla="*/ 3026996 w 11269336"/>
              <a:gd name="connsiteY189" fmla="*/ 2134322 h 2323145"/>
              <a:gd name="connsiteX190" fmla="*/ 3007772 w 11269336"/>
              <a:gd name="connsiteY190" fmla="*/ 2128742 h 2323145"/>
              <a:gd name="connsiteX191" fmla="*/ 2965030 w 11269336"/>
              <a:gd name="connsiteY191" fmla="*/ 2100494 h 2323145"/>
              <a:gd name="connsiteX192" fmla="*/ 2926342 w 11269336"/>
              <a:gd name="connsiteY192" fmla="*/ 2104155 h 2323145"/>
              <a:gd name="connsiteX193" fmla="*/ 2918608 w 11269336"/>
              <a:gd name="connsiteY193" fmla="*/ 2104215 h 2323145"/>
              <a:gd name="connsiteX194" fmla="*/ 2918475 w 11269336"/>
              <a:gd name="connsiteY194" fmla="*/ 2103937 h 2323145"/>
              <a:gd name="connsiteX195" fmla="*/ 2910360 w 11269336"/>
              <a:gd name="connsiteY195" fmla="*/ 2103444 h 2323145"/>
              <a:gd name="connsiteX196" fmla="*/ 2904507 w 11269336"/>
              <a:gd name="connsiteY196" fmla="*/ 2104326 h 2323145"/>
              <a:gd name="connsiteX197" fmla="*/ 2889503 w 11269336"/>
              <a:gd name="connsiteY197" fmla="*/ 2104443 h 2323145"/>
              <a:gd name="connsiteX198" fmla="*/ 2884480 w 11269336"/>
              <a:gd name="connsiteY198" fmla="*/ 2102626 h 2323145"/>
              <a:gd name="connsiteX199" fmla="*/ 2882689 w 11269336"/>
              <a:gd name="connsiteY199" fmla="*/ 2099228 h 2323145"/>
              <a:gd name="connsiteX200" fmla="*/ 2881291 w 11269336"/>
              <a:gd name="connsiteY200" fmla="*/ 2099618 h 2323145"/>
              <a:gd name="connsiteX201" fmla="*/ 2853979 w 11269336"/>
              <a:gd name="connsiteY201" fmla="*/ 2090388 h 2323145"/>
              <a:gd name="connsiteX202" fmla="*/ 2791790 w 11269336"/>
              <a:gd name="connsiteY202" fmla="*/ 2080332 h 2323145"/>
              <a:gd name="connsiteX203" fmla="*/ 2755844 w 11269336"/>
              <a:gd name="connsiteY203" fmla="*/ 2078874 h 2323145"/>
              <a:gd name="connsiteX204" fmla="*/ 2657742 w 11269336"/>
              <a:gd name="connsiteY204" fmla="*/ 2070179 h 2323145"/>
              <a:gd name="connsiteX205" fmla="*/ 2559549 w 11269336"/>
              <a:gd name="connsiteY205" fmla="*/ 2057873 h 2323145"/>
              <a:gd name="connsiteX206" fmla="*/ 2512054 w 11269336"/>
              <a:gd name="connsiteY206" fmla="*/ 2031671 h 2323145"/>
              <a:gd name="connsiteX207" fmla="*/ 2506437 w 11269336"/>
              <a:gd name="connsiteY207" fmla="*/ 2030918 h 2323145"/>
              <a:gd name="connsiteX208" fmla="*/ 2491752 w 11269336"/>
              <a:gd name="connsiteY208" fmla="*/ 2033906 h 2323145"/>
              <a:gd name="connsiteX209" fmla="*/ 2486338 w 11269336"/>
              <a:gd name="connsiteY209" fmla="*/ 2035862 h 2323145"/>
              <a:gd name="connsiteX210" fmla="*/ 2478186 w 11269336"/>
              <a:gd name="connsiteY210" fmla="*/ 2036953 h 2323145"/>
              <a:gd name="connsiteX211" fmla="*/ 2477950 w 11269336"/>
              <a:gd name="connsiteY211" fmla="*/ 2036715 h 2323145"/>
              <a:gd name="connsiteX212" fmla="*/ 2470381 w 11269336"/>
              <a:gd name="connsiteY212" fmla="*/ 2038256 h 2323145"/>
              <a:gd name="connsiteX213" fmla="*/ 2433781 w 11269336"/>
              <a:gd name="connsiteY213" fmla="*/ 2049140 h 2323145"/>
              <a:gd name="connsiteX214" fmla="*/ 2381172 w 11269336"/>
              <a:gd name="connsiteY214" fmla="*/ 2030645 h 2323145"/>
              <a:gd name="connsiteX215" fmla="*/ 2360198 w 11269336"/>
              <a:gd name="connsiteY215" fmla="*/ 2029059 h 2323145"/>
              <a:gd name="connsiteX216" fmla="*/ 2348815 w 11269336"/>
              <a:gd name="connsiteY216" fmla="*/ 2026798 h 2323145"/>
              <a:gd name="connsiteX217" fmla="*/ 2347988 w 11269336"/>
              <a:gd name="connsiteY217" fmla="*/ 2025745 h 2323145"/>
              <a:gd name="connsiteX218" fmla="*/ 2312920 w 11269336"/>
              <a:gd name="connsiteY218" fmla="*/ 2036311 h 2323145"/>
              <a:gd name="connsiteX219" fmla="*/ 2307986 w 11269336"/>
              <a:gd name="connsiteY219" fmla="*/ 2035583 h 2323145"/>
              <a:gd name="connsiteX220" fmla="*/ 2285481 w 11269336"/>
              <a:gd name="connsiteY220" fmla="*/ 2045197 h 2323145"/>
              <a:gd name="connsiteX221" fmla="*/ 2273666 w 11269336"/>
              <a:gd name="connsiteY221" fmla="*/ 2048710 h 2323145"/>
              <a:gd name="connsiteX222" fmla="*/ 2270719 w 11269336"/>
              <a:gd name="connsiteY222" fmla="*/ 2052702 h 2323145"/>
              <a:gd name="connsiteX223" fmla="*/ 2253080 w 11269336"/>
              <a:gd name="connsiteY223" fmla="*/ 2056363 h 2323145"/>
              <a:gd name="connsiteX224" fmla="*/ 2250906 w 11269336"/>
              <a:gd name="connsiteY224" fmla="*/ 2055654 h 2323145"/>
              <a:gd name="connsiteX225" fmla="*/ 2236905 w 11269336"/>
              <a:gd name="connsiteY225" fmla="*/ 2062882 h 2323145"/>
              <a:gd name="connsiteX226" fmla="*/ 2225830 w 11269336"/>
              <a:gd name="connsiteY226" fmla="*/ 2074027 h 2323145"/>
              <a:gd name="connsiteX227" fmla="*/ 2073776 w 11269336"/>
              <a:gd name="connsiteY227" fmla="*/ 2089244 h 2323145"/>
              <a:gd name="connsiteX228" fmla="*/ 1948256 w 11269336"/>
              <a:gd name="connsiteY228" fmla="*/ 2146616 h 2323145"/>
              <a:gd name="connsiteX229" fmla="*/ 1865582 w 11269336"/>
              <a:gd name="connsiteY229" fmla="*/ 2153738 h 2323145"/>
              <a:gd name="connsiteX230" fmla="*/ 1835210 w 11269336"/>
              <a:gd name="connsiteY230" fmla="*/ 2134244 h 2323145"/>
              <a:gd name="connsiteX231" fmla="*/ 1632661 w 11269336"/>
              <a:gd name="connsiteY231" fmla="*/ 2173882 h 2323145"/>
              <a:gd name="connsiteX232" fmla="*/ 1579590 w 11269336"/>
              <a:gd name="connsiteY232" fmla="*/ 2173680 h 2323145"/>
              <a:gd name="connsiteX233" fmla="*/ 1535601 w 11269336"/>
              <a:gd name="connsiteY233" fmla="*/ 2194590 h 2323145"/>
              <a:gd name="connsiteX234" fmla="*/ 1515594 w 11269336"/>
              <a:gd name="connsiteY234" fmla="*/ 2189622 h 2323145"/>
              <a:gd name="connsiteX235" fmla="*/ 1512113 w 11269336"/>
              <a:gd name="connsiteY235" fmla="*/ 2188534 h 2323145"/>
              <a:gd name="connsiteX236" fmla="*/ 1498838 w 11269336"/>
              <a:gd name="connsiteY236" fmla="*/ 2189213 h 2323145"/>
              <a:gd name="connsiteX237" fmla="*/ 1494279 w 11269336"/>
              <a:gd name="connsiteY237" fmla="*/ 2183112 h 2323145"/>
              <a:gd name="connsiteX238" fmla="*/ 1473714 w 11269336"/>
              <a:gd name="connsiteY238" fmla="*/ 2179625 h 2323145"/>
              <a:gd name="connsiteX239" fmla="*/ 1449503 w 11269336"/>
              <a:gd name="connsiteY239" fmla="*/ 2182633 h 2323145"/>
              <a:gd name="connsiteX240" fmla="*/ 1266687 w 11269336"/>
              <a:gd name="connsiteY240" fmla="*/ 2212688 h 2323145"/>
              <a:gd name="connsiteX241" fmla="*/ 1239614 w 11269336"/>
              <a:gd name="connsiteY241" fmla="*/ 2209727 h 2323145"/>
              <a:gd name="connsiteX242" fmla="*/ 1202436 w 11269336"/>
              <a:gd name="connsiteY242" fmla="*/ 2209817 h 2323145"/>
              <a:gd name="connsiteX243" fmla="*/ 1136097 w 11269336"/>
              <a:gd name="connsiteY243" fmla="*/ 2205112 h 2323145"/>
              <a:gd name="connsiteX244" fmla="*/ 988232 w 11269336"/>
              <a:gd name="connsiteY244" fmla="*/ 2235635 h 2323145"/>
              <a:gd name="connsiteX245" fmla="*/ 981959 w 11269336"/>
              <a:gd name="connsiteY245" fmla="*/ 2231607 h 2323145"/>
              <a:gd name="connsiteX246" fmla="*/ 938600 w 11269336"/>
              <a:gd name="connsiteY246" fmla="*/ 2238113 h 2323145"/>
              <a:gd name="connsiteX247" fmla="*/ 791788 w 11269336"/>
              <a:gd name="connsiteY247" fmla="*/ 2293224 h 2323145"/>
              <a:gd name="connsiteX248" fmla="*/ 706914 w 11269336"/>
              <a:gd name="connsiteY248" fmla="*/ 2305046 h 2323145"/>
              <a:gd name="connsiteX249" fmla="*/ 675971 w 11269336"/>
              <a:gd name="connsiteY249" fmla="*/ 2304030 h 2323145"/>
              <a:gd name="connsiteX250" fmla="*/ 624180 w 11269336"/>
              <a:gd name="connsiteY250" fmla="*/ 2302650 h 2323145"/>
              <a:gd name="connsiteX251" fmla="*/ 583453 w 11269336"/>
              <a:gd name="connsiteY251" fmla="*/ 2288788 h 2323145"/>
              <a:gd name="connsiteX252" fmla="*/ 540946 w 11269336"/>
              <a:gd name="connsiteY252" fmla="*/ 2292721 h 2323145"/>
              <a:gd name="connsiteX253" fmla="*/ 533680 w 11269336"/>
              <a:gd name="connsiteY253" fmla="*/ 2310233 h 2323145"/>
              <a:gd name="connsiteX254" fmla="*/ 487366 w 11269336"/>
              <a:gd name="connsiteY254" fmla="*/ 2309053 h 2323145"/>
              <a:gd name="connsiteX255" fmla="*/ 416820 w 11269336"/>
              <a:gd name="connsiteY255" fmla="*/ 2305443 h 2323145"/>
              <a:gd name="connsiteX256" fmla="*/ 376805 w 11269336"/>
              <a:gd name="connsiteY256" fmla="*/ 2307647 h 2323145"/>
              <a:gd name="connsiteX257" fmla="*/ 266777 w 11269336"/>
              <a:gd name="connsiteY257" fmla="*/ 2309012 h 2323145"/>
              <a:gd name="connsiteX258" fmla="*/ 156013 w 11269336"/>
              <a:gd name="connsiteY258" fmla="*/ 2306832 h 2323145"/>
              <a:gd name="connsiteX259" fmla="*/ 87258 w 11269336"/>
              <a:gd name="connsiteY259" fmla="*/ 2285511 h 2323145"/>
              <a:gd name="connsiteX260" fmla="*/ 23798 w 11269336"/>
              <a:gd name="connsiteY260" fmla="*/ 2281822 h 2323145"/>
              <a:gd name="connsiteX261" fmla="*/ 0 w 11269336"/>
              <a:gd name="connsiteY261" fmla="*/ 2285369 h 2323145"/>
              <a:gd name="connsiteX262" fmla="*/ 0 w 11269336"/>
              <a:gd name="connsiteY262"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561575 w 11269336"/>
              <a:gd name="connsiteY19" fmla="*/ 559978 h 2323145"/>
              <a:gd name="connsiteX20" fmla="*/ 9162278 w 11269336"/>
              <a:gd name="connsiteY20" fmla="*/ 704724 h 2323145"/>
              <a:gd name="connsiteX21" fmla="*/ 9062863 w 11269336"/>
              <a:gd name="connsiteY21" fmla="*/ 754656 h 2323145"/>
              <a:gd name="connsiteX22" fmla="*/ 8914746 w 11269336"/>
              <a:gd name="connsiteY22" fmla="*/ 826428 h 2323145"/>
              <a:gd name="connsiteX23" fmla="*/ 8917778 w 11269336"/>
              <a:gd name="connsiteY23" fmla="*/ 835198 h 2323145"/>
              <a:gd name="connsiteX24" fmla="*/ 8905560 w 11269336"/>
              <a:gd name="connsiteY24" fmla="*/ 838358 h 2323145"/>
              <a:gd name="connsiteX25" fmla="*/ 8897564 w 11269336"/>
              <a:gd name="connsiteY25" fmla="*/ 834287 h 2323145"/>
              <a:gd name="connsiteX26" fmla="*/ 8878040 w 11269336"/>
              <a:gd name="connsiteY26" fmla="*/ 844150 h 2323145"/>
              <a:gd name="connsiteX27" fmla="*/ 8795998 w 11269336"/>
              <a:gd name="connsiteY27" fmla="*/ 863337 h 2323145"/>
              <a:gd name="connsiteX28" fmla="*/ 8776970 w 11269336"/>
              <a:gd name="connsiteY28" fmla="*/ 885177 h 2323145"/>
              <a:gd name="connsiteX29" fmla="*/ 8755719 w 11269336"/>
              <a:gd name="connsiteY29" fmla="*/ 889754 h 2323145"/>
              <a:gd name="connsiteX30" fmla="*/ 8743257 w 11269336"/>
              <a:gd name="connsiteY30" fmla="*/ 904723 h 2323145"/>
              <a:gd name="connsiteX31" fmla="*/ 8721366 w 11269336"/>
              <a:gd name="connsiteY31" fmla="*/ 904711 h 2323145"/>
              <a:gd name="connsiteX32" fmla="*/ 8678353 w 11269336"/>
              <a:gd name="connsiteY32" fmla="*/ 926318 h 2323145"/>
              <a:gd name="connsiteX33" fmla="*/ 8636849 w 11269336"/>
              <a:gd name="connsiteY33" fmla="*/ 937900 h 2323145"/>
              <a:gd name="connsiteX34" fmla="*/ 8620213 w 11269336"/>
              <a:gd name="connsiteY34" fmla="*/ 943068 h 2323145"/>
              <a:gd name="connsiteX35" fmla="*/ 8612581 w 11269336"/>
              <a:gd name="connsiteY35" fmla="*/ 952695 h 2323145"/>
              <a:gd name="connsiteX36" fmla="*/ 8589038 w 11269336"/>
              <a:gd name="connsiteY36" fmla="*/ 963892 h 2323145"/>
              <a:gd name="connsiteX37" fmla="*/ 8579950 w 11269336"/>
              <a:gd name="connsiteY37" fmla="*/ 960899 h 2323145"/>
              <a:gd name="connsiteX38" fmla="*/ 8579319 w 11269336"/>
              <a:gd name="connsiteY38" fmla="*/ 965630 h 2323145"/>
              <a:gd name="connsiteX39" fmla="*/ 8547429 w 11269336"/>
              <a:gd name="connsiteY39" fmla="*/ 984506 h 2323145"/>
              <a:gd name="connsiteX40" fmla="*/ 8478704 w 11269336"/>
              <a:gd name="connsiteY40" fmla="*/ 1025490 h 2323145"/>
              <a:gd name="connsiteX41" fmla="*/ 8461421 w 11269336"/>
              <a:gd name="connsiteY41" fmla="*/ 1035512 h 2323145"/>
              <a:gd name="connsiteX42" fmla="*/ 8445003 w 11269336"/>
              <a:gd name="connsiteY42" fmla="*/ 1036851 h 2323145"/>
              <a:gd name="connsiteX43" fmla="*/ 8357350 w 11269336"/>
              <a:gd name="connsiteY43" fmla="*/ 1060213 h 2323145"/>
              <a:gd name="connsiteX44" fmla="*/ 8335565 w 11269336"/>
              <a:gd name="connsiteY44" fmla="*/ 1061151 h 2323145"/>
              <a:gd name="connsiteX45" fmla="*/ 8325267 w 11269336"/>
              <a:gd name="connsiteY45" fmla="*/ 1055919 h 2323145"/>
              <a:gd name="connsiteX46" fmla="*/ 8293586 w 11269336"/>
              <a:gd name="connsiteY46" fmla="*/ 1076144 h 2323145"/>
              <a:gd name="connsiteX47" fmla="*/ 8242405 w 11269336"/>
              <a:gd name="connsiteY47" fmla="*/ 1095960 h 2323145"/>
              <a:gd name="connsiteX48" fmla="*/ 8197391 w 11269336"/>
              <a:gd name="connsiteY48" fmla="*/ 1107746 h 2323145"/>
              <a:gd name="connsiteX49" fmla="*/ 8081474 w 11269336"/>
              <a:gd name="connsiteY49" fmla="*/ 1130125 h 2323145"/>
              <a:gd name="connsiteX50" fmla="*/ 8053585 w 11269336"/>
              <a:gd name="connsiteY50" fmla="*/ 1129169 h 2323145"/>
              <a:gd name="connsiteX51" fmla="*/ 8038422 w 11269336"/>
              <a:gd name="connsiteY51" fmla="*/ 1119092 h 2323145"/>
              <a:gd name="connsiteX52" fmla="*/ 8029450 w 11269336"/>
              <a:gd name="connsiteY52" fmla="*/ 1125592 h 2323145"/>
              <a:gd name="connsiteX53" fmla="*/ 7959552 w 11269336"/>
              <a:gd name="connsiteY53" fmla="*/ 1140188 h 2323145"/>
              <a:gd name="connsiteX54" fmla="*/ 7914188 w 11269336"/>
              <a:gd name="connsiteY54" fmla="*/ 1150862 h 2323145"/>
              <a:gd name="connsiteX55" fmla="*/ 7914918 w 11269336"/>
              <a:gd name="connsiteY55" fmla="*/ 1168758 h 2323145"/>
              <a:gd name="connsiteX56" fmla="*/ 7875510 w 11269336"/>
              <a:gd name="connsiteY56" fmla="*/ 1183153 h 2323145"/>
              <a:gd name="connsiteX57" fmla="*/ 7829932 w 11269336"/>
              <a:gd name="connsiteY57" fmla="*/ 1180782 h 2323145"/>
              <a:gd name="connsiteX58" fmla="*/ 7779182 w 11269336"/>
              <a:gd name="connsiteY58" fmla="*/ 1192665 h 2323145"/>
              <a:gd name="connsiteX59" fmla="*/ 7748774 w 11269336"/>
              <a:gd name="connsiteY59" fmla="*/ 1199586 h 2323145"/>
              <a:gd name="connsiteX60" fmla="*/ 7671846 w 11269336"/>
              <a:gd name="connsiteY60" fmla="*/ 1231966 h 2323145"/>
              <a:gd name="connsiteX61" fmla="*/ 7554146 w 11269336"/>
              <a:gd name="connsiteY61" fmla="*/ 1319748 h 2323145"/>
              <a:gd name="connsiteX62" fmla="*/ 7515052 w 11269336"/>
              <a:gd name="connsiteY62" fmla="*/ 1336718 h 2323145"/>
              <a:gd name="connsiteX63" fmla="*/ 7507193 w 11269336"/>
              <a:gd name="connsiteY63" fmla="*/ 1334617 h 2323145"/>
              <a:gd name="connsiteX64" fmla="*/ 7461694 w 11269336"/>
              <a:gd name="connsiteY64" fmla="*/ 1375866 h 2323145"/>
              <a:gd name="connsiteX65" fmla="*/ 7377571 w 11269336"/>
              <a:gd name="connsiteY65" fmla="*/ 1400128 h 2323145"/>
              <a:gd name="connsiteX66" fmla="*/ 7311261 w 11269336"/>
              <a:gd name="connsiteY66" fmla="*/ 1412652 h 2323145"/>
              <a:gd name="connsiteX67" fmla="*/ 7275307 w 11269336"/>
              <a:gd name="connsiteY67" fmla="*/ 1422171 h 2323145"/>
              <a:gd name="connsiteX68" fmla="*/ 7247783 w 11269336"/>
              <a:gd name="connsiteY68" fmla="*/ 1426330 h 2323145"/>
              <a:gd name="connsiteX69" fmla="*/ 7185047 w 11269336"/>
              <a:gd name="connsiteY69" fmla="*/ 1451812 h 2323145"/>
              <a:gd name="connsiteX70" fmla="*/ 7084117 w 11269336"/>
              <a:gd name="connsiteY70" fmla="*/ 1500281 h 2323145"/>
              <a:gd name="connsiteX71" fmla="*/ 7062011 w 11269336"/>
              <a:gd name="connsiteY71" fmla="*/ 1509183 h 2323145"/>
              <a:gd name="connsiteX72" fmla="*/ 7040555 w 11269336"/>
              <a:gd name="connsiteY72" fmla="*/ 1511207 h 2323145"/>
              <a:gd name="connsiteX73" fmla="*/ 7033438 w 11269336"/>
              <a:gd name="connsiteY73" fmla="*/ 1506772 h 2323145"/>
              <a:gd name="connsiteX74" fmla="*/ 7020886 w 11269336"/>
              <a:gd name="connsiteY74" fmla="*/ 1510764 h 2323145"/>
              <a:gd name="connsiteX75" fmla="*/ 7017033 w 11269336"/>
              <a:gd name="connsiteY75" fmla="*/ 1510650 h 2323145"/>
              <a:gd name="connsiteX76" fmla="*/ 6995460 w 11269336"/>
              <a:gd name="connsiteY76" fmla="*/ 1511173 h 2323145"/>
              <a:gd name="connsiteX77" fmla="*/ 6962144 w 11269336"/>
              <a:gd name="connsiteY77" fmla="*/ 1541508 h 2323145"/>
              <a:gd name="connsiteX78" fmla="*/ 6910674 w 11269336"/>
              <a:gd name="connsiteY78" fmla="*/ 1554793 h 2323145"/>
              <a:gd name="connsiteX79" fmla="*/ 6732152 w 11269336"/>
              <a:gd name="connsiteY79" fmla="*/ 1642538 h 2323145"/>
              <a:gd name="connsiteX80" fmla="*/ 6694106 w 11269336"/>
              <a:gd name="connsiteY80" fmla="*/ 1632377 h 2323145"/>
              <a:gd name="connsiteX81" fmla="*/ 6617223 w 11269336"/>
              <a:gd name="connsiteY81" fmla="*/ 1659889 h 2323145"/>
              <a:gd name="connsiteX82" fmla="*/ 6521138 w 11269336"/>
              <a:gd name="connsiteY82" fmla="*/ 1744340 h 2323145"/>
              <a:gd name="connsiteX83" fmla="*/ 6380677 w 11269336"/>
              <a:gd name="connsiteY83" fmla="*/ 1796883 h 2323145"/>
              <a:gd name="connsiteX84" fmla="*/ 6374897 w 11269336"/>
              <a:gd name="connsiteY84" fmla="*/ 1809910 h 2323145"/>
              <a:gd name="connsiteX85" fmla="*/ 6364545 w 11269336"/>
              <a:gd name="connsiteY85" fmla="*/ 1820090 h 2323145"/>
              <a:gd name="connsiteX86" fmla="*/ 6362126 w 11269336"/>
              <a:gd name="connsiteY86" fmla="*/ 1819991 h 2323145"/>
              <a:gd name="connsiteX87" fmla="*/ 6346673 w 11269336"/>
              <a:gd name="connsiteY87" fmla="*/ 1827824 h 2323145"/>
              <a:gd name="connsiteX88" fmla="*/ 6345588 w 11269336"/>
              <a:gd name="connsiteY88" fmla="*/ 1832232 h 2323145"/>
              <a:gd name="connsiteX89" fmla="*/ 6335708 w 11269336"/>
              <a:gd name="connsiteY89" fmla="*/ 1838451 h 2323145"/>
              <a:gd name="connsiteX90" fmla="*/ 6318182 w 11269336"/>
              <a:gd name="connsiteY90" fmla="*/ 1852975 h 2323145"/>
              <a:gd name="connsiteX91" fmla="*/ 6313084 w 11269336"/>
              <a:gd name="connsiteY91" fmla="*/ 1853561 h 2323145"/>
              <a:gd name="connsiteX92" fmla="*/ 6283816 w 11269336"/>
              <a:gd name="connsiteY92" fmla="*/ 1872148 h 2323145"/>
              <a:gd name="connsiteX93" fmla="*/ 6282550 w 11269336"/>
              <a:gd name="connsiteY93" fmla="*/ 1871392 h 2323145"/>
              <a:gd name="connsiteX94" fmla="*/ 6270527 w 11269336"/>
              <a:gd name="connsiteY94" fmla="*/ 1872208 h 2323145"/>
              <a:gd name="connsiteX95" fmla="*/ 6249518 w 11269336"/>
              <a:gd name="connsiteY95" fmla="*/ 1876079 h 2323145"/>
              <a:gd name="connsiteX96" fmla="*/ 6190386 w 11269336"/>
              <a:gd name="connsiteY96" fmla="*/ 1872478 h 2323145"/>
              <a:gd name="connsiteX97" fmla="*/ 6159777 w 11269336"/>
              <a:gd name="connsiteY97" fmla="*/ 1891745 h 2323145"/>
              <a:gd name="connsiteX98" fmla="*/ 6153131 w 11269336"/>
              <a:gd name="connsiteY98" fmla="*/ 1895079 h 2323145"/>
              <a:gd name="connsiteX99" fmla="*/ 6152798 w 11269336"/>
              <a:gd name="connsiteY99" fmla="*/ 1894920 h 2323145"/>
              <a:gd name="connsiteX100" fmla="*/ 6145388 w 11269336"/>
              <a:gd name="connsiteY100" fmla="*/ 1897990 h 2323145"/>
              <a:gd name="connsiteX101" fmla="*/ 6141014 w 11269336"/>
              <a:gd name="connsiteY101" fmla="*/ 1901155 h 2323145"/>
              <a:gd name="connsiteX102" fmla="*/ 6128122 w 11269336"/>
              <a:gd name="connsiteY102" fmla="*/ 1907623 h 2323145"/>
              <a:gd name="connsiteX103" fmla="*/ 6122351 w 11269336"/>
              <a:gd name="connsiteY103" fmla="*/ 1908359 h 2323145"/>
              <a:gd name="connsiteX104" fmla="*/ 6064750 w 11269336"/>
              <a:gd name="connsiteY104" fmla="*/ 1896394 h 2323145"/>
              <a:gd name="connsiteX105" fmla="*/ 5964230 w 11269336"/>
              <a:gd name="connsiteY105" fmla="*/ 1910038 h 2323145"/>
              <a:gd name="connsiteX106" fmla="*/ 5865399 w 11269336"/>
              <a:gd name="connsiteY106" fmla="*/ 1926966 h 2323145"/>
              <a:gd name="connsiteX107" fmla="*/ 5829951 w 11269336"/>
              <a:gd name="connsiteY107" fmla="*/ 1934755 h 2323145"/>
              <a:gd name="connsiteX108" fmla="*/ 5765285 w 11269336"/>
              <a:gd name="connsiteY108" fmla="*/ 1941322 h 2323145"/>
              <a:gd name="connsiteX109" fmla="*/ 5734750 w 11269336"/>
              <a:gd name="connsiteY109" fmla="*/ 1939793 h 2323145"/>
              <a:gd name="connsiteX110" fmla="*/ 5733569 w 11269336"/>
              <a:gd name="connsiteY110" fmla="*/ 1940505 h 2323145"/>
              <a:gd name="connsiteX111" fmla="*/ 5730329 w 11269336"/>
              <a:gd name="connsiteY111" fmla="*/ 1937845 h 2323145"/>
              <a:gd name="connsiteX112" fmla="*/ 5724661 w 11269336"/>
              <a:gd name="connsiteY112" fmla="*/ 1937455 h 2323145"/>
              <a:gd name="connsiteX113" fmla="*/ 5710186 w 11269336"/>
              <a:gd name="connsiteY113" fmla="*/ 1941370 h 2323145"/>
              <a:gd name="connsiteX114" fmla="*/ 5704910 w 11269336"/>
              <a:gd name="connsiteY114" fmla="*/ 1943663 h 2323145"/>
              <a:gd name="connsiteX115" fmla="*/ 5696836 w 11269336"/>
              <a:gd name="connsiteY115" fmla="*/ 1945271 h 2323145"/>
              <a:gd name="connsiteX116" fmla="*/ 5696583 w 11269336"/>
              <a:gd name="connsiteY116" fmla="*/ 1945050 h 2323145"/>
              <a:gd name="connsiteX117" fmla="*/ 5689123 w 11269336"/>
              <a:gd name="connsiteY117" fmla="*/ 1947067 h 2323145"/>
              <a:gd name="connsiteX118" fmla="*/ 5653291 w 11269336"/>
              <a:gd name="connsiteY118" fmla="*/ 1960245 h 2323145"/>
              <a:gd name="connsiteX119" fmla="*/ 5599385 w 11269336"/>
              <a:gd name="connsiteY119" fmla="*/ 1945198 h 2323145"/>
              <a:gd name="connsiteX120" fmla="*/ 5578300 w 11269336"/>
              <a:gd name="connsiteY120" fmla="*/ 1944963 h 2323145"/>
              <a:gd name="connsiteX121" fmla="*/ 5566758 w 11269336"/>
              <a:gd name="connsiteY121" fmla="*/ 1943441 h 2323145"/>
              <a:gd name="connsiteX122" fmla="*/ 5565857 w 11269336"/>
              <a:gd name="connsiteY122" fmla="*/ 1942445 h 2323145"/>
              <a:gd name="connsiteX123" fmla="*/ 5531534 w 11269336"/>
              <a:gd name="connsiteY123" fmla="*/ 1955208 h 2323145"/>
              <a:gd name="connsiteX124" fmla="*/ 5526552 w 11269336"/>
              <a:gd name="connsiteY124" fmla="*/ 1954799 h 2323145"/>
              <a:gd name="connsiteX125" fmla="*/ 5504723 w 11269336"/>
              <a:gd name="connsiteY125" fmla="*/ 1965811 h 2323145"/>
              <a:gd name="connsiteX126" fmla="*/ 5493156 w 11269336"/>
              <a:gd name="connsiteY126" fmla="*/ 1970063 h 2323145"/>
              <a:gd name="connsiteX127" fmla="*/ 5490486 w 11269336"/>
              <a:gd name="connsiteY127" fmla="*/ 1974227 h 2323145"/>
              <a:gd name="connsiteX128" fmla="*/ 5473107 w 11269336"/>
              <a:gd name="connsiteY128" fmla="*/ 1979001 h 2323145"/>
              <a:gd name="connsiteX129" fmla="*/ 5470885 w 11269336"/>
              <a:gd name="connsiteY129" fmla="*/ 1978432 h 2323145"/>
              <a:gd name="connsiteX130" fmla="*/ 5457393 w 11269336"/>
              <a:gd name="connsiteY130" fmla="*/ 1986525 h 2323145"/>
              <a:gd name="connsiteX131" fmla="*/ 5447102 w 11269336"/>
              <a:gd name="connsiteY131" fmla="*/ 1998329 h 2323145"/>
              <a:gd name="connsiteX132" fmla="*/ 5159151 w 11269336"/>
              <a:gd name="connsiteY132" fmla="*/ 2029640 h 2323145"/>
              <a:gd name="connsiteX133" fmla="*/ 5098838 w 11269336"/>
              <a:gd name="connsiteY133" fmla="*/ 2062961 h 2323145"/>
              <a:gd name="connsiteX134" fmla="*/ 4860988 w 11269336"/>
              <a:gd name="connsiteY134" fmla="*/ 2135698 h 2323145"/>
              <a:gd name="connsiteX135" fmla="*/ 4807902 w 11269336"/>
              <a:gd name="connsiteY135" fmla="*/ 2138894 h 2323145"/>
              <a:gd name="connsiteX136" fmla="*/ 4765388 w 11269336"/>
              <a:gd name="connsiteY136" fmla="*/ 2162525 h 2323145"/>
              <a:gd name="connsiteX137" fmla="*/ 4745033 w 11269336"/>
              <a:gd name="connsiteY137" fmla="*/ 2158859 h 2323145"/>
              <a:gd name="connsiteX138" fmla="*/ 4741475 w 11269336"/>
              <a:gd name="connsiteY138" fmla="*/ 2157998 h 2323145"/>
              <a:gd name="connsiteX139" fmla="*/ 4728247 w 11269336"/>
              <a:gd name="connsiteY139" fmla="*/ 2159526 h 2323145"/>
              <a:gd name="connsiteX140" fmla="*/ 4723263 w 11269336"/>
              <a:gd name="connsiteY140" fmla="*/ 2153742 h 2323145"/>
              <a:gd name="connsiteX141" fmla="*/ 4702453 w 11269336"/>
              <a:gd name="connsiteY141" fmla="*/ 2151586 h 2323145"/>
              <a:gd name="connsiteX142" fmla="*/ 4678455 w 11269336"/>
              <a:gd name="connsiteY142" fmla="*/ 2156131 h 2323145"/>
              <a:gd name="connsiteX143" fmla="*/ 4593061 w 11269336"/>
              <a:gd name="connsiteY143" fmla="*/ 2171597 h 2323145"/>
              <a:gd name="connsiteX144" fmla="*/ 4579902 w 11269336"/>
              <a:gd name="connsiteY144" fmla="*/ 2177927 h 2323145"/>
              <a:gd name="connsiteX145" fmla="*/ 4533444 w 11269336"/>
              <a:gd name="connsiteY145" fmla="*/ 2181200 h 2323145"/>
              <a:gd name="connsiteX146" fmla="*/ 4492832 w 11269336"/>
              <a:gd name="connsiteY146" fmla="*/ 2188033 h 2323145"/>
              <a:gd name="connsiteX147" fmla="*/ 4467257 w 11269336"/>
              <a:gd name="connsiteY147" fmla="*/ 2196121 h 2323145"/>
              <a:gd name="connsiteX148" fmla="*/ 4459937 w 11269336"/>
              <a:gd name="connsiteY148" fmla="*/ 2195182 h 2323145"/>
              <a:gd name="connsiteX149" fmla="*/ 4433312 w 11269336"/>
              <a:gd name="connsiteY149" fmla="*/ 2199004 h 2323145"/>
              <a:gd name="connsiteX150" fmla="*/ 4420601 w 11269336"/>
              <a:gd name="connsiteY150" fmla="*/ 2205158 h 2323145"/>
              <a:gd name="connsiteX151" fmla="*/ 4405765 w 11269336"/>
              <a:gd name="connsiteY151" fmla="*/ 2199902 h 2323145"/>
              <a:gd name="connsiteX152" fmla="*/ 4401354 w 11269336"/>
              <a:gd name="connsiteY152" fmla="*/ 2194745 h 2323145"/>
              <a:gd name="connsiteX153" fmla="*/ 4383151 w 11269336"/>
              <a:gd name="connsiteY153" fmla="*/ 2201140 h 2323145"/>
              <a:gd name="connsiteX154" fmla="*/ 4366646 w 11269336"/>
              <a:gd name="connsiteY154" fmla="*/ 2198564 h 2323145"/>
              <a:gd name="connsiteX155" fmla="*/ 4354009 w 11269336"/>
              <a:gd name="connsiteY155" fmla="*/ 2204984 h 2323145"/>
              <a:gd name="connsiteX156" fmla="*/ 4348284 w 11269336"/>
              <a:gd name="connsiteY156" fmla="*/ 2205270 h 2323145"/>
              <a:gd name="connsiteX157" fmla="*/ 4333906 w 11269336"/>
              <a:gd name="connsiteY157" fmla="*/ 2205251 h 2323145"/>
              <a:gd name="connsiteX158" fmla="*/ 4308819 w 11269336"/>
              <a:gd name="connsiteY158" fmla="*/ 2203822 h 2323145"/>
              <a:gd name="connsiteX159" fmla="*/ 4301210 w 11269336"/>
              <a:gd name="connsiteY159" fmla="*/ 2204456 h 2323145"/>
              <a:gd name="connsiteX160" fmla="*/ 4283095 w 11269336"/>
              <a:gd name="connsiteY160" fmla="*/ 2198177 h 2323145"/>
              <a:gd name="connsiteX161" fmla="*/ 4250119 w 11269336"/>
              <a:gd name="connsiteY161" fmla="*/ 2196342 h 2323145"/>
              <a:gd name="connsiteX162" fmla="*/ 4189203 w 11269336"/>
              <a:gd name="connsiteY162" fmla="*/ 2178994 h 2323145"/>
              <a:gd name="connsiteX163" fmla="*/ 4154035 w 11269336"/>
              <a:gd name="connsiteY163" fmla="*/ 2171950 h 2323145"/>
              <a:gd name="connsiteX164" fmla="*/ 4129569 w 11269336"/>
              <a:gd name="connsiteY164" fmla="*/ 2163850 h 2323145"/>
              <a:gd name="connsiteX165" fmla="*/ 4061250 w 11269336"/>
              <a:gd name="connsiteY165" fmla="*/ 2159236 h 2323145"/>
              <a:gd name="connsiteX166" fmla="*/ 3945480 w 11269336"/>
              <a:gd name="connsiteY166" fmla="*/ 2158279 h 2323145"/>
              <a:gd name="connsiteX167" fmla="*/ 3921468 w 11269336"/>
              <a:gd name="connsiteY167" fmla="*/ 2156588 h 2323145"/>
              <a:gd name="connsiteX168" fmla="*/ 3903348 w 11269336"/>
              <a:gd name="connsiteY168" fmla="*/ 2149220 h 2323145"/>
              <a:gd name="connsiteX169" fmla="*/ 3901342 w 11269336"/>
              <a:gd name="connsiteY169" fmla="*/ 2142355 h 2323145"/>
              <a:gd name="connsiteX170" fmla="*/ 3888539 w 11269336"/>
              <a:gd name="connsiteY170" fmla="*/ 2140476 h 2323145"/>
              <a:gd name="connsiteX171" fmla="*/ 3885662 w 11269336"/>
              <a:gd name="connsiteY171" fmla="*/ 2138740 h 2323145"/>
              <a:gd name="connsiteX172" fmla="*/ 3868627 w 11269336"/>
              <a:gd name="connsiteY172" fmla="*/ 2130023 h 2323145"/>
              <a:gd name="connsiteX173" fmla="*/ 3819177 w 11269336"/>
              <a:gd name="connsiteY173" fmla="*/ 2142111 h 2323145"/>
              <a:gd name="connsiteX174" fmla="*/ 3769100 w 11269336"/>
              <a:gd name="connsiteY174" fmla="*/ 2131731 h 2323145"/>
              <a:gd name="connsiteX175" fmla="*/ 3562752 w 11269336"/>
              <a:gd name="connsiteY175" fmla="*/ 2131785 h 2323145"/>
              <a:gd name="connsiteX176" fmla="*/ 3541402 w 11269336"/>
              <a:gd name="connsiteY176" fmla="*/ 2106821 h 2323145"/>
              <a:gd name="connsiteX177" fmla="*/ 3365341 w 11269336"/>
              <a:gd name="connsiteY177" fmla="*/ 2077638 h 2323145"/>
              <a:gd name="connsiteX178" fmla="*/ 3170922 w 11269336"/>
              <a:gd name="connsiteY178" fmla="*/ 2115957 h 2323145"/>
              <a:gd name="connsiteX179" fmla="*/ 3156256 w 11269336"/>
              <a:gd name="connsiteY179" fmla="*/ 2124773 h 2323145"/>
              <a:gd name="connsiteX180" fmla="*/ 3140298 w 11269336"/>
              <a:gd name="connsiteY180" fmla="*/ 2129182 h 2323145"/>
              <a:gd name="connsiteX181" fmla="*/ 3138514 w 11269336"/>
              <a:gd name="connsiteY181" fmla="*/ 2128069 h 2323145"/>
              <a:gd name="connsiteX182" fmla="*/ 3120467 w 11269336"/>
              <a:gd name="connsiteY182" fmla="*/ 2128281 h 2323145"/>
              <a:gd name="connsiteX183" fmla="*/ 3116175 w 11269336"/>
              <a:gd name="connsiteY183" fmla="*/ 2131633 h 2323145"/>
              <a:gd name="connsiteX184" fmla="*/ 3103685 w 11269336"/>
              <a:gd name="connsiteY184" fmla="*/ 2132814 h 2323145"/>
              <a:gd name="connsiteX185" fmla="*/ 3078794 w 11269336"/>
              <a:gd name="connsiteY185" fmla="*/ 2137935 h 2323145"/>
              <a:gd name="connsiteX186" fmla="*/ 3074407 w 11269336"/>
              <a:gd name="connsiteY186" fmla="*/ 2136274 h 2323145"/>
              <a:gd name="connsiteX187" fmla="*/ 3037285 w 11269336"/>
              <a:gd name="connsiteY187" fmla="*/ 2139919 h 2323145"/>
              <a:gd name="connsiteX188" fmla="*/ 3036901 w 11269336"/>
              <a:gd name="connsiteY188" fmla="*/ 2138726 h 2323145"/>
              <a:gd name="connsiteX189" fmla="*/ 3026996 w 11269336"/>
              <a:gd name="connsiteY189" fmla="*/ 2134322 h 2323145"/>
              <a:gd name="connsiteX190" fmla="*/ 3007772 w 11269336"/>
              <a:gd name="connsiteY190" fmla="*/ 2128742 h 2323145"/>
              <a:gd name="connsiteX191" fmla="*/ 2965030 w 11269336"/>
              <a:gd name="connsiteY191" fmla="*/ 2100494 h 2323145"/>
              <a:gd name="connsiteX192" fmla="*/ 2926342 w 11269336"/>
              <a:gd name="connsiteY192" fmla="*/ 2104155 h 2323145"/>
              <a:gd name="connsiteX193" fmla="*/ 2918608 w 11269336"/>
              <a:gd name="connsiteY193" fmla="*/ 2104215 h 2323145"/>
              <a:gd name="connsiteX194" fmla="*/ 2918475 w 11269336"/>
              <a:gd name="connsiteY194" fmla="*/ 2103937 h 2323145"/>
              <a:gd name="connsiteX195" fmla="*/ 2910360 w 11269336"/>
              <a:gd name="connsiteY195" fmla="*/ 2103444 h 2323145"/>
              <a:gd name="connsiteX196" fmla="*/ 2904507 w 11269336"/>
              <a:gd name="connsiteY196" fmla="*/ 2104326 h 2323145"/>
              <a:gd name="connsiteX197" fmla="*/ 2889503 w 11269336"/>
              <a:gd name="connsiteY197" fmla="*/ 2104443 h 2323145"/>
              <a:gd name="connsiteX198" fmla="*/ 2884480 w 11269336"/>
              <a:gd name="connsiteY198" fmla="*/ 2102626 h 2323145"/>
              <a:gd name="connsiteX199" fmla="*/ 2882689 w 11269336"/>
              <a:gd name="connsiteY199" fmla="*/ 2099228 h 2323145"/>
              <a:gd name="connsiteX200" fmla="*/ 2881291 w 11269336"/>
              <a:gd name="connsiteY200" fmla="*/ 2099618 h 2323145"/>
              <a:gd name="connsiteX201" fmla="*/ 2853979 w 11269336"/>
              <a:gd name="connsiteY201" fmla="*/ 2090388 h 2323145"/>
              <a:gd name="connsiteX202" fmla="*/ 2791790 w 11269336"/>
              <a:gd name="connsiteY202" fmla="*/ 2080332 h 2323145"/>
              <a:gd name="connsiteX203" fmla="*/ 2755844 w 11269336"/>
              <a:gd name="connsiteY203" fmla="*/ 2078874 h 2323145"/>
              <a:gd name="connsiteX204" fmla="*/ 2657742 w 11269336"/>
              <a:gd name="connsiteY204" fmla="*/ 2070179 h 2323145"/>
              <a:gd name="connsiteX205" fmla="*/ 2559549 w 11269336"/>
              <a:gd name="connsiteY205" fmla="*/ 2057873 h 2323145"/>
              <a:gd name="connsiteX206" fmla="*/ 2512054 w 11269336"/>
              <a:gd name="connsiteY206" fmla="*/ 2031671 h 2323145"/>
              <a:gd name="connsiteX207" fmla="*/ 2506437 w 11269336"/>
              <a:gd name="connsiteY207" fmla="*/ 2030918 h 2323145"/>
              <a:gd name="connsiteX208" fmla="*/ 2491752 w 11269336"/>
              <a:gd name="connsiteY208" fmla="*/ 2033906 h 2323145"/>
              <a:gd name="connsiteX209" fmla="*/ 2486338 w 11269336"/>
              <a:gd name="connsiteY209" fmla="*/ 2035862 h 2323145"/>
              <a:gd name="connsiteX210" fmla="*/ 2478186 w 11269336"/>
              <a:gd name="connsiteY210" fmla="*/ 2036953 h 2323145"/>
              <a:gd name="connsiteX211" fmla="*/ 2477950 w 11269336"/>
              <a:gd name="connsiteY211" fmla="*/ 2036715 h 2323145"/>
              <a:gd name="connsiteX212" fmla="*/ 2470381 w 11269336"/>
              <a:gd name="connsiteY212" fmla="*/ 2038256 h 2323145"/>
              <a:gd name="connsiteX213" fmla="*/ 2433781 w 11269336"/>
              <a:gd name="connsiteY213" fmla="*/ 2049140 h 2323145"/>
              <a:gd name="connsiteX214" fmla="*/ 2381172 w 11269336"/>
              <a:gd name="connsiteY214" fmla="*/ 2030645 h 2323145"/>
              <a:gd name="connsiteX215" fmla="*/ 2360198 w 11269336"/>
              <a:gd name="connsiteY215" fmla="*/ 2029059 h 2323145"/>
              <a:gd name="connsiteX216" fmla="*/ 2348815 w 11269336"/>
              <a:gd name="connsiteY216" fmla="*/ 2026798 h 2323145"/>
              <a:gd name="connsiteX217" fmla="*/ 2347988 w 11269336"/>
              <a:gd name="connsiteY217" fmla="*/ 2025745 h 2323145"/>
              <a:gd name="connsiteX218" fmla="*/ 2312920 w 11269336"/>
              <a:gd name="connsiteY218" fmla="*/ 2036311 h 2323145"/>
              <a:gd name="connsiteX219" fmla="*/ 2307986 w 11269336"/>
              <a:gd name="connsiteY219" fmla="*/ 2035583 h 2323145"/>
              <a:gd name="connsiteX220" fmla="*/ 2285481 w 11269336"/>
              <a:gd name="connsiteY220" fmla="*/ 2045197 h 2323145"/>
              <a:gd name="connsiteX221" fmla="*/ 2273666 w 11269336"/>
              <a:gd name="connsiteY221" fmla="*/ 2048710 h 2323145"/>
              <a:gd name="connsiteX222" fmla="*/ 2270719 w 11269336"/>
              <a:gd name="connsiteY222" fmla="*/ 2052702 h 2323145"/>
              <a:gd name="connsiteX223" fmla="*/ 2253080 w 11269336"/>
              <a:gd name="connsiteY223" fmla="*/ 2056363 h 2323145"/>
              <a:gd name="connsiteX224" fmla="*/ 2250906 w 11269336"/>
              <a:gd name="connsiteY224" fmla="*/ 2055654 h 2323145"/>
              <a:gd name="connsiteX225" fmla="*/ 2236905 w 11269336"/>
              <a:gd name="connsiteY225" fmla="*/ 2062882 h 2323145"/>
              <a:gd name="connsiteX226" fmla="*/ 2225830 w 11269336"/>
              <a:gd name="connsiteY226" fmla="*/ 2074027 h 2323145"/>
              <a:gd name="connsiteX227" fmla="*/ 2073776 w 11269336"/>
              <a:gd name="connsiteY227" fmla="*/ 2089244 h 2323145"/>
              <a:gd name="connsiteX228" fmla="*/ 1948256 w 11269336"/>
              <a:gd name="connsiteY228" fmla="*/ 2146616 h 2323145"/>
              <a:gd name="connsiteX229" fmla="*/ 1865582 w 11269336"/>
              <a:gd name="connsiteY229" fmla="*/ 2153738 h 2323145"/>
              <a:gd name="connsiteX230" fmla="*/ 1835210 w 11269336"/>
              <a:gd name="connsiteY230" fmla="*/ 2134244 h 2323145"/>
              <a:gd name="connsiteX231" fmla="*/ 1632661 w 11269336"/>
              <a:gd name="connsiteY231" fmla="*/ 2173882 h 2323145"/>
              <a:gd name="connsiteX232" fmla="*/ 1579590 w 11269336"/>
              <a:gd name="connsiteY232" fmla="*/ 2173680 h 2323145"/>
              <a:gd name="connsiteX233" fmla="*/ 1535601 w 11269336"/>
              <a:gd name="connsiteY233" fmla="*/ 2194590 h 2323145"/>
              <a:gd name="connsiteX234" fmla="*/ 1515594 w 11269336"/>
              <a:gd name="connsiteY234" fmla="*/ 2189622 h 2323145"/>
              <a:gd name="connsiteX235" fmla="*/ 1512113 w 11269336"/>
              <a:gd name="connsiteY235" fmla="*/ 2188534 h 2323145"/>
              <a:gd name="connsiteX236" fmla="*/ 1498838 w 11269336"/>
              <a:gd name="connsiteY236" fmla="*/ 2189213 h 2323145"/>
              <a:gd name="connsiteX237" fmla="*/ 1494279 w 11269336"/>
              <a:gd name="connsiteY237" fmla="*/ 2183112 h 2323145"/>
              <a:gd name="connsiteX238" fmla="*/ 1473714 w 11269336"/>
              <a:gd name="connsiteY238" fmla="*/ 2179625 h 2323145"/>
              <a:gd name="connsiteX239" fmla="*/ 1449503 w 11269336"/>
              <a:gd name="connsiteY239" fmla="*/ 2182633 h 2323145"/>
              <a:gd name="connsiteX240" fmla="*/ 1266687 w 11269336"/>
              <a:gd name="connsiteY240" fmla="*/ 2212688 h 2323145"/>
              <a:gd name="connsiteX241" fmla="*/ 1239614 w 11269336"/>
              <a:gd name="connsiteY241" fmla="*/ 2209727 h 2323145"/>
              <a:gd name="connsiteX242" fmla="*/ 1202436 w 11269336"/>
              <a:gd name="connsiteY242" fmla="*/ 2209817 h 2323145"/>
              <a:gd name="connsiteX243" fmla="*/ 1136097 w 11269336"/>
              <a:gd name="connsiteY243" fmla="*/ 2205112 h 2323145"/>
              <a:gd name="connsiteX244" fmla="*/ 988232 w 11269336"/>
              <a:gd name="connsiteY244" fmla="*/ 2235635 h 2323145"/>
              <a:gd name="connsiteX245" fmla="*/ 981959 w 11269336"/>
              <a:gd name="connsiteY245" fmla="*/ 2231607 h 2323145"/>
              <a:gd name="connsiteX246" fmla="*/ 938600 w 11269336"/>
              <a:gd name="connsiteY246" fmla="*/ 2238113 h 2323145"/>
              <a:gd name="connsiteX247" fmla="*/ 791788 w 11269336"/>
              <a:gd name="connsiteY247" fmla="*/ 2293224 h 2323145"/>
              <a:gd name="connsiteX248" fmla="*/ 706914 w 11269336"/>
              <a:gd name="connsiteY248" fmla="*/ 2305046 h 2323145"/>
              <a:gd name="connsiteX249" fmla="*/ 675971 w 11269336"/>
              <a:gd name="connsiteY249" fmla="*/ 2304030 h 2323145"/>
              <a:gd name="connsiteX250" fmla="*/ 624180 w 11269336"/>
              <a:gd name="connsiteY250" fmla="*/ 2302650 h 2323145"/>
              <a:gd name="connsiteX251" fmla="*/ 583453 w 11269336"/>
              <a:gd name="connsiteY251" fmla="*/ 2288788 h 2323145"/>
              <a:gd name="connsiteX252" fmla="*/ 540946 w 11269336"/>
              <a:gd name="connsiteY252" fmla="*/ 2292721 h 2323145"/>
              <a:gd name="connsiteX253" fmla="*/ 533680 w 11269336"/>
              <a:gd name="connsiteY253" fmla="*/ 2310233 h 2323145"/>
              <a:gd name="connsiteX254" fmla="*/ 487366 w 11269336"/>
              <a:gd name="connsiteY254" fmla="*/ 2309053 h 2323145"/>
              <a:gd name="connsiteX255" fmla="*/ 416820 w 11269336"/>
              <a:gd name="connsiteY255" fmla="*/ 2305443 h 2323145"/>
              <a:gd name="connsiteX256" fmla="*/ 376805 w 11269336"/>
              <a:gd name="connsiteY256" fmla="*/ 2307647 h 2323145"/>
              <a:gd name="connsiteX257" fmla="*/ 266777 w 11269336"/>
              <a:gd name="connsiteY257" fmla="*/ 2309012 h 2323145"/>
              <a:gd name="connsiteX258" fmla="*/ 156013 w 11269336"/>
              <a:gd name="connsiteY258" fmla="*/ 2306832 h 2323145"/>
              <a:gd name="connsiteX259" fmla="*/ 87258 w 11269336"/>
              <a:gd name="connsiteY259" fmla="*/ 2285511 h 2323145"/>
              <a:gd name="connsiteX260" fmla="*/ 23798 w 11269336"/>
              <a:gd name="connsiteY260" fmla="*/ 2281822 h 2323145"/>
              <a:gd name="connsiteX261" fmla="*/ 0 w 11269336"/>
              <a:gd name="connsiteY261" fmla="*/ 2285369 h 2323145"/>
              <a:gd name="connsiteX262" fmla="*/ 0 w 11269336"/>
              <a:gd name="connsiteY262"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561575 w 11269336"/>
              <a:gd name="connsiteY19" fmla="*/ 559978 h 2323145"/>
              <a:gd name="connsiteX20" fmla="*/ 9162278 w 11269336"/>
              <a:gd name="connsiteY20" fmla="*/ 704724 h 2323145"/>
              <a:gd name="connsiteX21" fmla="*/ 9062863 w 11269336"/>
              <a:gd name="connsiteY21" fmla="*/ 754656 h 2323145"/>
              <a:gd name="connsiteX22" fmla="*/ 8914746 w 11269336"/>
              <a:gd name="connsiteY22" fmla="*/ 826428 h 2323145"/>
              <a:gd name="connsiteX23" fmla="*/ 8917778 w 11269336"/>
              <a:gd name="connsiteY23" fmla="*/ 835198 h 2323145"/>
              <a:gd name="connsiteX24" fmla="*/ 8905560 w 11269336"/>
              <a:gd name="connsiteY24" fmla="*/ 838358 h 2323145"/>
              <a:gd name="connsiteX25" fmla="*/ 8897564 w 11269336"/>
              <a:gd name="connsiteY25" fmla="*/ 834287 h 2323145"/>
              <a:gd name="connsiteX26" fmla="*/ 8878040 w 11269336"/>
              <a:gd name="connsiteY26" fmla="*/ 844150 h 2323145"/>
              <a:gd name="connsiteX27" fmla="*/ 8795998 w 11269336"/>
              <a:gd name="connsiteY27" fmla="*/ 863337 h 2323145"/>
              <a:gd name="connsiteX28" fmla="*/ 8776970 w 11269336"/>
              <a:gd name="connsiteY28" fmla="*/ 885177 h 2323145"/>
              <a:gd name="connsiteX29" fmla="*/ 8755719 w 11269336"/>
              <a:gd name="connsiteY29" fmla="*/ 889754 h 2323145"/>
              <a:gd name="connsiteX30" fmla="*/ 8743257 w 11269336"/>
              <a:gd name="connsiteY30" fmla="*/ 904723 h 2323145"/>
              <a:gd name="connsiteX31" fmla="*/ 8721366 w 11269336"/>
              <a:gd name="connsiteY31" fmla="*/ 904711 h 2323145"/>
              <a:gd name="connsiteX32" fmla="*/ 8678353 w 11269336"/>
              <a:gd name="connsiteY32" fmla="*/ 926318 h 2323145"/>
              <a:gd name="connsiteX33" fmla="*/ 8636849 w 11269336"/>
              <a:gd name="connsiteY33" fmla="*/ 937900 h 2323145"/>
              <a:gd name="connsiteX34" fmla="*/ 8620213 w 11269336"/>
              <a:gd name="connsiteY34" fmla="*/ 943068 h 2323145"/>
              <a:gd name="connsiteX35" fmla="*/ 8612581 w 11269336"/>
              <a:gd name="connsiteY35" fmla="*/ 952695 h 2323145"/>
              <a:gd name="connsiteX36" fmla="*/ 8589038 w 11269336"/>
              <a:gd name="connsiteY36" fmla="*/ 963892 h 2323145"/>
              <a:gd name="connsiteX37" fmla="*/ 8579950 w 11269336"/>
              <a:gd name="connsiteY37" fmla="*/ 960899 h 2323145"/>
              <a:gd name="connsiteX38" fmla="*/ 8579319 w 11269336"/>
              <a:gd name="connsiteY38" fmla="*/ 965630 h 2323145"/>
              <a:gd name="connsiteX39" fmla="*/ 8547429 w 11269336"/>
              <a:gd name="connsiteY39" fmla="*/ 984506 h 2323145"/>
              <a:gd name="connsiteX40" fmla="*/ 8478704 w 11269336"/>
              <a:gd name="connsiteY40" fmla="*/ 1025490 h 2323145"/>
              <a:gd name="connsiteX41" fmla="*/ 8461421 w 11269336"/>
              <a:gd name="connsiteY41" fmla="*/ 1035512 h 2323145"/>
              <a:gd name="connsiteX42" fmla="*/ 8445003 w 11269336"/>
              <a:gd name="connsiteY42" fmla="*/ 1036851 h 2323145"/>
              <a:gd name="connsiteX43" fmla="*/ 8357350 w 11269336"/>
              <a:gd name="connsiteY43" fmla="*/ 1060213 h 2323145"/>
              <a:gd name="connsiteX44" fmla="*/ 8335565 w 11269336"/>
              <a:gd name="connsiteY44" fmla="*/ 1061151 h 2323145"/>
              <a:gd name="connsiteX45" fmla="*/ 8325267 w 11269336"/>
              <a:gd name="connsiteY45" fmla="*/ 1055919 h 2323145"/>
              <a:gd name="connsiteX46" fmla="*/ 8293586 w 11269336"/>
              <a:gd name="connsiteY46" fmla="*/ 1076144 h 2323145"/>
              <a:gd name="connsiteX47" fmla="*/ 8242405 w 11269336"/>
              <a:gd name="connsiteY47" fmla="*/ 1095960 h 2323145"/>
              <a:gd name="connsiteX48" fmla="*/ 8197391 w 11269336"/>
              <a:gd name="connsiteY48" fmla="*/ 1107746 h 2323145"/>
              <a:gd name="connsiteX49" fmla="*/ 8081474 w 11269336"/>
              <a:gd name="connsiteY49" fmla="*/ 1130125 h 2323145"/>
              <a:gd name="connsiteX50" fmla="*/ 8053585 w 11269336"/>
              <a:gd name="connsiteY50" fmla="*/ 1129169 h 2323145"/>
              <a:gd name="connsiteX51" fmla="*/ 8038422 w 11269336"/>
              <a:gd name="connsiteY51" fmla="*/ 1119092 h 2323145"/>
              <a:gd name="connsiteX52" fmla="*/ 8029450 w 11269336"/>
              <a:gd name="connsiteY52" fmla="*/ 1125592 h 2323145"/>
              <a:gd name="connsiteX53" fmla="*/ 7959552 w 11269336"/>
              <a:gd name="connsiteY53" fmla="*/ 1140188 h 2323145"/>
              <a:gd name="connsiteX54" fmla="*/ 7914188 w 11269336"/>
              <a:gd name="connsiteY54" fmla="*/ 1150862 h 2323145"/>
              <a:gd name="connsiteX55" fmla="*/ 7914918 w 11269336"/>
              <a:gd name="connsiteY55" fmla="*/ 1168758 h 2323145"/>
              <a:gd name="connsiteX56" fmla="*/ 7875510 w 11269336"/>
              <a:gd name="connsiteY56" fmla="*/ 1183153 h 2323145"/>
              <a:gd name="connsiteX57" fmla="*/ 7829932 w 11269336"/>
              <a:gd name="connsiteY57" fmla="*/ 1180782 h 2323145"/>
              <a:gd name="connsiteX58" fmla="*/ 7779182 w 11269336"/>
              <a:gd name="connsiteY58" fmla="*/ 1192665 h 2323145"/>
              <a:gd name="connsiteX59" fmla="*/ 7748774 w 11269336"/>
              <a:gd name="connsiteY59" fmla="*/ 1199586 h 2323145"/>
              <a:gd name="connsiteX60" fmla="*/ 7671846 w 11269336"/>
              <a:gd name="connsiteY60" fmla="*/ 1231966 h 2323145"/>
              <a:gd name="connsiteX61" fmla="*/ 7554146 w 11269336"/>
              <a:gd name="connsiteY61" fmla="*/ 1319748 h 2323145"/>
              <a:gd name="connsiteX62" fmla="*/ 7515052 w 11269336"/>
              <a:gd name="connsiteY62" fmla="*/ 1336718 h 2323145"/>
              <a:gd name="connsiteX63" fmla="*/ 7507193 w 11269336"/>
              <a:gd name="connsiteY63" fmla="*/ 1334617 h 2323145"/>
              <a:gd name="connsiteX64" fmla="*/ 7461694 w 11269336"/>
              <a:gd name="connsiteY64" fmla="*/ 1375866 h 2323145"/>
              <a:gd name="connsiteX65" fmla="*/ 7377571 w 11269336"/>
              <a:gd name="connsiteY65" fmla="*/ 1400128 h 2323145"/>
              <a:gd name="connsiteX66" fmla="*/ 7311261 w 11269336"/>
              <a:gd name="connsiteY66" fmla="*/ 1412652 h 2323145"/>
              <a:gd name="connsiteX67" fmla="*/ 7275307 w 11269336"/>
              <a:gd name="connsiteY67" fmla="*/ 1422171 h 2323145"/>
              <a:gd name="connsiteX68" fmla="*/ 7247783 w 11269336"/>
              <a:gd name="connsiteY68" fmla="*/ 1426330 h 2323145"/>
              <a:gd name="connsiteX69" fmla="*/ 7185047 w 11269336"/>
              <a:gd name="connsiteY69" fmla="*/ 1451812 h 2323145"/>
              <a:gd name="connsiteX70" fmla="*/ 7084117 w 11269336"/>
              <a:gd name="connsiteY70" fmla="*/ 1500281 h 2323145"/>
              <a:gd name="connsiteX71" fmla="*/ 7062011 w 11269336"/>
              <a:gd name="connsiteY71" fmla="*/ 1509183 h 2323145"/>
              <a:gd name="connsiteX72" fmla="*/ 7040555 w 11269336"/>
              <a:gd name="connsiteY72" fmla="*/ 1511207 h 2323145"/>
              <a:gd name="connsiteX73" fmla="*/ 7033438 w 11269336"/>
              <a:gd name="connsiteY73" fmla="*/ 1506772 h 2323145"/>
              <a:gd name="connsiteX74" fmla="*/ 7020886 w 11269336"/>
              <a:gd name="connsiteY74" fmla="*/ 1510764 h 2323145"/>
              <a:gd name="connsiteX75" fmla="*/ 7017033 w 11269336"/>
              <a:gd name="connsiteY75" fmla="*/ 1510650 h 2323145"/>
              <a:gd name="connsiteX76" fmla="*/ 6995460 w 11269336"/>
              <a:gd name="connsiteY76" fmla="*/ 1511173 h 2323145"/>
              <a:gd name="connsiteX77" fmla="*/ 6962144 w 11269336"/>
              <a:gd name="connsiteY77" fmla="*/ 1541508 h 2323145"/>
              <a:gd name="connsiteX78" fmla="*/ 6910674 w 11269336"/>
              <a:gd name="connsiteY78" fmla="*/ 1554793 h 2323145"/>
              <a:gd name="connsiteX79" fmla="*/ 6732152 w 11269336"/>
              <a:gd name="connsiteY79" fmla="*/ 1642538 h 2323145"/>
              <a:gd name="connsiteX80" fmla="*/ 6694106 w 11269336"/>
              <a:gd name="connsiteY80" fmla="*/ 1632377 h 2323145"/>
              <a:gd name="connsiteX81" fmla="*/ 6617223 w 11269336"/>
              <a:gd name="connsiteY81" fmla="*/ 1659889 h 2323145"/>
              <a:gd name="connsiteX82" fmla="*/ 6521138 w 11269336"/>
              <a:gd name="connsiteY82" fmla="*/ 1744340 h 2323145"/>
              <a:gd name="connsiteX83" fmla="*/ 6380677 w 11269336"/>
              <a:gd name="connsiteY83" fmla="*/ 1796883 h 2323145"/>
              <a:gd name="connsiteX84" fmla="*/ 6374897 w 11269336"/>
              <a:gd name="connsiteY84" fmla="*/ 1809910 h 2323145"/>
              <a:gd name="connsiteX85" fmla="*/ 6364545 w 11269336"/>
              <a:gd name="connsiteY85" fmla="*/ 1820090 h 2323145"/>
              <a:gd name="connsiteX86" fmla="*/ 6362126 w 11269336"/>
              <a:gd name="connsiteY86" fmla="*/ 1819991 h 2323145"/>
              <a:gd name="connsiteX87" fmla="*/ 6346673 w 11269336"/>
              <a:gd name="connsiteY87" fmla="*/ 1827824 h 2323145"/>
              <a:gd name="connsiteX88" fmla="*/ 6345588 w 11269336"/>
              <a:gd name="connsiteY88" fmla="*/ 1832232 h 2323145"/>
              <a:gd name="connsiteX89" fmla="*/ 6335708 w 11269336"/>
              <a:gd name="connsiteY89" fmla="*/ 1838451 h 2323145"/>
              <a:gd name="connsiteX90" fmla="*/ 6318182 w 11269336"/>
              <a:gd name="connsiteY90" fmla="*/ 1852975 h 2323145"/>
              <a:gd name="connsiteX91" fmla="*/ 6313084 w 11269336"/>
              <a:gd name="connsiteY91" fmla="*/ 1853561 h 2323145"/>
              <a:gd name="connsiteX92" fmla="*/ 6283816 w 11269336"/>
              <a:gd name="connsiteY92" fmla="*/ 1872148 h 2323145"/>
              <a:gd name="connsiteX93" fmla="*/ 6282550 w 11269336"/>
              <a:gd name="connsiteY93" fmla="*/ 1871392 h 2323145"/>
              <a:gd name="connsiteX94" fmla="*/ 6270527 w 11269336"/>
              <a:gd name="connsiteY94" fmla="*/ 1872208 h 2323145"/>
              <a:gd name="connsiteX95" fmla="*/ 6249518 w 11269336"/>
              <a:gd name="connsiteY95" fmla="*/ 1876079 h 2323145"/>
              <a:gd name="connsiteX96" fmla="*/ 6190386 w 11269336"/>
              <a:gd name="connsiteY96" fmla="*/ 1872478 h 2323145"/>
              <a:gd name="connsiteX97" fmla="*/ 6159777 w 11269336"/>
              <a:gd name="connsiteY97" fmla="*/ 1891745 h 2323145"/>
              <a:gd name="connsiteX98" fmla="*/ 6153131 w 11269336"/>
              <a:gd name="connsiteY98" fmla="*/ 1895079 h 2323145"/>
              <a:gd name="connsiteX99" fmla="*/ 6152798 w 11269336"/>
              <a:gd name="connsiteY99" fmla="*/ 1894920 h 2323145"/>
              <a:gd name="connsiteX100" fmla="*/ 6145388 w 11269336"/>
              <a:gd name="connsiteY100" fmla="*/ 1897990 h 2323145"/>
              <a:gd name="connsiteX101" fmla="*/ 6141014 w 11269336"/>
              <a:gd name="connsiteY101" fmla="*/ 1901155 h 2323145"/>
              <a:gd name="connsiteX102" fmla="*/ 6128122 w 11269336"/>
              <a:gd name="connsiteY102" fmla="*/ 1907623 h 2323145"/>
              <a:gd name="connsiteX103" fmla="*/ 6122351 w 11269336"/>
              <a:gd name="connsiteY103" fmla="*/ 1908359 h 2323145"/>
              <a:gd name="connsiteX104" fmla="*/ 6064750 w 11269336"/>
              <a:gd name="connsiteY104" fmla="*/ 1896394 h 2323145"/>
              <a:gd name="connsiteX105" fmla="*/ 5964230 w 11269336"/>
              <a:gd name="connsiteY105" fmla="*/ 1910038 h 2323145"/>
              <a:gd name="connsiteX106" fmla="*/ 5865399 w 11269336"/>
              <a:gd name="connsiteY106" fmla="*/ 1926966 h 2323145"/>
              <a:gd name="connsiteX107" fmla="*/ 5829951 w 11269336"/>
              <a:gd name="connsiteY107" fmla="*/ 1934755 h 2323145"/>
              <a:gd name="connsiteX108" fmla="*/ 5765285 w 11269336"/>
              <a:gd name="connsiteY108" fmla="*/ 1941322 h 2323145"/>
              <a:gd name="connsiteX109" fmla="*/ 5734750 w 11269336"/>
              <a:gd name="connsiteY109" fmla="*/ 1939793 h 2323145"/>
              <a:gd name="connsiteX110" fmla="*/ 5733569 w 11269336"/>
              <a:gd name="connsiteY110" fmla="*/ 1940505 h 2323145"/>
              <a:gd name="connsiteX111" fmla="*/ 5730329 w 11269336"/>
              <a:gd name="connsiteY111" fmla="*/ 1937845 h 2323145"/>
              <a:gd name="connsiteX112" fmla="*/ 5724661 w 11269336"/>
              <a:gd name="connsiteY112" fmla="*/ 1937455 h 2323145"/>
              <a:gd name="connsiteX113" fmla="*/ 5710186 w 11269336"/>
              <a:gd name="connsiteY113" fmla="*/ 1941370 h 2323145"/>
              <a:gd name="connsiteX114" fmla="*/ 5704910 w 11269336"/>
              <a:gd name="connsiteY114" fmla="*/ 1943663 h 2323145"/>
              <a:gd name="connsiteX115" fmla="*/ 5696836 w 11269336"/>
              <a:gd name="connsiteY115" fmla="*/ 1945271 h 2323145"/>
              <a:gd name="connsiteX116" fmla="*/ 5696583 w 11269336"/>
              <a:gd name="connsiteY116" fmla="*/ 1945050 h 2323145"/>
              <a:gd name="connsiteX117" fmla="*/ 5689123 w 11269336"/>
              <a:gd name="connsiteY117" fmla="*/ 1947067 h 2323145"/>
              <a:gd name="connsiteX118" fmla="*/ 5653291 w 11269336"/>
              <a:gd name="connsiteY118" fmla="*/ 1960245 h 2323145"/>
              <a:gd name="connsiteX119" fmla="*/ 5599385 w 11269336"/>
              <a:gd name="connsiteY119" fmla="*/ 1945198 h 2323145"/>
              <a:gd name="connsiteX120" fmla="*/ 5578300 w 11269336"/>
              <a:gd name="connsiteY120" fmla="*/ 1944963 h 2323145"/>
              <a:gd name="connsiteX121" fmla="*/ 5566758 w 11269336"/>
              <a:gd name="connsiteY121" fmla="*/ 1943441 h 2323145"/>
              <a:gd name="connsiteX122" fmla="*/ 5565857 w 11269336"/>
              <a:gd name="connsiteY122" fmla="*/ 1942445 h 2323145"/>
              <a:gd name="connsiteX123" fmla="*/ 5531534 w 11269336"/>
              <a:gd name="connsiteY123" fmla="*/ 1955208 h 2323145"/>
              <a:gd name="connsiteX124" fmla="*/ 5526552 w 11269336"/>
              <a:gd name="connsiteY124" fmla="*/ 1954799 h 2323145"/>
              <a:gd name="connsiteX125" fmla="*/ 5504723 w 11269336"/>
              <a:gd name="connsiteY125" fmla="*/ 1965811 h 2323145"/>
              <a:gd name="connsiteX126" fmla="*/ 5493156 w 11269336"/>
              <a:gd name="connsiteY126" fmla="*/ 1970063 h 2323145"/>
              <a:gd name="connsiteX127" fmla="*/ 5490486 w 11269336"/>
              <a:gd name="connsiteY127" fmla="*/ 1974227 h 2323145"/>
              <a:gd name="connsiteX128" fmla="*/ 5473107 w 11269336"/>
              <a:gd name="connsiteY128" fmla="*/ 1979001 h 2323145"/>
              <a:gd name="connsiteX129" fmla="*/ 5470885 w 11269336"/>
              <a:gd name="connsiteY129" fmla="*/ 1978432 h 2323145"/>
              <a:gd name="connsiteX130" fmla="*/ 5457393 w 11269336"/>
              <a:gd name="connsiteY130" fmla="*/ 1986525 h 2323145"/>
              <a:gd name="connsiteX131" fmla="*/ 5447102 w 11269336"/>
              <a:gd name="connsiteY131" fmla="*/ 1998329 h 2323145"/>
              <a:gd name="connsiteX132" fmla="*/ 5159151 w 11269336"/>
              <a:gd name="connsiteY132" fmla="*/ 2029640 h 2323145"/>
              <a:gd name="connsiteX133" fmla="*/ 5098838 w 11269336"/>
              <a:gd name="connsiteY133" fmla="*/ 2062961 h 2323145"/>
              <a:gd name="connsiteX134" fmla="*/ 4860988 w 11269336"/>
              <a:gd name="connsiteY134" fmla="*/ 2135698 h 2323145"/>
              <a:gd name="connsiteX135" fmla="*/ 4807902 w 11269336"/>
              <a:gd name="connsiteY135" fmla="*/ 2138894 h 2323145"/>
              <a:gd name="connsiteX136" fmla="*/ 4765388 w 11269336"/>
              <a:gd name="connsiteY136" fmla="*/ 2162525 h 2323145"/>
              <a:gd name="connsiteX137" fmla="*/ 4745033 w 11269336"/>
              <a:gd name="connsiteY137" fmla="*/ 2158859 h 2323145"/>
              <a:gd name="connsiteX138" fmla="*/ 4741475 w 11269336"/>
              <a:gd name="connsiteY138" fmla="*/ 2157998 h 2323145"/>
              <a:gd name="connsiteX139" fmla="*/ 4728247 w 11269336"/>
              <a:gd name="connsiteY139" fmla="*/ 2159526 h 2323145"/>
              <a:gd name="connsiteX140" fmla="*/ 4723263 w 11269336"/>
              <a:gd name="connsiteY140" fmla="*/ 2153742 h 2323145"/>
              <a:gd name="connsiteX141" fmla="*/ 4702453 w 11269336"/>
              <a:gd name="connsiteY141" fmla="*/ 2151586 h 2323145"/>
              <a:gd name="connsiteX142" fmla="*/ 4678455 w 11269336"/>
              <a:gd name="connsiteY142" fmla="*/ 2156131 h 2323145"/>
              <a:gd name="connsiteX143" fmla="*/ 4593061 w 11269336"/>
              <a:gd name="connsiteY143" fmla="*/ 2171597 h 2323145"/>
              <a:gd name="connsiteX144" fmla="*/ 4533444 w 11269336"/>
              <a:gd name="connsiteY144" fmla="*/ 2181200 h 2323145"/>
              <a:gd name="connsiteX145" fmla="*/ 4492832 w 11269336"/>
              <a:gd name="connsiteY145" fmla="*/ 2188033 h 2323145"/>
              <a:gd name="connsiteX146" fmla="*/ 4467257 w 11269336"/>
              <a:gd name="connsiteY146" fmla="*/ 2196121 h 2323145"/>
              <a:gd name="connsiteX147" fmla="*/ 4459937 w 11269336"/>
              <a:gd name="connsiteY147" fmla="*/ 2195182 h 2323145"/>
              <a:gd name="connsiteX148" fmla="*/ 4433312 w 11269336"/>
              <a:gd name="connsiteY148" fmla="*/ 2199004 h 2323145"/>
              <a:gd name="connsiteX149" fmla="*/ 4420601 w 11269336"/>
              <a:gd name="connsiteY149" fmla="*/ 2205158 h 2323145"/>
              <a:gd name="connsiteX150" fmla="*/ 4405765 w 11269336"/>
              <a:gd name="connsiteY150" fmla="*/ 2199902 h 2323145"/>
              <a:gd name="connsiteX151" fmla="*/ 4401354 w 11269336"/>
              <a:gd name="connsiteY151" fmla="*/ 2194745 h 2323145"/>
              <a:gd name="connsiteX152" fmla="*/ 4383151 w 11269336"/>
              <a:gd name="connsiteY152" fmla="*/ 2201140 h 2323145"/>
              <a:gd name="connsiteX153" fmla="*/ 4366646 w 11269336"/>
              <a:gd name="connsiteY153" fmla="*/ 2198564 h 2323145"/>
              <a:gd name="connsiteX154" fmla="*/ 4354009 w 11269336"/>
              <a:gd name="connsiteY154" fmla="*/ 2204984 h 2323145"/>
              <a:gd name="connsiteX155" fmla="*/ 4348284 w 11269336"/>
              <a:gd name="connsiteY155" fmla="*/ 2205270 h 2323145"/>
              <a:gd name="connsiteX156" fmla="*/ 4333906 w 11269336"/>
              <a:gd name="connsiteY156" fmla="*/ 2205251 h 2323145"/>
              <a:gd name="connsiteX157" fmla="*/ 4308819 w 11269336"/>
              <a:gd name="connsiteY157" fmla="*/ 2203822 h 2323145"/>
              <a:gd name="connsiteX158" fmla="*/ 4301210 w 11269336"/>
              <a:gd name="connsiteY158" fmla="*/ 2204456 h 2323145"/>
              <a:gd name="connsiteX159" fmla="*/ 4283095 w 11269336"/>
              <a:gd name="connsiteY159" fmla="*/ 2198177 h 2323145"/>
              <a:gd name="connsiteX160" fmla="*/ 4250119 w 11269336"/>
              <a:gd name="connsiteY160" fmla="*/ 2196342 h 2323145"/>
              <a:gd name="connsiteX161" fmla="*/ 4189203 w 11269336"/>
              <a:gd name="connsiteY161" fmla="*/ 2178994 h 2323145"/>
              <a:gd name="connsiteX162" fmla="*/ 4154035 w 11269336"/>
              <a:gd name="connsiteY162" fmla="*/ 2171950 h 2323145"/>
              <a:gd name="connsiteX163" fmla="*/ 4129569 w 11269336"/>
              <a:gd name="connsiteY163" fmla="*/ 2163850 h 2323145"/>
              <a:gd name="connsiteX164" fmla="*/ 4061250 w 11269336"/>
              <a:gd name="connsiteY164" fmla="*/ 2159236 h 2323145"/>
              <a:gd name="connsiteX165" fmla="*/ 3945480 w 11269336"/>
              <a:gd name="connsiteY165" fmla="*/ 2158279 h 2323145"/>
              <a:gd name="connsiteX166" fmla="*/ 3921468 w 11269336"/>
              <a:gd name="connsiteY166" fmla="*/ 2156588 h 2323145"/>
              <a:gd name="connsiteX167" fmla="*/ 3903348 w 11269336"/>
              <a:gd name="connsiteY167" fmla="*/ 2149220 h 2323145"/>
              <a:gd name="connsiteX168" fmla="*/ 3901342 w 11269336"/>
              <a:gd name="connsiteY168" fmla="*/ 2142355 h 2323145"/>
              <a:gd name="connsiteX169" fmla="*/ 3888539 w 11269336"/>
              <a:gd name="connsiteY169" fmla="*/ 2140476 h 2323145"/>
              <a:gd name="connsiteX170" fmla="*/ 3885662 w 11269336"/>
              <a:gd name="connsiteY170" fmla="*/ 2138740 h 2323145"/>
              <a:gd name="connsiteX171" fmla="*/ 3868627 w 11269336"/>
              <a:gd name="connsiteY171" fmla="*/ 2130023 h 2323145"/>
              <a:gd name="connsiteX172" fmla="*/ 3819177 w 11269336"/>
              <a:gd name="connsiteY172" fmla="*/ 2142111 h 2323145"/>
              <a:gd name="connsiteX173" fmla="*/ 3769100 w 11269336"/>
              <a:gd name="connsiteY173" fmla="*/ 2131731 h 2323145"/>
              <a:gd name="connsiteX174" fmla="*/ 3562752 w 11269336"/>
              <a:gd name="connsiteY174" fmla="*/ 2131785 h 2323145"/>
              <a:gd name="connsiteX175" fmla="*/ 3541402 w 11269336"/>
              <a:gd name="connsiteY175" fmla="*/ 2106821 h 2323145"/>
              <a:gd name="connsiteX176" fmla="*/ 3365341 w 11269336"/>
              <a:gd name="connsiteY176" fmla="*/ 2077638 h 2323145"/>
              <a:gd name="connsiteX177" fmla="*/ 3170922 w 11269336"/>
              <a:gd name="connsiteY177" fmla="*/ 2115957 h 2323145"/>
              <a:gd name="connsiteX178" fmla="*/ 3156256 w 11269336"/>
              <a:gd name="connsiteY178" fmla="*/ 2124773 h 2323145"/>
              <a:gd name="connsiteX179" fmla="*/ 3140298 w 11269336"/>
              <a:gd name="connsiteY179" fmla="*/ 2129182 h 2323145"/>
              <a:gd name="connsiteX180" fmla="*/ 3138514 w 11269336"/>
              <a:gd name="connsiteY180" fmla="*/ 2128069 h 2323145"/>
              <a:gd name="connsiteX181" fmla="*/ 3120467 w 11269336"/>
              <a:gd name="connsiteY181" fmla="*/ 2128281 h 2323145"/>
              <a:gd name="connsiteX182" fmla="*/ 3116175 w 11269336"/>
              <a:gd name="connsiteY182" fmla="*/ 2131633 h 2323145"/>
              <a:gd name="connsiteX183" fmla="*/ 3103685 w 11269336"/>
              <a:gd name="connsiteY183" fmla="*/ 2132814 h 2323145"/>
              <a:gd name="connsiteX184" fmla="*/ 3078794 w 11269336"/>
              <a:gd name="connsiteY184" fmla="*/ 2137935 h 2323145"/>
              <a:gd name="connsiteX185" fmla="*/ 3074407 w 11269336"/>
              <a:gd name="connsiteY185" fmla="*/ 2136274 h 2323145"/>
              <a:gd name="connsiteX186" fmla="*/ 3037285 w 11269336"/>
              <a:gd name="connsiteY186" fmla="*/ 2139919 h 2323145"/>
              <a:gd name="connsiteX187" fmla="*/ 3036901 w 11269336"/>
              <a:gd name="connsiteY187" fmla="*/ 2138726 h 2323145"/>
              <a:gd name="connsiteX188" fmla="*/ 3026996 w 11269336"/>
              <a:gd name="connsiteY188" fmla="*/ 2134322 h 2323145"/>
              <a:gd name="connsiteX189" fmla="*/ 3007772 w 11269336"/>
              <a:gd name="connsiteY189" fmla="*/ 2128742 h 2323145"/>
              <a:gd name="connsiteX190" fmla="*/ 2965030 w 11269336"/>
              <a:gd name="connsiteY190" fmla="*/ 2100494 h 2323145"/>
              <a:gd name="connsiteX191" fmla="*/ 2926342 w 11269336"/>
              <a:gd name="connsiteY191" fmla="*/ 2104155 h 2323145"/>
              <a:gd name="connsiteX192" fmla="*/ 2918608 w 11269336"/>
              <a:gd name="connsiteY192" fmla="*/ 2104215 h 2323145"/>
              <a:gd name="connsiteX193" fmla="*/ 2918475 w 11269336"/>
              <a:gd name="connsiteY193" fmla="*/ 2103937 h 2323145"/>
              <a:gd name="connsiteX194" fmla="*/ 2910360 w 11269336"/>
              <a:gd name="connsiteY194" fmla="*/ 2103444 h 2323145"/>
              <a:gd name="connsiteX195" fmla="*/ 2904507 w 11269336"/>
              <a:gd name="connsiteY195" fmla="*/ 2104326 h 2323145"/>
              <a:gd name="connsiteX196" fmla="*/ 2889503 w 11269336"/>
              <a:gd name="connsiteY196" fmla="*/ 2104443 h 2323145"/>
              <a:gd name="connsiteX197" fmla="*/ 2884480 w 11269336"/>
              <a:gd name="connsiteY197" fmla="*/ 2102626 h 2323145"/>
              <a:gd name="connsiteX198" fmla="*/ 2882689 w 11269336"/>
              <a:gd name="connsiteY198" fmla="*/ 2099228 h 2323145"/>
              <a:gd name="connsiteX199" fmla="*/ 2881291 w 11269336"/>
              <a:gd name="connsiteY199" fmla="*/ 2099618 h 2323145"/>
              <a:gd name="connsiteX200" fmla="*/ 2853979 w 11269336"/>
              <a:gd name="connsiteY200" fmla="*/ 2090388 h 2323145"/>
              <a:gd name="connsiteX201" fmla="*/ 2791790 w 11269336"/>
              <a:gd name="connsiteY201" fmla="*/ 2080332 h 2323145"/>
              <a:gd name="connsiteX202" fmla="*/ 2755844 w 11269336"/>
              <a:gd name="connsiteY202" fmla="*/ 2078874 h 2323145"/>
              <a:gd name="connsiteX203" fmla="*/ 2657742 w 11269336"/>
              <a:gd name="connsiteY203" fmla="*/ 2070179 h 2323145"/>
              <a:gd name="connsiteX204" fmla="*/ 2559549 w 11269336"/>
              <a:gd name="connsiteY204" fmla="*/ 2057873 h 2323145"/>
              <a:gd name="connsiteX205" fmla="*/ 2512054 w 11269336"/>
              <a:gd name="connsiteY205" fmla="*/ 2031671 h 2323145"/>
              <a:gd name="connsiteX206" fmla="*/ 2506437 w 11269336"/>
              <a:gd name="connsiteY206" fmla="*/ 2030918 h 2323145"/>
              <a:gd name="connsiteX207" fmla="*/ 2491752 w 11269336"/>
              <a:gd name="connsiteY207" fmla="*/ 2033906 h 2323145"/>
              <a:gd name="connsiteX208" fmla="*/ 2486338 w 11269336"/>
              <a:gd name="connsiteY208" fmla="*/ 2035862 h 2323145"/>
              <a:gd name="connsiteX209" fmla="*/ 2478186 w 11269336"/>
              <a:gd name="connsiteY209" fmla="*/ 2036953 h 2323145"/>
              <a:gd name="connsiteX210" fmla="*/ 2477950 w 11269336"/>
              <a:gd name="connsiteY210" fmla="*/ 2036715 h 2323145"/>
              <a:gd name="connsiteX211" fmla="*/ 2470381 w 11269336"/>
              <a:gd name="connsiteY211" fmla="*/ 2038256 h 2323145"/>
              <a:gd name="connsiteX212" fmla="*/ 2433781 w 11269336"/>
              <a:gd name="connsiteY212" fmla="*/ 2049140 h 2323145"/>
              <a:gd name="connsiteX213" fmla="*/ 2381172 w 11269336"/>
              <a:gd name="connsiteY213" fmla="*/ 2030645 h 2323145"/>
              <a:gd name="connsiteX214" fmla="*/ 2360198 w 11269336"/>
              <a:gd name="connsiteY214" fmla="*/ 2029059 h 2323145"/>
              <a:gd name="connsiteX215" fmla="*/ 2348815 w 11269336"/>
              <a:gd name="connsiteY215" fmla="*/ 2026798 h 2323145"/>
              <a:gd name="connsiteX216" fmla="*/ 2347988 w 11269336"/>
              <a:gd name="connsiteY216" fmla="*/ 2025745 h 2323145"/>
              <a:gd name="connsiteX217" fmla="*/ 2312920 w 11269336"/>
              <a:gd name="connsiteY217" fmla="*/ 2036311 h 2323145"/>
              <a:gd name="connsiteX218" fmla="*/ 2307986 w 11269336"/>
              <a:gd name="connsiteY218" fmla="*/ 2035583 h 2323145"/>
              <a:gd name="connsiteX219" fmla="*/ 2285481 w 11269336"/>
              <a:gd name="connsiteY219" fmla="*/ 2045197 h 2323145"/>
              <a:gd name="connsiteX220" fmla="*/ 2273666 w 11269336"/>
              <a:gd name="connsiteY220" fmla="*/ 2048710 h 2323145"/>
              <a:gd name="connsiteX221" fmla="*/ 2270719 w 11269336"/>
              <a:gd name="connsiteY221" fmla="*/ 2052702 h 2323145"/>
              <a:gd name="connsiteX222" fmla="*/ 2253080 w 11269336"/>
              <a:gd name="connsiteY222" fmla="*/ 2056363 h 2323145"/>
              <a:gd name="connsiteX223" fmla="*/ 2250906 w 11269336"/>
              <a:gd name="connsiteY223" fmla="*/ 2055654 h 2323145"/>
              <a:gd name="connsiteX224" fmla="*/ 2236905 w 11269336"/>
              <a:gd name="connsiteY224" fmla="*/ 2062882 h 2323145"/>
              <a:gd name="connsiteX225" fmla="*/ 2225830 w 11269336"/>
              <a:gd name="connsiteY225" fmla="*/ 2074027 h 2323145"/>
              <a:gd name="connsiteX226" fmla="*/ 2073776 w 11269336"/>
              <a:gd name="connsiteY226" fmla="*/ 2089244 h 2323145"/>
              <a:gd name="connsiteX227" fmla="*/ 1948256 w 11269336"/>
              <a:gd name="connsiteY227" fmla="*/ 2146616 h 2323145"/>
              <a:gd name="connsiteX228" fmla="*/ 1865582 w 11269336"/>
              <a:gd name="connsiteY228" fmla="*/ 2153738 h 2323145"/>
              <a:gd name="connsiteX229" fmla="*/ 1835210 w 11269336"/>
              <a:gd name="connsiteY229" fmla="*/ 2134244 h 2323145"/>
              <a:gd name="connsiteX230" fmla="*/ 1632661 w 11269336"/>
              <a:gd name="connsiteY230" fmla="*/ 2173882 h 2323145"/>
              <a:gd name="connsiteX231" fmla="*/ 1579590 w 11269336"/>
              <a:gd name="connsiteY231" fmla="*/ 2173680 h 2323145"/>
              <a:gd name="connsiteX232" fmla="*/ 1535601 w 11269336"/>
              <a:gd name="connsiteY232" fmla="*/ 2194590 h 2323145"/>
              <a:gd name="connsiteX233" fmla="*/ 1515594 w 11269336"/>
              <a:gd name="connsiteY233" fmla="*/ 2189622 h 2323145"/>
              <a:gd name="connsiteX234" fmla="*/ 1512113 w 11269336"/>
              <a:gd name="connsiteY234" fmla="*/ 2188534 h 2323145"/>
              <a:gd name="connsiteX235" fmla="*/ 1498838 w 11269336"/>
              <a:gd name="connsiteY235" fmla="*/ 2189213 h 2323145"/>
              <a:gd name="connsiteX236" fmla="*/ 1494279 w 11269336"/>
              <a:gd name="connsiteY236" fmla="*/ 2183112 h 2323145"/>
              <a:gd name="connsiteX237" fmla="*/ 1473714 w 11269336"/>
              <a:gd name="connsiteY237" fmla="*/ 2179625 h 2323145"/>
              <a:gd name="connsiteX238" fmla="*/ 1449503 w 11269336"/>
              <a:gd name="connsiteY238" fmla="*/ 2182633 h 2323145"/>
              <a:gd name="connsiteX239" fmla="*/ 1266687 w 11269336"/>
              <a:gd name="connsiteY239" fmla="*/ 2212688 h 2323145"/>
              <a:gd name="connsiteX240" fmla="*/ 1239614 w 11269336"/>
              <a:gd name="connsiteY240" fmla="*/ 2209727 h 2323145"/>
              <a:gd name="connsiteX241" fmla="*/ 1202436 w 11269336"/>
              <a:gd name="connsiteY241" fmla="*/ 2209817 h 2323145"/>
              <a:gd name="connsiteX242" fmla="*/ 1136097 w 11269336"/>
              <a:gd name="connsiteY242" fmla="*/ 2205112 h 2323145"/>
              <a:gd name="connsiteX243" fmla="*/ 988232 w 11269336"/>
              <a:gd name="connsiteY243" fmla="*/ 2235635 h 2323145"/>
              <a:gd name="connsiteX244" fmla="*/ 981959 w 11269336"/>
              <a:gd name="connsiteY244" fmla="*/ 2231607 h 2323145"/>
              <a:gd name="connsiteX245" fmla="*/ 938600 w 11269336"/>
              <a:gd name="connsiteY245" fmla="*/ 2238113 h 2323145"/>
              <a:gd name="connsiteX246" fmla="*/ 791788 w 11269336"/>
              <a:gd name="connsiteY246" fmla="*/ 2293224 h 2323145"/>
              <a:gd name="connsiteX247" fmla="*/ 706914 w 11269336"/>
              <a:gd name="connsiteY247" fmla="*/ 2305046 h 2323145"/>
              <a:gd name="connsiteX248" fmla="*/ 675971 w 11269336"/>
              <a:gd name="connsiteY248" fmla="*/ 2304030 h 2323145"/>
              <a:gd name="connsiteX249" fmla="*/ 624180 w 11269336"/>
              <a:gd name="connsiteY249" fmla="*/ 2302650 h 2323145"/>
              <a:gd name="connsiteX250" fmla="*/ 583453 w 11269336"/>
              <a:gd name="connsiteY250" fmla="*/ 2288788 h 2323145"/>
              <a:gd name="connsiteX251" fmla="*/ 540946 w 11269336"/>
              <a:gd name="connsiteY251" fmla="*/ 2292721 h 2323145"/>
              <a:gd name="connsiteX252" fmla="*/ 533680 w 11269336"/>
              <a:gd name="connsiteY252" fmla="*/ 2310233 h 2323145"/>
              <a:gd name="connsiteX253" fmla="*/ 487366 w 11269336"/>
              <a:gd name="connsiteY253" fmla="*/ 2309053 h 2323145"/>
              <a:gd name="connsiteX254" fmla="*/ 416820 w 11269336"/>
              <a:gd name="connsiteY254" fmla="*/ 2305443 h 2323145"/>
              <a:gd name="connsiteX255" fmla="*/ 376805 w 11269336"/>
              <a:gd name="connsiteY255" fmla="*/ 2307647 h 2323145"/>
              <a:gd name="connsiteX256" fmla="*/ 266777 w 11269336"/>
              <a:gd name="connsiteY256" fmla="*/ 2309012 h 2323145"/>
              <a:gd name="connsiteX257" fmla="*/ 156013 w 11269336"/>
              <a:gd name="connsiteY257" fmla="*/ 2306832 h 2323145"/>
              <a:gd name="connsiteX258" fmla="*/ 87258 w 11269336"/>
              <a:gd name="connsiteY258" fmla="*/ 2285511 h 2323145"/>
              <a:gd name="connsiteX259" fmla="*/ 23798 w 11269336"/>
              <a:gd name="connsiteY259" fmla="*/ 2281822 h 2323145"/>
              <a:gd name="connsiteX260" fmla="*/ 0 w 11269336"/>
              <a:gd name="connsiteY260" fmla="*/ 2285369 h 2323145"/>
              <a:gd name="connsiteX261" fmla="*/ 0 w 11269336"/>
              <a:gd name="connsiteY261"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561575 w 11269336"/>
              <a:gd name="connsiteY19" fmla="*/ 559978 h 2323145"/>
              <a:gd name="connsiteX20" fmla="*/ 9162278 w 11269336"/>
              <a:gd name="connsiteY20" fmla="*/ 704724 h 2323145"/>
              <a:gd name="connsiteX21" fmla="*/ 9062863 w 11269336"/>
              <a:gd name="connsiteY21" fmla="*/ 754656 h 2323145"/>
              <a:gd name="connsiteX22" fmla="*/ 8914746 w 11269336"/>
              <a:gd name="connsiteY22" fmla="*/ 826428 h 2323145"/>
              <a:gd name="connsiteX23" fmla="*/ 8917778 w 11269336"/>
              <a:gd name="connsiteY23" fmla="*/ 835198 h 2323145"/>
              <a:gd name="connsiteX24" fmla="*/ 8905560 w 11269336"/>
              <a:gd name="connsiteY24" fmla="*/ 838358 h 2323145"/>
              <a:gd name="connsiteX25" fmla="*/ 8897564 w 11269336"/>
              <a:gd name="connsiteY25" fmla="*/ 834287 h 2323145"/>
              <a:gd name="connsiteX26" fmla="*/ 8878040 w 11269336"/>
              <a:gd name="connsiteY26" fmla="*/ 844150 h 2323145"/>
              <a:gd name="connsiteX27" fmla="*/ 8795998 w 11269336"/>
              <a:gd name="connsiteY27" fmla="*/ 863337 h 2323145"/>
              <a:gd name="connsiteX28" fmla="*/ 8776970 w 11269336"/>
              <a:gd name="connsiteY28" fmla="*/ 885177 h 2323145"/>
              <a:gd name="connsiteX29" fmla="*/ 8755719 w 11269336"/>
              <a:gd name="connsiteY29" fmla="*/ 889754 h 2323145"/>
              <a:gd name="connsiteX30" fmla="*/ 8743257 w 11269336"/>
              <a:gd name="connsiteY30" fmla="*/ 904723 h 2323145"/>
              <a:gd name="connsiteX31" fmla="*/ 8721366 w 11269336"/>
              <a:gd name="connsiteY31" fmla="*/ 904711 h 2323145"/>
              <a:gd name="connsiteX32" fmla="*/ 8678353 w 11269336"/>
              <a:gd name="connsiteY32" fmla="*/ 926318 h 2323145"/>
              <a:gd name="connsiteX33" fmla="*/ 8636849 w 11269336"/>
              <a:gd name="connsiteY33" fmla="*/ 937900 h 2323145"/>
              <a:gd name="connsiteX34" fmla="*/ 8620213 w 11269336"/>
              <a:gd name="connsiteY34" fmla="*/ 943068 h 2323145"/>
              <a:gd name="connsiteX35" fmla="*/ 8612581 w 11269336"/>
              <a:gd name="connsiteY35" fmla="*/ 952695 h 2323145"/>
              <a:gd name="connsiteX36" fmla="*/ 8589038 w 11269336"/>
              <a:gd name="connsiteY36" fmla="*/ 963892 h 2323145"/>
              <a:gd name="connsiteX37" fmla="*/ 8579950 w 11269336"/>
              <a:gd name="connsiteY37" fmla="*/ 960899 h 2323145"/>
              <a:gd name="connsiteX38" fmla="*/ 8579319 w 11269336"/>
              <a:gd name="connsiteY38" fmla="*/ 965630 h 2323145"/>
              <a:gd name="connsiteX39" fmla="*/ 8547429 w 11269336"/>
              <a:gd name="connsiteY39" fmla="*/ 984506 h 2323145"/>
              <a:gd name="connsiteX40" fmla="*/ 8478704 w 11269336"/>
              <a:gd name="connsiteY40" fmla="*/ 1025490 h 2323145"/>
              <a:gd name="connsiteX41" fmla="*/ 8461421 w 11269336"/>
              <a:gd name="connsiteY41" fmla="*/ 1035512 h 2323145"/>
              <a:gd name="connsiteX42" fmla="*/ 8445003 w 11269336"/>
              <a:gd name="connsiteY42" fmla="*/ 1036851 h 2323145"/>
              <a:gd name="connsiteX43" fmla="*/ 8357350 w 11269336"/>
              <a:gd name="connsiteY43" fmla="*/ 1060213 h 2323145"/>
              <a:gd name="connsiteX44" fmla="*/ 8335565 w 11269336"/>
              <a:gd name="connsiteY44" fmla="*/ 1061151 h 2323145"/>
              <a:gd name="connsiteX45" fmla="*/ 8325267 w 11269336"/>
              <a:gd name="connsiteY45" fmla="*/ 1055919 h 2323145"/>
              <a:gd name="connsiteX46" fmla="*/ 8293586 w 11269336"/>
              <a:gd name="connsiteY46" fmla="*/ 1076144 h 2323145"/>
              <a:gd name="connsiteX47" fmla="*/ 8242405 w 11269336"/>
              <a:gd name="connsiteY47" fmla="*/ 1095960 h 2323145"/>
              <a:gd name="connsiteX48" fmla="*/ 8197391 w 11269336"/>
              <a:gd name="connsiteY48" fmla="*/ 1107746 h 2323145"/>
              <a:gd name="connsiteX49" fmla="*/ 8081474 w 11269336"/>
              <a:gd name="connsiteY49" fmla="*/ 1130125 h 2323145"/>
              <a:gd name="connsiteX50" fmla="*/ 8053585 w 11269336"/>
              <a:gd name="connsiteY50" fmla="*/ 1129169 h 2323145"/>
              <a:gd name="connsiteX51" fmla="*/ 8038422 w 11269336"/>
              <a:gd name="connsiteY51" fmla="*/ 1119092 h 2323145"/>
              <a:gd name="connsiteX52" fmla="*/ 8029450 w 11269336"/>
              <a:gd name="connsiteY52" fmla="*/ 1125592 h 2323145"/>
              <a:gd name="connsiteX53" fmla="*/ 7959552 w 11269336"/>
              <a:gd name="connsiteY53" fmla="*/ 1140188 h 2323145"/>
              <a:gd name="connsiteX54" fmla="*/ 7914188 w 11269336"/>
              <a:gd name="connsiteY54" fmla="*/ 1150862 h 2323145"/>
              <a:gd name="connsiteX55" fmla="*/ 7914918 w 11269336"/>
              <a:gd name="connsiteY55" fmla="*/ 1168758 h 2323145"/>
              <a:gd name="connsiteX56" fmla="*/ 7875510 w 11269336"/>
              <a:gd name="connsiteY56" fmla="*/ 1183153 h 2323145"/>
              <a:gd name="connsiteX57" fmla="*/ 7829932 w 11269336"/>
              <a:gd name="connsiteY57" fmla="*/ 1180782 h 2323145"/>
              <a:gd name="connsiteX58" fmla="*/ 7779182 w 11269336"/>
              <a:gd name="connsiteY58" fmla="*/ 1192665 h 2323145"/>
              <a:gd name="connsiteX59" fmla="*/ 7748774 w 11269336"/>
              <a:gd name="connsiteY59" fmla="*/ 1199586 h 2323145"/>
              <a:gd name="connsiteX60" fmla="*/ 7671846 w 11269336"/>
              <a:gd name="connsiteY60" fmla="*/ 1231966 h 2323145"/>
              <a:gd name="connsiteX61" fmla="*/ 7554146 w 11269336"/>
              <a:gd name="connsiteY61" fmla="*/ 1319748 h 2323145"/>
              <a:gd name="connsiteX62" fmla="*/ 7515052 w 11269336"/>
              <a:gd name="connsiteY62" fmla="*/ 1336718 h 2323145"/>
              <a:gd name="connsiteX63" fmla="*/ 7507193 w 11269336"/>
              <a:gd name="connsiteY63" fmla="*/ 1334617 h 2323145"/>
              <a:gd name="connsiteX64" fmla="*/ 7461694 w 11269336"/>
              <a:gd name="connsiteY64" fmla="*/ 1375866 h 2323145"/>
              <a:gd name="connsiteX65" fmla="*/ 7377571 w 11269336"/>
              <a:gd name="connsiteY65" fmla="*/ 1400128 h 2323145"/>
              <a:gd name="connsiteX66" fmla="*/ 7311261 w 11269336"/>
              <a:gd name="connsiteY66" fmla="*/ 1412652 h 2323145"/>
              <a:gd name="connsiteX67" fmla="*/ 7275307 w 11269336"/>
              <a:gd name="connsiteY67" fmla="*/ 1422171 h 2323145"/>
              <a:gd name="connsiteX68" fmla="*/ 7247783 w 11269336"/>
              <a:gd name="connsiteY68" fmla="*/ 1426330 h 2323145"/>
              <a:gd name="connsiteX69" fmla="*/ 7185047 w 11269336"/>
              <a:gd name="connsiteY69" fmla="*/ 1451812 h 2323145"/>
              <a:gd name="connsiteX70" fmla="*/ 7084117 w 11269336"/>
              <a:gd name="connsiteY70" fmla="*/ 1500281 h 2323145"/>
              <a:gd name="connsiteX71" fmla="*/ 7062011 w 11269336"/>
              <a:gd name="connsiteY71" fmla="*/ 1509183 h 2323145"/>
              <a:gd name="connsiteX72" fmla="*/ 7040555 w 11269336"/>
              <a:gd name="connsiteY72" fmla="*/ 1511207 h 2323145"/>
              <a:gd name="connsiteX73" fmla="*/ 7033438 w 11269336"/>
              <a:gd name="connsiteY73" fmla="*/ 1506772 h 2323145"/>
              <a:gd name="connsiteX74" fmla="*/ 7020886 w 11269336"/>
              <a:gd name="connsiteY74" fmla="*/ 1510764 h 2323145"/>
              <a:gd name="connsiteX75" fmla="*/ 7017033 w 11269336"/>
              <a:gd name="connsiteY75" fmla="*/ 1510650 h 2323145"/>
              <a:gd name="connsiteX76" fmla="*/ 6995460 w 11269336"/>
              <a:gd name="connsiteY76" fmla="*/ 1511173 h 2323145"/>
              <a:gd name="connsiteX77" fmla="*/ 6962144 w 11269336"/>
              <a:gd name="connsiteY77" fmla="*/ 1541508 h 2323145"/>
              <a:gd name="connsiteX78" fmla="*/ 6910674 w 11269336"/>
              <a:gd name="connsiteY78" fmla="*/ 1554793 h 2323145"/>
              <a:gd name="connsiteX79" fmla="*/ 6732152 w 11269336"/>
              <a:gd name="connsiteY79" fmla="*/ 1642538 h 2323145"/>
              <a:gd name="connsiteX80" fmla="*/ 6694106 w 11269336"/>
              <a:gd name="connsiteY80" fmla="*/ 1632377 h 2323145"/>
              <a:gd name="connsiteX81" fmla="*/ 6617223 w 11269336"/>
              <a:gd name="connsiteY81" fmla="*/ 1659889 h 2323145"/>
              <a:gd name="connsiteX82" fmla="*/ 6521138 w 11269336"/>
              <a:gd name="connsiteY82" fmla="*/ 1744340 h 2323145"/>
              <a:gd name="connsiteX83" fmla="*/ 6380677 w 11269336"/>
              <a:gd name="connsiteY83" fmla="*/ 1796883 h 2323145"/>
              <a:gd name="connsiteX84" fmla="*/ 6374897 w 11269336"/>
              <a:gd name="connsiteY84" fmla="*/ 1809910 h 2323145"/>
              <a:gd name="connsiteX85" fmla="*/ 6364545 w 11269336"/>
              <a:gd name="connsiteY85" fmla="*/ 1820090 h 2323145"/>
              <a:gd name="connsiteX86" fmla="*/ 6362126 w 11269336"/>
              <a:gd name="connsiteY86" fmla="*/ 1819991 h 2323145"/>
              <a:gd name="connsiteX87" fmla="*/ 6346673 w 11269336"/>
              <a:gd name="connsiteY87" fmla="*/ 1827824 h 2323145"/>
              <a:gd name="connsiteX88" fmla="*/ 6345588 w 11269336"/>
              <a:gd name="connsiteY88" fmla="*/ 1832232 h 2323145"/>
              <a:gd name="connsiteX89" fmla="*/ 6335708 w 11269336"/>
              <a:gd name="connsiteY89" fmla="*/ 1838451 h 2323145"/>
              <a:gd name="connsiteX90" fmla="*/ 6318182 w 11269336"/>
              <a:gd name="connsiteY90" fmla="*/ 1852975 h 2323145"/>
              <a:gd name="connsiteX91" fmla="*/ 6313084 w 11269336"/>
              <a:gd name="connsiteY91" fmla="*/ 1853561 h 2323145"/>
              <a:gd name="connsiteX92" fmla="*/ 6283816 w 11269336"/>
              <a:gd name="connsiteY92" fmla="*/ 1872148 h 2323145"/>
              <a:gd name="connsiteX93" fmla="*/ 6282550 w 11269336"/>
              <a:gd name="connsiteY93" fmla="*/ 1871392 h 2323145"/>
              <a:gd name="connsiteX94" fmla="*/ 6270527 w 11269336"/>
              <a:gd name="connsiteY94" fmla="*/ 1872208 h 2323145"/>
              <a:gd name="connsiteX95" fmla="*/ 6249518 w 11269336"/>
              <a:gd name="connsiteY95" fmla="*/ 1876079 h 2323145"/>
              <a:gd name="connsiteX96" fmla="*/ 6190386 w 11269336"/>
              <a:gd name="connsiteY96" fmla="*/ 1872478 h 2323145"/>
              <a:gd name="connsiteX97" fmla="*/ 6159777 w 11269336"/>
              <a:gd name="connsiteY97" fmla="*/ 1891745 h 2323145"/>
              <a:gd name="connsiteX98" fmla="*/ 6153131 w 11269336"/>
              <a:gd name="connsiteY98" fmla="*/ 1895079 h 2323145"/>
              <a:gd name="connsiteX99" fmla="*/ 6152798 w 11269336"/>
              <a:gd name="connsiteY99" fmla="*/ 1894920 h 2323145"/>
              <a:gd name="connsiteX100" fmla="*/ 6145388 w 11269336"/>
              <a:gd name="connsiteY100" fmla="*/ 1897990 h 2323145"/>
              <a:gd name="connsiteX101" fmla="*/ 6141014 w 11269336"/>
              <a:gd name="connsiteY101" fmla="*/ 1901155 h 2323145"/>
              <a:gd name="connsiteX102" fmla="*/ 6128122 w 11269336"/>
              <a:gd name="connsiteY102" fmla="*/ 1907623 h 2323145"/>
              <a:gd name="connsiteX103" fmla="*/ 6122351 w 11269336"/>
              <a:gd name="connsiteY103" fmla="*/ 1908359 h 2323145"/>
              <a:gd name="connsiteX104" fmla="*/ 6064750 w 11269336"/>
              <a:gd name="connsiteY104" fmla="*/ 1896394 h 2323145"/>
              <a:gd name="connsiteX105" fmla="*/ 5964230 w 11269336"/>
              <a:gd name="connsiteY105" fmla="*/ 1910038 h 2323145"/>
              <a:gd name="connsiteX106" fmla="*/ 5865399 w 11269336"/>
              <a:gd name="connsiteY106" fmla="*/ 1926966 h 2323145"/>
              <a:gd name="connsiteX107" fmla="*/ 5829951 w 11269336"/>
              <a:gd name="connsiteY107" fmla="*/ 1934755 h 2323145"/>
              <a:gd name="connsiteX108" fmla="*/ 5765285 w 11269336"/>
              <a:gd name="connsiteY108" fmla="*/ 1941322 h 2323145"/>
              <a:gd name="connsiteX109" fmla="*/ 5734750 w 11269336"/>
              <a:gd name="connsiteY109" fmla="*/ 1939793 h 2323145"/>
              <a:gd name="connsiteX110" fmla="*/ 5733569 w 11269336"/>
              <a:gd name="connsiteY110" fmla="*/ 1940505 h 2323145"/>
              <a:gd name="connsiteX111" fmla="*/ 5730329 w 11269336"/>
              <a:gd name="connsiteY111" fmla="*/ 1937845 h 2323145"/>
              <a:gd name="connsiteX112" fmla="*/ 5724661 w 11269336"/>
              <a:gd name="connsiteY112" fmla="*/ 1937455 h 2323145"/>
              <a:gd name="connsiteX113" fmla="*/ 5710186 w 11269336"/>
              <a:gd name="connsiteY113" fmla="*/ 1941370 h 2323145"/>
              <a:gd name="connsiteX114" fmla="*/ 5704910 w 11269336"/>
              <a:gd name="connsiteY114" fmla="*/ 1943663 h 2323145"/>
              <a:gd name="connsiteX115" fmla="*/ 5696836 w 11269336"/>
              <a:gd name="connsiteY115" fmla="*/ 1945271 h 2323145"/>
              <a:gd name="connsiteX116" fmla="*/ 5696583 w 11269336"/>
              <a:gd name="connsiteY116" fmla="*/ 1945050 h 2323145"/>
              <a:gd name="connsiteX117" fmla="*/ 5689123 w 11269336"/>
              <a:gd name="connsiteY117" fmla="*/ 1947067 h 2323145"/>
              <a:gd name="connsiteX118" fmla="*/ 5653291 w 11269336"/>
              <a:gd name="connsiteY118" fmla="*/ 1960245 h 2323145"/>
              <a:gd name="connsiteX119" fmla="*/ 5599385 w 11269336"/>
              <a:gd name="connsiteY119" fmla="*/ 1945198 h 2323145"/>
              <a:gd name="connsiteX120" fmla="*/ 5578300 w 11269336"/>
              <a:gd name="connsiteY120" fmla="*/ 1944963 h 2323145"/>
              <a:gd name="connsiteX121" fmla="*/ 5566758 w 11269336"/>
              <a:gd name="connsiteY121" fmla="*/ 1943441 h 2323145"/>
              <a:gd name="connsiteX122" fmla="*/ 5565857 w 11269336"/>
              <a:gd name="connsiteY122" fmla="*/ 1942445 h 2323145"/>
              <a:gd name="connsiteX123" fmla="*/ 5531534 w 11269336"/>
              <a:gd name="connsiteY123" fmla="*/ 1955208 h 2323145"/>
              <a:gd name="connsiteX124" fmla="*/ 5526552 w 11269336"/>
              <a:gd name="connsiteY124" fmla="*/ 1954799 h 2323145"/>
              <a:gd name="connsiteX125" fmla="*/ 5504723 w 11269336"/>
              <a:gd name="connsiteY125" fmla="*/ 1965811 h 2323145"/>
              <a:gd name="connsiteX126" fmla="*/ 5493156 w 11269336"/>
              <a:gd name="connsiteY126" fmla="*/ 1970063 h 2323145"/>
              <a:gd name="connsiteX127" fmla="*/ 5490486 w 11269336"/>
              <a:gd name="connsiteY127" fmla="*/ 1974227 h 2323145"/>
              <a:gd name="connsiteX128" fmla="*/ 5473107 w 11269336"/>
              <a:gd name="connsiteY128" fmla="*/ 1979001 h 2323145"/>
              <a:gd name="connsiteX129" fmla="*/ 5470885 w 11269336"/>
              <a:gd name="connsiteY129" fmla="*/ 1978432 h 2323145"/>
              <a:gd name="connsiteX130" fmla="*/ 5457393 w 11269336"/>
              <a:gd name="connsiteY130" fmla="*/ 1986525 h 2323145"/>
              <a:gd name="connsiteX131" fmla="*/ 5447102 w 11269336"/>
              <a:gd name="connsiteY131" fmla="*/ 1998329 h 2323145"/>
              <a:gd name="connsiteX132" fmla="*/ 5159151 w 11269336"/>
              <a:gd name="connsiteY132" fmla="*/ 2029640 h 2323145"/>
              <a:gd name="connsiteX133" fmla="*/ 5098838 w 11269336"/>
              <a:gd name="connsiteY133" fmla="*/ 2062961 h 2323145"/>
              <a:gd name="connsiteX134" fmla="*/ 4860988 w 11269336"/>
              <a:gd name="connsiteY134" fmla="*/ 2135698 h 2323145"/>
              <a:gd name="connsiteX135" fmla="*/ 4807902 w 11269336"/>
              <a:gd name="connsiteY135" fmla="*/ 2138894 h 2323145"/>
              <a:gd name="connsiteX136" fmla="*/ 4765388 w 11269336"/>
              <a:gd name="connsiteY136" fmla="*/ 2162525 h 2323145"/>
              <a:gd name="connsiteX137" fmla="*/ 4745033 w 11269336"/>
              <a:gd name="connsiteY137" fmla="*/ 2158859 h 2323145"/>
              <a:gd name="connsiteX138" fmla="*/ 4741475 w 11269336"/>
              <a:gd name="connsiteY138" fmla="*/ 2157998 h 2323145"/>
              <a:gd name="connsiteX139" fmla="*/ 4728247 w 11269336"/>
              <a:gd name="connsiteY139" fmla="*/ 2159526 h 2323145"/>
              <a:gd name="connsiteX140" fmla="*/ 4723263 w 11269336"/>
              <a:gd name="connsiteY140" fmla="*/ 2153742 h 2323145"/>
              <a:gd name="connsiteX141" fmla="*/ 4702453 w 11269336"/>
              <a:gd name="connsiteY141" fmla="*/ 2151586 h 2323145"/>
              <a:gd name="connsiteX142" fmla="*/ 4593061 w 11269336"/>
              <a:gd name="connsiteY142" fmla="*/ 2171597 h 2323145"/>
              <a:gd name="connsiteX143" fmla="*/ 4533444 w 11269336"/>
              <a:gd name="connsiteY143" fmla="*/ 2181200 h 2323145"/>
              <a:gd name="connsiteX144" fmla="*/ 4492832 w 11269336"/>
              <a:gd name="connsiteY144" fmla="*/ 2188033 h 2323145"/>
              <a:gd name="connsiteX145" fmla="*/ 4467257 w 11269336"/>
              <a:gd name="connsiteY145" fmla="*/ 2196121 h 2323145"/>
              <a:gd name="connsiteX146" fmla="*/ 4459937 w 11269336"/>
              <a:gd name="connsiteY146" fmla="*/ 2195182 h 2323145"/>
              <a:gd name="connsiteX147" fmla="*/ 4433312 w 11269336"/>
              <a:gd name="connsiteY147" fmla="*/ 2199004 h 2323145"/>
              <a:gd name="connsiteX148" fmla="*/ 4420601 w 11269336"/>
              <a:gd name="connsiteY148" fmla="*/ 2205158 h 2323145"/>
              <a:gd name="connsiteX149" fmla="*/ 4405765 w 11269336"/>
              <a:gd name="connsiteY149" fmla="*/ 2199902 h 2323145"/>
              <a:gd name="connsiteX150" fmla="*/ 4401354 w 11269336"/>
              <a:gd name="connsiteY150" fmla="*/ 2194745 h 2323145"/>
              <a:gd name="connsiteX151" fmla="*/ 4383151 w 11269336"/>
              <a:gd name="connsiteY151" fmla="*/ 2201140 h 2323145"/>
              <a:gd name="connsiteX152" fmla="*/ 4366646 w 11269336"/>
              <a:gd name="connsiteY152" fmla="*/ 2198564 h 2323145"/>
              <a:gd name="connsiteX153" fmla="*/ 4354009 w 11269336"/>
              <a:gd name="connsiteY153" fmla="*/ 2204984 h 2323145"/>
              <a:gd name="connsiteX154" fmla="*/ 4348284 w 11269336"/>
              <a:gd name="connsiteY154" fmla="*/ 2205270 h 2323145"/>
              <a:gd name="connsiteX155" fmla="*/ 4333906 w 11269336"/>
              <a:gd name="connsiteY155" fmla="*/ 2205251 h 2323145"/>
              <a:gd name="connsiteX156" fmla="*/ 4308819 w 11269336"/>
              <a:gd name="connsiteY156" fmla="*/ 2203822 h 2323145"/>
              <a:gd name="connsiteX157" fmla="*/ 4301210 w 11269336"/>
              <a:gd name="connsiteY157" fmla="*/ 2204456 h 2323145"/>
              <a:gd name="connsiteX158" fmla="*/ 4283095 w 11269336"/>
              <a:gd name="connsiteY158" fmla="*/ 2198177 h 2323145"/>
              <a:gd name="connsiteX159" fmla="*/ 4250119 w 11269336"/>
              <a:gd name="connsiteY159" fmla="*/ 2196342 h 2323145"/>
              <a:gd name="connsiteX160" fmla="*/ 4189203 w 11269336"/>
              <a:gd name="connsiteY160" fmla="*/ 2178994 h 2323145"/>
              <a:gd name="connsiteX161" fmla="*/ 4154035 w 11269336"/>
              <a:gd name="connsiteY161" fmla="*/ 2171950 h 2323145"/>
              <a:gd name="connsiteX162" fmla="*/ 4129569 w 11269336"/>
              <a:gd name="connsiteY162" fmla="*/ 2163850 h 2323145"/>
              <a:gd name="connsiteX163" fmla="*/ 4061250 w 11269336"/>
              <a:gd name="connsiteY163" fmla="*/ 2159236 h 2323145"/>
              <a:gd name="connsiteX164" fmla="*/ 3945480 w 11269336"/>
              <a:gd name="connsiteY164" fmla="*/ 2158279 h 2323145"/>
              <a:gd name="connsiteX165" fmla="*/ 3921468 w 11269336"/>
              <a:gd name="connsiteY165" fmla="*/ 2156588 h 2323145"/>
              <a:gd name="connsiteX166" fmla="*/ 3903348 w 11269336"/>
              <a:gd name="connsiteY166" fmla="*/ 2149220 h 2323145"/>
              <a:gd name="connsiteX167" fmla="*/ 3901342 w 11269336"/>
              <a:gd name="connsiteY167" fmla="*/ 2142355 h 2323145"/>
              <a:gd name="connsiteX168" fmla="*/ 3888539 w 11269336"/>
              <a:gd name="connsiteY168" fmla="*/ 2140476 h 2323145"/>
              <a:gd name="connsiteX169" fmla="*/ 3885662 w 11269336"/>
              <a:gd name="connsiteY169" fmla="*/ 2138740 h 2323145"/>
              <a:gd name="connsiteX170" fmla="*/ 3868627 w 11269336"/>
              <a:gd name="connsiteY170" fmla="*/ 2130023 h 2323145"/>
              <a:gd name="connsiteX171" fmla="*/ 3819177 w 11269336"/>
              <a:gd name="connsiteY171" fmla="*/ 2142111 h 2323145"/>
              <a:gd name="connsiteX172" fmla="*/ 3769100 w 11269336"/>
              <a:gd name="connsiteY172" fmla="*/ 2131731 h 2323145"/>
              <a:gd name="connsiteX173" fmla="*/ 3562752 w 11269336"/>
              <a:gd name="connsiteY173" fmla="*/ 2131785 h 2323145"/>
              <a:gd name="connsiteX174" fmla="*/ 3541402 w 11269336"/>
              <a:gd name="connsiteY174" fmla="*/ 2106821 h 2323145"/>
              <a:gd name="connsiteX175" fmla="*/ 3365341 w 11269336"/>
              <a:gd name="connsiteY175" fmla="*/ 2077638 h 2323145"/>
              <a:gd name="connsiteX176" fmla="*/ 3170922 w 11269336"/>
              <a:gd name="connsiteY176" fmla="*/ 2115957 h 2323145"/>
              <a:gd name="connsiteX177" fmla="*/ 3156256 w 11269336"/>
              <a:gd name="connsiteY177" fmla="*/ 2124773 h 2323145"/>
              <a:gd name="connsiteX178" fmla="*/ 3140298 w 11269336"/>
              <a:gd name="connsiteY178" fmla="*/ 2129182 h 2323145"/>
              <a:gd name="connsiteX179" fmla="*/ 3138514 w 11269336"/>
              <a:gd name="connsiteY179" fmla="*/ 2128069 h 2323145"/>
              <a:gd name="connsiteX180" fmla="*/ 3120467 w 11269336"/>
              <a:gd name="connsiteY180" fmla="*/ 2128281 h 2323145"/>
              <a:gd name="connsiteX181" fmla="*/ 3116175 w 11269336"/>
              <a:gd name="connsiteY181" fmla="*/ 2131633 h 2323145"/>
              <a:gd name="connsiteX182" fmla="*/ 3103685 w 11269336"/>
              <a:gd name="connsiteY182" fmla="*/ 2132814 h 2323145"/>
              <a:gd name="connsiteX183" fmla="*/ 3078794 w 11269336"/>
              <a:gd name="connsiteY183" fmla="*/ 2137935 h 2323145"/>
              <a:gd name="connsiteX184" fmla="*/ 3074407 w 11269336"/>
              <a:gd name="connsiteY184" fmla="*/ 2136274 h 2323145"/>
              <a:gd name="connsiteX185" fmla="*/ 3037285 w 11269336"/>
              <a:gd name="connsiteY185" fmla="*/ 2139919 h 2323145"/>
              <a:gd name="connsiteX186" fmla="*/ 3036901 w 11269336"/>
              <a:gd name="connsiteY186" fmla="*/ 2138726 h 2323145"/>
              <a:gd name="connsiteX187" fmla="*/ 3026996 w 11269336"/>
              <a:gd name="connsiteY187" fmla="*/ 2134322 h 2323145"/>
              <a:gd name="connsiteX188" fmla="*/ 3007772 w 11269336"/>
              <a:gd name="connsiteY188" fmla="*/ 2128742 h 2323145"/>
              <a:gd name="connsiteX189" fmla="*/ 2965030 w 11269336"/>
              <a:gd name="connsiteY189" fmla="*/ 2100494 h 2323145"/>
              <a:gd name="connsiteX190" fmla="*/ 2926342 w 11269336"/>
              <a:gd name="connsiteY190" fmla="*/ 2104155 h 2323145"/>
              <a:gd name="connsiteX191" fmla="*/ 2918608 w 11269336"/>
              <a:gd name="connsiteY191" fmla="*/ 2104215 h 2323145"/>
              <a:gd name="connsiteX192" fmla="*/ 2918475 w 11269336"/>
              <a:gd name="connsiteY192" fmla="*/ 2103937 h 2323145"/>
              <a:gd name="connsiteX193" fmla="*/ 2910360 w 11269336"/>
              <a:gd name="connsiteY193" fmla="*/ 2103444 h 2323145"/>
              <a:gd name="connsiteX194" fmla="*/ 2904507 w 11269336"/>
              <a:gd name="connsiteY194" fmla="*/ 2104326 h 2323145"/>
              <a:gd name="connsiteX195" fmla="*/ 2889503 w 11269336"/>
              <a:gd name="connsiteY195" fmla="*/ 2104443 h 2323145"/>
              <a:gd name="connsiteX196" fmla="*/ 2884480 w 11269336"/>
              <a:gd name="connsiteY196" fmla="*/ 2102626 h 2323145"/>
              <a:gd name="connsiteX197" fmla="*/ 2882689 w 11269336"/>
              <a:gd name="connsiteY197" fmla="*/ 2099228 h 2323145"/>
              <a:gd name="connsiteX198" fmla="*/ 2881291 w 11269336"/>
              <a:gd name="connsiteY198" fmla="*/ 2099618 h 2323145"/>
              <a:gd name="connsiteX199" fmla="*/ 2853979 w 11269336"/>
              <a:gd name="connsiteY199" fmla="*/ 2090388 h 2323145"/>
              <a:gd name="connsiteX200" fmla="*/ 2791790 w 11269336"/>
              <a:gd name="connsiteY200" fmla="*/ 2080332 h 2323145"/>
              <a:gd name="connsiteX201" fmla="*/ 2755844 w 11269336"/>
              <a:gd name="connsiteY201" fmla="*/ 2078874 h 2323145"/>
              <a:gd name="connsiteX202" fmla="*/ 2657742 w 11269336"/>
              <a:gd name="connsiteY202" fmla="*/ 2070179 h 2323145"/>
              <a:gd name="connsiteX203" fmla="*/ 2559549 w 11269336"/>
              <a:gd name="connsiteY203" fmla="*/ 2057873 h 2323145"/>
              <a:gd name="connsiteX204" fmla="*/ 2512054 w 11269336"/>
              <a:gd name="connsiteY204" fmla="*/ 2031671 h 2323145"/>
              <a:gd name="connsiteX205" fmla="*/ 2506437 w 11269336"/>
              <a:gd name="connsiteY205" fmla="*/ 2030918 h 2323145"/>
              <a:gd name="connsiteX206" fmla="*/ 2491752 w 11269336"/>
              <a:gd name="connsiteY206" fmla="*/ 2033906 h 2323145"/>
              <a:gd name="connsiteX207" fmla="*/ 2486338 w 11269336"/>
              <a:gd name="connsiteY207" fmla="*/ 2035862 h 2323145"/>
              <a:gd name="connsiteX208" fmla="*/ 2478186 w 11269336"/>
              <a:gd name="connsiteY208" fmla="*/ 2036953 h 2323145"/>
              <a:gd name="connsiteX209" fmla="*/ 2477950 w 11269336"/>
              <a:gd name="connsiteY209" fmla="*/ 2036715 h 2323145"/>
              <a:gd name="connsiteX210" fmla="*/ 2470381 w 11269336"/>
              <a:gd name="connsiteY210" fmla="*/ 2038256 h 2323145"/>
              <a:gd name="connsiteX211" fmla="*/ 2433781 w 11269336"/>
              <a:gd name="connsiteY211" fmla="*/ 2049140 h 2323145"/>
              <a:gd name="connsiteX212" fmla="*/ 2381172 w 11269336"/>
              <a:gd name="connsiteY212" fmla="*/ 2030645 h 2323145"/>
              <a:gd name="connsiteX213" fmla="*/ 2360198 w 11269336"/>
              <a:gd name="connsiteY213" fmla="*/ 2029059 h 2323145"/>
              <a:gd name="connsiteX214" fmla="*/ 2348815 w 11269336"/>
              <a:gd name="connsiteY214" fmla="*/ 2026798 h 2323145"/>
              <a:gd name="connsiteX215" fmla="*/ 2347988 w 11269336"/>
              <a:gd name="connsiteY215" fmla="*/ 2025745 h 2323145"/>
              <a:gd name="connsiteX216" fmla="*/ 2312920 w 11269336"/>
              <a:gd name="connsiteY216" fmla="*/ 2036311 h 2323145"/>
              <a:gd name="connsiteX217" fmla="*/ 2307986 w 11269336"/>
              <a:gd name="connsiteY217" fmla="*/ 2035583 h 2323145"/>
              <a:gd name="connsiteX218" fmla="*/ 2285481 w 11269336"/>
              <a:gd name="connsiteY218" fmla="*/ 2045197 h 2323145"/>
              <a:gd name="connsiteX219" fmla="*/ 2273666 w 11269336"/>
              <a:gd name="connsiteY219" fmla="*/ 2048710 h 2323145"/>
              <a:gd name="connsiteX220" fmla="*/ 2270719 w 11269336"/>
              <a:gd name="connsiteY220" fmla="*/ 2052702 h 2323145"/>
              <a:gd name="connsiteX221" fmla="*/ 2253080 w 11269336"/>
              <a:gd name="connsiteY221" fmla="*/ 2056363 h 2323145"/>
              <a:gd name="connsiteX222" fmla="*/ 2250906 w 11269336"/>
              <a:gd name="connsiteY222" fmla="*/ 2055654 h 2323145"/>
              <a:gd name="connsiteX223" fmla="*/ 2236905 w 11269336"/>
              <a:gd name="connsiteY223" fmla="*/ 2062882 h 2323145"/>
              <a:gd name="connsiteX224" fmla="*/ 2225830 w 11269336"/>
              <a:gd name="connsiteY224" fmla="*/ 2074027 h 2323145"/>
              <a:gd name="connsiteX225" fmla="*/ 2073776 w 11269336"/>
              <a:gd name="connsiteY225" fmla="*/ 2089244 h 2323145"/>
              <a:gd name="connsiteX226" fmla="*/ 1948256 w 11269336"/>
              <a:gd name="connsiteY226" fmla="*/ 2146616 h 2323145"/>
              <a:gd name="connsiteX227" fmla="*/ 1865582 w 11269336"/>
              <a:gd name="connsiteY227" fmla="*/ 2153738 h 2323145"/>
              <a:gd name="connsiteX228" fmla="*/ 1835210 w 11269336"/>
              <a:gd name="connsiteY228" fmla="*/ 2134244 h 2323145"/>
              <a:gd name="connsiteX229" fmla="*/ 1632661 w 11269336"/>
              <a:gd name="connsiteY229" fmla="*/ 2173882 h 2323145"/>
              <a:gd name="connsiteX230" fmla="*/ 1579590 w 11269336"/>
              <a:gd name="connsiteY230" fmla="*/ 2173680 h 2323145"/>
              <a:gd name="connsiteX231" fmla="*/ 1535601 w 11269336"/>
              <a:gd name="connsiteY231" fmla="*/ 2194590 h 2323145"/>
              <a:gd name="connsiteX232" fmla="*/ 1515594 w 11269336"/>
              <a:gd name="connsiteY232" fmla="*/ 2189622 h 2323145"/>
              <a:gd name="connsiteX233" fmla="*/ 1512113 w 11269336"/>
              <a:gd name="connsiteY233" fmla="*/ 2188534 h 2323145"/>
              <a:gd name="connsiteX234" fmla="*/ 1498838 w 11269336"/>
              <a:gd name="connsiteY234" fmla="*/ 2189213 h 2323145"/>
              <a:gd name="connsiteX235" fmla="*/ 1494279 w 11269336"/>
              <a:gd name="connsiteY235" fmla="*/ 2183112 h 2323145"/>
              <a:gd name="connsiteX236" fmla="*/ 1473714 w 11269336"/>
              <a:gd name="connsiteY236" fmla="*/ 2179625 h 2323145"/>
              <a:gd name="connsiteX237" fmla="*/ 1449503 w 11269336"/>
              <a:gd name="connsiteY237" fmla="*/ 2182633 h 2323145"/>
              <a:gd name="connsiteX238" fmla="*/ 1266687 w 11269336"/>
              <a:gd name="connsiteY238" fmla="*/ 2212688 h 2323145"/>
              <a:gd name="connsiteX239" fmla="*/ 1239614 w 11269336"/>
              <a:gd name="connsiteY239" fmla="*/ 2209727 h 2323145"/>
              <a:gd name="connsiteX240" fmla="*/ 1202436 w 11269336"/>
              <a:gd name="connsiteY240" fmla="*/ 2209817 h 2323145"/>
              <a:gd name="connsiteX241" fmla="*/ 1136097 w 11269336"/>
              <a:gd name="connsiteY241" fmla="*/ 2205112 h 2323145"/>
              <a:gd name="connsiteX242" fmla="*/ 988232 w 11269336"/>
              <a:gd name="connsiteY242" fmla="*/ 2235635 h 2323145"/>
              <a:gd name="connsiteX243" fmla="*/ 981959 w 11269336"/>
              <a:gd name="connsiteY243" fmla="*/ 2231607 h 2323145"/>
              <a:gd name="connsiteX244" fmla="*/ 938600 w 11269336"/>
              <a:gd name="connsiteY244" fmla="*/ 2238113 h 2323145"/>
              <a:gd name="connsiteX245" fmla="*/ 791788 w 11269336"/>
              <a:gd name="connsiteY245" fmla="*/ 2293224 h 2323145"/>
              <a:gd name="connsiteX246" fmla="*/ 706914 w 11269336"/>
              <a:gd name="connsiteY246" fmla="*/ 2305046 h 2323145"/>
              <a:gd name="connsiteX247" fmla="*/ 675971 w 11269336"/>
              <a:gd name="connsiteY247" fmla="*/ 2304030 h 2323145"/>
              <a:gd name="connsiteX248" fmla="*/ 624180 w 11269336"/>
              <a:gd name="connsiteY248" fmla="*/ 2302650 h 2323145"/>
              <a:gd name="connsiteX249" fmla="*/ 583453 w 11269336"/>
              <a:gd name="connsiteY249" fmla="*/ 2288788 h 2323145"/>
              <a:gd name="connsiteX250" fmla="*/ 540946 w 11269336"/>
              <a:gd name="connsiteY250" fmla="*/ 2292721 h 2323145"/>
              <a:gd name="connsiteX251" fmla="*/ 533680 w 11269336"/>
              <a:gd name="connsiteY251" fmla="*/ 2310233 h 2323145"/>
              <a:gd name="connsiteX252" fmla="*/ 487366 w 11269336"/>
              <a:gd name="connsiteY252" fmla="*/ 2309053 h 2323145"/>
              <a:gd name="connsiteX253" fmla="*/ 416820 w 11269336"/>
              <a:gd name="connsiteY253" fmla="*/ 2305443 h 2323145"/>
              <a:gd name="connsiteX254" fmla="*/ 376805 w 11269336"/>
              <a:gd name="connsiteY254" fmla="*/ 2307647 h 2323145"/>
              <a:gd name="connsiteX255" fmla="*/ 266777 w 11269336"/>
              <a:gd name="connsiteY255" fmla="*/ 2309012 h 2323145"/>
              <a:gd name="connsiteX256" fmla="*/ 156013 w 11269336"/>
              <a:gd name="connsiteY256" fmla="*/ 2306832 h 2323145"/>
              <a:gd name="connsiteX257" fmla="*/ 87258 w 11269336"/>
              <a:gd name="connsiteY257" fmla="*/ 2285511 h 2323145"/>
              <a:gd name="connsiteX258" fmla="*/ 23798 w 11269336"/>
              <a:gd name="connsiteY258" fmla="*/ 2281822 h 2323145"/>
              <a:gd name="connsiteX259" fmla="*/ 0 w 11269336"/>
              <a:gd name="connsiteY259" fmla="*/ 2285369 h 2323145"/>
              <a:gd name="connsiteX260" fmla="*/ 0 w 11269336"/>
              <a:gd name="connsiteY260"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561575 w 11269336"/>
              <a:gd name="connsiteY19" fmla="*/ 559978 h 2323145"/>
              <a:gd name="connsiteX20" fmla="*/ 9162278 w 11269336"/>
              <a:gd name="connsiteY20" fmla="*/ 704724 h 2323145"/>
              <a:gd name="connsiteX21" fmla="*/ 9062863 w 11269336"/>
              <a:gd name="connsiteY21" fmla="*/ 754656 h 2323145"/>
              <a:gd name="connsiteX22" fmla="*/ 8914746 w 11269336"/>
              <a:gd name="connsiteY22" fmla="*/ 826428 h 2323145"/>
              <a:gd name="connsiteX23" fmla="*/ 8917778 w 11269336"/>
              <a:gd name="connsiteY23" fmla="*/ 835198 h 2323145"/>
              <a:gd name="connsiteX24" fmla="*/ 8905560 w 11269336"/>
              <a:gd name="connsiteY24" fmla="*/ 838358 h 2323145"/>
              <a:gd name="connsiteX25" fmla="*/ 8897564 w 11269336"/>
              <a:gd name="connsiteY25" fmla="*/ 834287 h 2323145"/>
              <a:gd name="connsiteX26" fmla="*/ 8878040 w 11269336"/>
              <a:gd name="connsiteY26" fmla="*/ 844150 h 2323145"/>
              <a:gd name="connsiteX27" fmla="*/ 8795998 w 11269336"/>
              <a:gd name="connsiteY27" fmla="*/ 863337 h 2323145"/>
              <a:gd name="connsiteX28" fmla="*/ 8776970 w 11269336"/>
              <a:gd name="connsiteY28" fmla="*/ 885177 h 2323145"/>
              <a:gd name="connsiteX29" fmla="*/ 8755719 w 11269336"/>
              <a:gd name="connsiteY29" fmla="*/ 889754 h 2323145"/>
              <a:gd name="connsiteX30" fmla="*/ 8743257 w 11269336"/>
              <a:gd name="connsiteY30" fmla="*/ 904723 h 2323145"/>
              <a:gd name="connsiteX31" fmla="*/ 8721366 w 11269336"/>
              <a:gd name="connsiteY31" fmla="*/ 904711 h 2323145"/>
              <a:gd name="connsiteX32" fmla="*/ 8678353 w 11269336"/>
              <a:gd name="connsiteY32" fmla="*/ 926318 h 2323145"/>
              <a:gd name="connsiteX33" fmla="*/ 8636849 w 11269336"/>
              <a:gd name="connsiteY33" fmla="*/ 937900 h 2323145"/>
              <a:gd name="connsiteX34" fmla="*/ 8620213 w 11269336"/>
              <a:gd name="connsiteY34" fmla="*/ 943068 h 2323145"/>
              <a:gd name="connsiteX35" fmla="*/ 8612581 w 11269336"/>
              <a:gd name="connsiteY35" fmla="*/ 952695 h 2323145"/>
              <a:gd name="connsiteX36" fmla="*/ 8589038 w 11269336"/>
              <a:gd name="connsiteY36" fmla="*/ 963892 h 2323145"/>
              <a:gd name="connsiteX37" fmla="*/ 8579950 w 11269336"/>
              <a:gd name="connsiteY37" fmla="*/ 960899 h 2323145"/>
              <a:gd name="connsiteX38" fmla="*/ 8579319 w 11269336"/>
              <a:gd name="connsiteY38" fmla="*/ 965630 h 2323145"/>
              <a:gd name="connsiteX39" fmla="*/ 8547429 w 11269336"/>
              <a:gd name="connsiteY39" fmla="*/ 984506 h 2323145"/>
              <a:gd name="connsiteX40" fmla="*/ 8478704 w 11269336"/>
              <a:gd name="connsiteY40" fmla="*/ 1025490 h 2323145"/>
              <a:gd name="connsiteX41" fmla="*/ 8461421 w 11269336"/>
              <a:gd name="connsiteY41" fmla="*/ 1035512 h 2323145"/>
              <a:gd name="connsiteX42" fmla="*/ 8445003 w 11269336"/>
              <a:gd name="connsiteY42" fmla="*/ 1036851 h 2323145"/>
              <a:gd name="connsiteX43" fmla="*/ 8357350 w 11269336"/>
              <a:gd name="connsiteY43" fmla="*/ 1060213 h 2323145"/>
              <a:gd name="connsiteX44" fmla="*/ 8335565 w 11269336"/>
              <a:gd name="connsiteY44" fmla="*/ 1061151 h 2323145"/>
              <a:gd name="connsiteX45" fmla="*/ 8325267 w 11269336"/>
              <a:gd name="connsiteY45" fmla="*/ 1055919 h 2323145"/>
              <a:gd name="connsiteX46" fmla="*/ 8293586 w 11269336"/>
              <a:gd name="connsiteY46" fmla="*/ 1076144 h 2323145"/>
              <a:gd name="connsiteX47" fmla="*/ 8242405 w 11269336"/>
              <a:gd name="connsiteY47" fmla="*/ 1095960 h 2323145"/>
              <a:gd name="connsiteX48" fmla="*/ 8197391 w 11269336"/>
              <a:gd name="connsiteY48" fmla="*/ 1107746 h 2323145"/>
              <a:gd name="connsiteX49" fmla="*/ 8081474 w 11269336"/>
              <a:gd name="connsiteY49" fmla="*/ 1130125 h 2323145"/>
              <a:gd name="connsiteX50" fmla="*/ 8053585 w 11269336"/>
              <a:gd name="connsiteY50" fmla="*/ 1129169 h 2323145"/>
              <a:gd name="connsiteX51" fmla="*/ 8038422 w 11269336"/>
              <a:gd name="connsiteY51" fmla="*/ 1119092 h 2323145"/>
              <a:gd name="connsiteX52" fmla="*/ 8029450 w 11269336"/>
              <a:gd name="connsiteY52" fmla="*/ 1125592 h 2323145"/>
              <a:gd name="connsiteX53" fmla="*/ 7959552 w 11269336"/>
              <a:gd name="connsiteY53" fmla="*/ 1140188 h 2323145"/>
              <a:gd name="connsiteX54" fmla="*/ 7914188 w 11269336"/>
              <a:gd name="connsiteY54" fmla="*/ 1150862 h 2323145"/>
              <a:gd name="connsiteX55" fmla="*/ 7914918 w 11269336"/>
              <a:gd name="connsiteY55" fmla="*/ 1168758 h 2323145"/>
              <a:gd name="connsiteX56" fmla="*/ 7875510 w 11269336"/>
              <a:gd name="connsiteY56" fmla="*/ 1183153 h 2323145"/>
              <a:gd name="connsiteX57" fmla="*/ 7829932 w 11269336"/>
              <a:gd name="connsiteY57" fmla="*/ 1180782 h 2323145"/>
              <a:gd name="connsiteX58" fmla="*/ 7779182 w 11269336"/>
              <a:gd name="connsiteY58" fmla="*/ 1192665 h 2323145"/>
              <a:gd name="connsiteX59" fmla="*/ 7748774 w 11269336"/>
              <a:gd name="connsiteY59" fmla="*/ 1199586 h 2323145"/>
              <a:gd name="connsiteX60" fmla="*/ 7671846 w 11269336"/>
              <a:gd name="connsiteY60" fmla="*/ 1231966 h 2323145"/>
              <a:gd name="connsiteX61" fmla="*/ 7554146 w 11269336"/>
              <a:gd name="connsiteY61" fmla="*/ 1319748 h 2323145"/>
              <a:gd name="connsiteX62" fmla="*/ 7515052 w 11269336"/>
              <a:gd name="connsiteY62" fmla="*/ 1336718 h 2323145"/>
              <a:gd name="connsiteX63" fmla="*/ 7507193 w 11269336"/>
              <a:gd name="connsiteY63" fmla="*/ 1334617 h 2323145"/>
              <a:gd name="connsiteX64" fmla="*/ 7461694 w 11269336"/>
              <a:gd name="connsiteY64" fmla="*/ 1375866 h 2323145"/>
              <a:gd name="connsiteX65" fmla="*/ 7377571 w 11269336"/>
              <a:gd name="connsiteY65" fmla="*/ 1400128 h 2323145"/>
              <a:gd name="connsiteX66" fmla="*/ 7311261 w 11269336"/>
              <a:gd name="connsiteY66" fmla="*/ 1412652 h 2323145"/>
              <a:gd name="connsiteX67" fmla="*/ 7275307 w 11269336"/>
              <a:gd name="connsiteY67" fmla="*/ 1422171 h 2323145"/>
              <a:gd name="connsiteX68" fmla="*/ 7247783 w 11269336"/>
              <a:gd name="connsiteY68" fmla="*/ 1426330 h 2323145"/>
              <a:gd name="connsiteX69" fmla="*/ 7185047 w 11269336"/>
              <a:gd name="connsiteY69" fmla="*/ 1451812 h 2323145"/>
              <a:gd name="connsiteX70" fmla="*/ 7084117 w 11269336"/>
              <a:gd name="connsiteY70" fmla="*/ 1500281 h 2323145"/>
              <a:gd name="connsiteX71" fmla="*/ 7062011 w 11269336"/>
              <a:gd name="connsiteY71" fmla="*/ 1509183 h 2323145"/>
              <a:gd name="connsiteX72" fmla="*/ 7040555 w 11269336"/>
              <a:gd name="connsiteY72" fmla="*/ 1511207 h 2323145"/>
              <a:gd name="connsiteX73" fmla="*/ 7033438 w 11269336"/>
              <a:gd name="connsiteY73" fmla="*/ 1506772 h 2323145"/>
              <a:gd name="connsiteX74" fmla="*/ 7020886 w 11269336"/>
              <a:gd name="connsiteY74" fmla="*/ 1510764 h 2323145"/>
              <a:gd name="connsiteX75" fmla="*/ 7017033 w 11269336"/>
              <a:gd name="connsiteY75" fmla="*/ 1510650 h 2323145"/>
              <a:gd name="connsiteX76" fmla="*/ 6995460 w 11269336"/>
              <a:gd name="connsiteY76" fmla="*/ 1511173 h 2323145"/>
              <a:gd name="connsiteX77" fmla="*/ 6962144 w 11269336"/>
              <a:gd name="connsiteY77" fmla="*/ 1541508 h 2323145"/>
              <a:gd name="connsiteX78" fmla="*/ 6910674 w 11269336"/>
              <a:gd name="connsiteY78" fmla="*/ 1554793 h 2323145"/>
              <a:gd name="connsiteX79" fmla="*/ 6732152 w 11269336"/>
              <a:gd name="connsiteY79" fmla="*/ 1642538 h 2323145"/>
              <a:gd name="connsiteX80" fmla="*/ 6694106 w 11269336"/>
              <a:gd name="connsiteY80" fmla="*/ 1632377 h 2323145"/>
              <a:gd name="connsiteX81" fmla="*/ 6617223 w 11269336"/>
              <a:gd name="connsiteY81" fmla="*/ 1659889 h 2323145"/>
              <a:gd name="connsiteX82" fmla="*/ 6521138 w 11269336"/>
              <a:gd name="connsiteY82" fmla="*/ 1744340 h 2323145"/>
              <a:gd name="connsiteX83" fmla="*/ 6380677 w 11269336"/>
              <a:gd name="connsiteY83" fmla="*/ 1796883 h 2323145"/>
              <a:gd name="connsiteX84" fmla="*/ 6374897 w 11269336"/>
              <a:gd name="connsiteY84" fmla="*/ 1809910 h 2323145"/>
              <a:gd name="connsiteX85" fmla="*/ 6364545 w 11269336"/>
              <a:gd name="connsiteY85" fmla="*/ 1820090 h 2323145"/>
              <a:gd name="connsiteX86" fmla="*/ 6362126 w 11269336"/>
              <a:gd name="connsiteY86" fmla="*/ 1819991 h 2323145"/>
              <a:gd name="connsiteX87" fmla="*/ 6346673 w 11269336"/>
              <a:gd name="connsiteY87" fmla="*/ 1827824 h 2323145"/>
              <a:gd name="connsiteX88" fmla="*/ 6345588 w 11269336"/>
              <a:gd name="connsiteY88" fmla="*/ 1832232 h 2323145"/>
              <a:gd name="connsiteX89" fmla="*/ 6335708 w 11269336"/>
              <a:gd name="connsiteY89" fmla="*/ 1838451 h 2323145"/>
              <a:gd name="connsiteX90" fmla="*/ 6318182 w 11269336"/>
              <a:gd name="connsiteY90" fmla="*/ 1852975 h 2323145"/>
              <a:gd name="connsiteX91" fmla="*/ 6313084 w 11269336"/>
              <a:gd name="connsiteY91" fmla="*/ 1853561 h 2323145"/>
              <a:gd name="connsiteX92" fmla="*/ 6283816 w 11269336"/>
              <a:gd name="connsiteY92" fmla="*/ 1872148 h 2323145"/>
              <a:gd name="connsiteX93" fmla="*/ 6282550 w 11269336"/>
              <a:gd name="connsiteY93" fmla="*/ 1871392 h 2323145"/>
              <a:gd name="connsiteX94" fmla="*/ 6270527 w 11269336"/>
              <a:gd name="connsiteY94" fmla="*/ 1872208 h 2323145"/>
              <a:gd name="connsiteX95" fmla="*/ 6249518 w 11269336"/>
              <a:gd name="connsiteY95" fmla="*/ 1876079 h 2323145"/>
              <a:gd name="connsiteX96" fmla="*/ 6190386 w 11269336"/>
              <a:gd name="connsiteY96" fmla="*/ 1872478 h 2323145"/>
              <a:gd name="connsiteX97" fmla="*/ 6159777 w 11269336"/>
              <a:gd name="connsiteY97" fmla="*/ 1891745 h 2323145"/>
              <a:gd name="connsiteX98" fmla="*/ 6153131 w 11269336"/>
              <a:gd name="connsiteY98" fmla="*/ 1895079 h 2323145"/>
              <a:gd name="connsiteX99" fmla="*/ 6152798 w 11269336"/>
              <a:gd name="connsiteY99" fmla="*/ 1894920 h 2323145"/>
              <a:gd name="connsiteX100" fmla="*/ 6145388 w 11269336"/>
              <a:gd name="connsiteY100" fmla="*/ 1897990 h 2323145"/>
              <a:gd name="connsiteX101" fmla="*/ 6141014 w 11269336"/>
              <a:gd name="connsiteY101" fmla="*/ 1901155 h 2323145"/>
              <a:gd name="connsiteX102" fmla="*/ 6128122 w 11269336"/>
              <a:gd name="connsiteY102" fmla="*/ 1907623 h 2323145"/>
              <a:gd name="connsiteX103" fmla="*/ 6122351 w 11269336"/>
              <a:gd name="connsiteY103" fmla="*/ 1908359 h 2323145"/>
              <a:gd name="connsiteX104" fmla="*/ 6064750 w 11269336"/>
              <a:gd name="connsiteY104" fmla="*/ 1896394 h 2323145"/>
              <a:gd name="connsiteX105" fmla="*/ 5964230 w 11269336"/>
              <a:gd name="connsiteY105" fmla="*/ 1910038 h 2323145"/>
              <a:gd name="connsiteX106" fmla="*/ 5865399 w 11269336"/>
              <a:gd name="connsiteY106" fmla="*/ 1926966 h 2323145"/>
              <a:gd name="connsiteX107" fmla="*/ 5829951 w 11269336"/>
              <a:gd name="connsiteY107" fmla="*/ 1934755 h 2323145"/>
              <a:gd name="connsiteX108" fmla="*/ 5765285 w 11269336"/>
              <a:gd name="connsiteY108" fmla="*/ 1941322 h 2323145"/>
              <a:gd name="connsiteX109" fmla="*/ 5734750 w 11269336"/>
              <a:gd name="connsiteY109" fmla="*/ 1939793 h 2323145"/>
              <a:gd name="connsiteX110" fmla="*/ 5733569 w 11269336"/>
              <a:gd name="connsiteY110" fmla="*/ 1940505 h 2323145"/>
              <a:gd name="connsiteX111" fmla="*/ 5730329 w 11269336"/>
              <a:gd name="connsiteY111" fmla="*/ 1937845 h 2323145"/>
              <a:gd name="connsiteX112" fmla="*/ 5724661 w 11269336"/>
              <a:gd name="connsiteY112" fmla="*/ 1937455 h 2323145"/>
              <a:gd name="connsiteX113" fmla="*/ 5710186 w 11269336"/>
              <a:gd name="connsiteY113" fmla="*/ 1941370 h 2323145"/>
              <a:gd name="connsiteX114" fmla="*/ 5704910 w 11269336"/>
              <a:gd name="connsiteY114" fmla="*/ 1943663 h 2323145"/>
              <a:gd name="connsiteX115" fmla="*/ 5696836 w 11269336"/>
              <a:gd name="connsiteY115" fmla="*/ 1945271 h 2323145"/>
              <a:gd name="connsiteX116" fmla="*/ 5696583 w 11269336"/>
              <a:gd name="connsiteY116" fmla="*/ 1945050 h 2323145"/>
              <a:gd name="connsiteX117" fmla="*/ 5689123 w 11269336"/>
              <a:gd name="connsiteY117" fmla="*/ 1947067 h 2323145"/>
              <a:gd name="connsiteX118" fmla="*/ 5653291 w 11269336"/>
              <a:gd name="connsiteY118" fmla="*/ 1960245 h 2323145"/>
              <a:gd name="connsiteX119" fmla="*/ 5599385 w 11269336"/>
              <a:gd name="connsiteY119" fmla="*/ 1945198 h 2323145"/>
              <a:gd name="connsiteX120" fmla="*/ 5578300 w 11269336"/>
              <a:gd name="connsiteY120" fmla="*/ 1944963 h 2323145"/>
              <a:gd name="connsiteX121" fmla="*/ 5566758 w 11269336"/>
              <a:gd name="connsiteY121" fmla="*/ 1943441 h 2323145"/>
              <a:gd name="connsiteX122" fmla="*/ 5565857 w 11269336"/>
              <a:gd name="connsiteY122" fmla="*/ 1942445 h 2323145"/>
              <a:gd name="connsiteX123" fmla="*/ 5531534 w 11269336"/>
              <a:gd name="connsiteY123" fmla="*/ 1955208 h 2323145"/>
              <a:gd name="connsiteX124" fmla="*/ 5526552 w 11269336"/>
              <a:gd name="connsiteY124" fmla="*/ 1954799 h 2323145"/>
              <a:gd name="connsiteX125" fmla="*/ 5504723 w 11269336"/>
              <a:gd name="connsiteY125" fmla="*/ 1965811 h 2323145"/>
              <a:gd name="connsiteX126" fmla="*/ 5493156 w 11269336"/>
              <a:gd name="connsiteY126" fmla="*/ 1970063 h 2323145"/>
              <a:gd name="connsiteX127" fmla="*/ 5490486 w 11269336"/>
              <a:gd name="connsiteY127" fmla="*/ 1974227 h 2323145"/>
              <a:gd name="connsiteX128" fmla="*/ 5473107 w 11269336"/>
              <a:gd name="connsiteY128" fmla="*/ 1979001 h 2323145"/>
              <a:gd name="connsiteX129" fmla="*/ 5470885 w 11269336"/>
              <a:gd name="connsiteY129" fmla="*/ 1978432 h 2323145"/>
              <a:gd name="connsiteX130" fmla="*/ 5457393 w 11269336"/>
              <a:gd name="connsiteY130" fmla="*/ 1986525 h 2323145"/>
              <a:gd name="connsiteX131" fmla="*/ 5447102 w 11269336"/>
              <a:gd name="connsiteY131" fmla="*/ 1998329 h 2323145"/>
              <a:gd name="connsiteX132" fmla="*/ 5159151 w 11269336"/>
              <a:gd name="connsiteY132" fmla="*/ 2029640 h 2323145"/>
              <a:gd name="connsiteX133" fmla="*/ 5098838 w 11269336"/>
              <a:gd name="connsiteY133" fmla="*/ 2062961 h 2323145"/>
              <a:gd name="connsiteX134" fmla="*/ 4860988 w 11269336"/>
              <a:gd name="connsiteY134" fmla="*/ 2135698 h 2323145"/>
              <a:gd name="connsiteX135" fmla="*/ 4807902 w 11269336"/>
              <a:gd name="connsiteY135" fmla="*/ 2138894 h 2323145"/>
              <a:gd name="connsiteX136" fmla="*/ 4765388 w 11269336"/>
              <a:gd name="connsiteY136" fmla="*/ 2162525 h 2323145"/>
              <a:gd name="connsiteX137" fmla="*/ 4745033 w 11269336"/>
              <a:gd name="connsiteY137" fmla="*/ 2158859 h 2323145"/>
              <a:gd name="connsiteX138" fmla="*/ 4741475 w 11269336"/>
              <a:gd name="connsiteY138" fmla="*/ 2157998 h 2323145"/>
              <a:gd name="connsiteX139" fmla="*/ 4728247 w 11269336"/>
              <a:gd name="connsiteY139" fmla="*/ 2159526 h 2323145"/>
              <a:gd name="connsiteX140" fmla="*/ 4723263 w 11269336"/>
              <a:gd name="connsiteY140" fmla="*/ 2153742 h 2323145"/>
              <a:gd name="connsiteX141" fmla="*/ 4593061 w 11269336"/>
              <a:gd name="connsiteY141" fmla="*/ 2171597 h 2323145"/>
              <a:gd name="connsiteX142" fmla="*/ 4533444 w 11269336"/>
              <a:gd name="connsiteY142" fmla="*/ 2181200 h 2323145"/>
              <a:gd name="connsiteX143" fmla="*/ 4492832 w 11269336"/>
              <a:gd name="connsiteY143" fmla="*/ 2188033 h 2323145"/>
              <a:gd name="connsiteX144" fmla="*/ 4467257 w 11269336"/>
              <a:gd name="connsiteY144" fmla="*/ 2196121 h 2323145"/>
              <a:gd name="connsiteX145" fmla="*/ 4459937 w 11269336"/>
              <a:gd name="connsiteY145" fmla="*/ 2195182 h 2323145"/>
              <a:gd name="connsiteX146" fmla="*/ 4433312 w 11269336"/>
              <a:gd name="connsiteY146" fmla="*/ 2199004 h 2323145"/>
              <a:gd name="connsiteX147" fmla="*/ 4420601 w 11269336"/>
              <a:gd name="connsiteY147" fmla="*/ 2205158 h 2323145"/>
              <a:gd name="connsiteX148" fmla="*/ 4405765 w 11269336"/>
              <a:gd name="connsiteY148" fmla="*/ 2199902 h 2323145"/>
              <a:gd name="connsiteX149" fmla="*/ 4401354 w 11269336"/>
              <a:gd name="connsiteY149" fmla="*/ 2194745 h 2323145"/>
              <a:gd name="connsiteX150" fmla="*/ 4383151 w 11269336"/>
              <a:gd name="connsiteY150" fmla="*/ 2201140 h 2323145"/>
              <a:gd name="connsiteX151" fmla="*/ 4366646 w 11269336"/>
              <a:gd name="connsiteY151" fmla="*/ 2198564 h 2323145"/>
              <a:gd name="connsiteX152" fmla="*/ 4354009 w 11269336"/>
              <a:gd name="connsiteY152" fmla="*/ 2204984 h 2323145"/>
              <a:gd name="connsiteX153" fmla="*/ 4348284 w 11269336"/>
              <a:gd name="connsiteY153" fmla="*/ 2205270 h 2323145"/>
              <a:gd name="connsiteX154" fmla="*/ 4333906 w 11269336"/>
              <a:gd name="connsiteY154" fmla="*/ 2205251 h 2323145"/>
              <a:gd name="connsiteX155" fmla="*/ 4308819 w 11269336"/>
              <a:gd name="connsiteY155" fmla="*/ 2203822 h 2323145"/>
              <a:gd name="connsiteX156" fmla="*/ 4301210 w 11269336"/>
              <a:gd name="connsiteY156" fmla="*/ 2204456 h 2323145"/>
              <a:gd name="connsiteX157" fmla="*/ 4283095 w 11269336"/>
              <a:gd name="connsiteY157" fmla="*/ 2198177 h 2323145"/>
              <a:gd name="connsiteX158" fmla="*/ 4250119 w 11269336"/>
              <a:gd name="connsiteY158" fmla="*/ 2196342 h 2323145"/>
              <a:gd name="connsiteX159" fmla="*/ 4189203 w 11269336"/>
              <a:gd name="connsiteY159" fmla="*/ 2178994 h 2323145"/>
              <a:gd name="connsiteX160" fmla="*/ 4154035 w 11269336"/>
              <a:gd name="connsiteY160" fmla="*/ 2171950 h 2323145"/>
              <a:gd name="connsiteX161" fmla="*/ 4129569 w 11269336"/>
              <a:gd name="connsiteY161" fmla="*/ 2163850 h 2323145"/>
              <a:gd name="connsiteX162" fmla="*/ 4061250 w 11269336"/>
              <a:gd name="connsiteY162" fmla="*/ 2159236 h 2323145"/>
              <a:gd name="connsiteX163" fmla="*/ 3945480 w 11269336"/>
              <a:gd name="connsiteY163" fmla="*/ 2158279 h 2323145"/>
              <a:gd name="connsiteX164" fmla="*/ 3921468 w 11269336"/>
              <a:gd name="connsiteY164" fmla="*/ 2156588 h 2323145"/>
              <a:gd name="connsiteX165" fmla="*/ 3903348 w 11269336"/>
              <a:gd name="connsiteY165" fmla="*/ 2149220 h 2323145"/>
              <a:gd name="connsiteX166" fmla="*/ 3901342 w 11269336"/>
              <a:gd name="connsiteY166" fmla="*/ 2142355 h 2323145"/>
              <a:gd name="connsiteX167" fmla="*/ 3888539 w 11269336"/>
              <a:gd name="connsiteY167" fmla="*/ 2140476 h 2323145"/>
              <a:gd name="connsiteX168" fmla="*/ 3885662 w 11269336"/>
              <a:gd name="connsiteY168" fmla="*/ 2138740 h 2323145"/>
              <a:gd name="connsiteX169" fmla="*/ 3868627 w 11269336"/>
              <a:gd name="connsiteY169" fmla="*/ 2130023 h 2323145"/>
              <a:gd name="connsiteX170" fmla="*/ 3819177 w 11269336"/>
              <a:gd name="connsiteY170" fmla="*/ 2142111 h 2323145"/>
              <a:gd name="connsiteX171" fmla="*/ 3769100 w 11269336"/>
              <a:gd name="connsiteY171" fmla="*/ 2131731 h 2323145"/>
              <a:gd name="connsiteX172" fmla="*/ 3562752 w 11269336"/>
              <a:gd name="connsiteY172" fmla="*/ 2131785 h 2323145"/>
              <a:gd name="connsiteX173" fmla="*/ 3541402 w 11269336"/>
              <a:gd name="connsiteY173" fmla="*/ 2106821 h 2323145"/>
              <a:gd name="connsiteX174" fmla="*/ 3365341 w 11269336"/>
              <a:gd name="connsiteY174" fmla="*/ 2077638 h 2323145"/>
              <a:gd name="connsiteX175" fmla="*/ 3170922 w 11269336"/>
              <a:gd name="connsiteY175" fmla="*/ 2115957 h 2323145"/>
              <a:gd name="connsiteX176" fmla="*/ 3156256 w 11269336"/>
              <a:gd name="connsiteY176" fmla="*/ 2124773 h 2323145"/>
              <a:gd name="connsiteX177" fmla="*/ 3140298 w 11269336"/>
              <a:gd name="connsiteY177" fmla="*/ 2129182 h 2323145"/>
              <a:gd name="connsiteX178" fmla="*/ 3138514 w 11269336"/>
              <a:gd name="connsiteY178" fmla="*/ 2128069 h 2323145"/>
              <a:gd name="connsiteX179" fmla="*/ 3120467 w 11269336"/>
              <a:gd name="connsiteY179" fmla="*/ 2128281 h 2323145"/>
              <a:gd name="connsiteX180" fmla="*/ 3116175 w 11269336"/>
              <a:gd name="connsiteY180" fmla="*/ 2131633 h 2323145"/>
              <a:gd name="connsiteX181" fmla="*/ 3103685 w 11269336"/>
              <a:gd name="connsiteY181" fmla="*/ 2132814 h 2323145"/>
              <a:gd name="connsiteX182" fmla="*/ 3078794 w 11269336"/>
              <a:gd name="connsiteY182" fmla="*/ 2137935 h 2323145"/>
              <a:gd name="connsiteX183" fmla="*/ 3074407 w 11269336"/>
              <a:gd name="connsiteY183" fmla="*/ 2136274 h 2323145"/>
              <a:gd name="connsiteX184" fmla="*/ 3037285 w 11269336"/>
              <a:gd name="connsiteY184" fmla="*/ 2139919 h 2323145"/>
              <a:gd name="connsiteX185" fmla="*/ 3036901 w 11269336"/>
              <a:gd name="connsiteY185" fmla="*/ 2138726 h 2323145"/>
              <a:gd name="connsiteX186" fmla="*/ 3026996 w 11269336"/>
              <a:gd name="connsiteY186" fmla="*/ 2134322 h 2323145"/>
              <a:gd name="connsiteX187" fmla="*/ 3007772 w 11269336"/>
              <a:gd name="connsiteY187" fmla="*/ 2128742 h 2323145"/>
              <a:gd name="connsiteX188" fmla="*/ 2965030 w 11269336"/>
              <a:gd name="connsiteY188" fmla="*/ 2100494 h 2323145"/>
              <a:gd name="connsiteX189" fmla="*/ 2926342 w 11269336"/>
              <a:gd name="connsiteY189" fmla="*/ 2104155 h 2323145"/>
              <a:gd name="connsiteX190" fmla="*/ 2918608 w 11269336"/>
              <a:gd name="connsiteY190" fmla="*/ 2104215 h 2323145"/>
              <a:gd name="connsiteX191" fmla="*/ 2918475 w 11269336"/>
              <a:gd name="connsiteY191" fmla="*/ 2103937 h 2323145"/>
              <a:gd name="connsiteX192" fmla="*/ 2910360 w 11269336"/>
              <a:gd name="connsiteY192" fmla="*/ 2103444 h 2323145"/>
              <a:gd name="connsiteX193" fmla="*/ 2904507 w 11269336"/>
              <a:gd name="connsiteY193" fmla="*/ 2104326 h 2323145"/>
              <a:gd name="connsiteX194" fmla="*/ 2889503 w 11269336"/>
              <a:gd name="connsiteY194" fmla="*/ 2104443 h 2323145"/>
              <a:gd name="connsiteX195" fmla="*/ 2884480 w 11269336"/>
              <a:gd name="connsiteY195" fmla="*/ 2102626 h 2323145"/>
              <a:gd name="connsiteX196" fmla="*/ 2882689 w 11269336"/>
              <a:gd name="connsiteY196" fmla="*/ 2099228 h 2323145"/>
              <a:gd name="connsiteX197" fmla="*/ 2881291 w 11269336"/>
              <a:gd name="connsiteY197" fmla="*/ 2099618 h 2323145"/>
              <a:gd name="connsiteX198" fmla="*/ 2853979 w 11269336"/>
              <a:gd name="connsiteY198" fmla="*/ 2090388 h 2323145"/>
              <a:gd name="connsiteX199" fmla="*/ 2791790 w 11269336"/>
              <a:gd name="connsiteY199" fmla="*/ 2080332 h 2323145"/>
              <a:gd name="connsiteX200" fmla="*/ 2755844 w 11269336"/>
              <a:gd name="connsiteY200" fmla="*/ 2078874 h 2323145"/>
              <a:gd name="connsiteX201" fmla="*/ 2657742 w 11269336"/>
              <a:gd name="connsiteY201" fmla="*/ 2070179 h 2323145"/>
              <a:gd name="connsiteX202" fmla="*/ 2559549 w 11269336"/>
              <a:gd name="connsiteY202" fmla="*/ 2057873 h 2323145"/>
              <a:gd name="connsiteX203" fmla="*/ 2512054 w 11269336"/>
              <a:gd name="connsiteY203" fmla="*/ 2031671 h 2323145"/>
              <a:gd name="connsiteX204" fmla="*/ 2506437 w 11269336"/>
              <a:gd name="connsiteY204" fmla="*/ 2030918 h 2323145"/>
              <a:gd name="connsiteX205" fmla="*/ 2491752 w 11269336"/>
              <a:gd name="connsiteY205" fmla="*/ 2033906 h 2323145"/>
              <a:gd name="connsiteX206" fmla="*/ 2486338 w 11269336"/>
              <a:gd name="connsiteY206" fmla="*/ 2035862 h 2323145"/>
              <a:gd name="connsiteX207" fmla="*/ 2478186 w 11269336"/>
              <a:gd name="connsiteY207" fmla="*/ 2036953 h 2323145"/>
              <a:gd name="connsiteX208" fmla="*/ 2477950 w 11269336"/>
              <a:gd name="connsiteY208" fmla="*/ 2036715 h 2323145"/>
              <a:gd name="connsiteX209" fmla="*/ 2470381 w 11269336"/>
              <a:gd name="connsiteY209" fmla="*/ 2038256 h 2323145"/>
              <a:gd name="connsiteX210" fmla="*/ 2433781 w 11269336"/>
              <a:gd name="connsiteY210" fmla="*/ 2049140 h 2323145"/>
              <a:gd name="connsiteX211" fmla="*/ 2381172 w 11269336"/>
              <a:gd name="connsiteY211" fmla="*/ 2030645 h 2323145"/>
              <a:gd name="connsiteX212" fmla="*/ 2360198 w 11269336"/>
              <a:gd name="connsiteY212" fmla="*/ 2029059 h 2323145"/>
              <a:gd name="connsiteX213" fmla="*/ 2348815 w 11269336"/>
              <a:gd name="connsiteY213" fmla="*/ 2026798 h 2323145"/>
              <a:gd name="connsiteX214" fmla="*/ 2347988 w 11269336"/>
              <a:gd name="connsiteY214" fmla="*/ 2025745 h 2323145"/>
              <a:gd name="connsiteX215" fmla="*/ 2312920 w 11269336"/>
              <a:gd name="connsiteY215" fmla="*/ 2036311 h 2323145"/>
              <a:gd name="connsiteX216" fmla="*/ 2307986 w 11269336"/>
              <a:gd name="connsiteY216" fmla="*/ 2035583 h 2323145"/>
              <a:gd name="connsiteX217" fmla="*/ 2285481 w 11269336"/>
              <a:gd name="connsiteY217" fmla="*/ 2045197 h 2323145"/>
              <a:gd name="connsiteX218" fmla="*/ 2273666 w 11269336"/>
              <a:gd name="connsiteY218" fmla="*/ 2048710 h 2323145"/>
              <a:gd name="connsiteX219" fmla="*/ 2270719 w 11269336"/>
              <a:gd name="connsiteY219" fmla="*/ 2052702 h 2323145"/>
              <a:gd name="connsiteX220" fmla="*/ 2253080 w 11269336"/>
              <a:gd name="connsiteY220" fmla="*/ 2056363 h 2323145"/>
              <a:gd name="connsiteX221" fmla="*/ 2250906 w 11269336"/>
              <a:gd name="connsiteY221" fmla="*/ 2055654 h 2323145"/>
              <a:gd name="connsiteX222" fmla="*/ 2236905 w 11269336"/>
              <a:gd name="connsiteY222" fmla="*/ 2062882 h 2323145"/>
              <a:gd name="connsiteX223" fmla="*/ 2225830 w 11269336"/>
              <a:gd name="connsiteY223" fmla="*/ 2074027 h 2323145"/>
              <a:gd name="connsiteX224" fmla="*/ 2073776 w 11269336"/>
              <a:gd name="connsiteY224" fmla="*/ 2089244 h 2323145"/>
              <a:gd name="connsiteX225" fmla="*/ 1948256 w 11269336"/>
              <a:gd name="connsiteY225" fmla="*/ 2146616 h 2323145"/>
              <a:gd name="connsiteX226" fmla="*/ 1865582 w 11269336"/>
              <a:gd name="connsiteY226" fmla="*/ 2153738 h 2323145"/>
              <a:gd name="connsiteX227" fmla="*/ 1835210 w 11269336"/>
              <a:gd name="connsiteY227" fmla="*/ 2134244 h 2323145"/>
              <a:gd name="connsiteX228" fmla="*/ 1632661 w 11269336"/>
              <a:gd name="connsiteY228" fmla="*/ 2173882 h 2323145"/>
              <a:gd name="connsiteX229" fmla="*/ 1579590 w 11269336"/>
              <a:gd name="connsiteY229" fmla="*/ 2173680 h 2323145"/>
              <a:gd name="connsiteX230" fmla="*/ 1535601 w 11269336"/>
              <a:gd name="connsiteY230" fmla="*/ 2194590 h 2323145"/>
              <a:gd name="connsiteX231" fmla="*/ 1515594 w 11269336"/>
              <a:gd name="connsiteY231" fmla="*/ 2189622 h 2323145"/>
              <a:gd name="connsiteX232" fmla="*/ 1512113 w 11269336"/>
              <a:gd name="connsiteY232" fmla="*/ 2188534 h 2323145"/>
              <a:gd name="connsiteX233" fmla="*/ 1498838 w 11269336"/>
              <a:gd name="connsiteY233" fmla="*/ 2189213 h 2323145"/>
              <a:gd name="connsiteX234" fmla="*/ 1494279 w 11269336"/>
              <a:gd name="connsiteY234" fmla="*/ 2183112 h 2323145"/>
              <a:gd name="connsiteX235" fmla="*/ 1473714 w 11269336"/>
              <a:gd name="connsiteY235" fmla="*/ 2179625 h 2323145"/>
              <a:gd name="connsiteX236" fmla="*/ 1449503 w 11269336"/>
              <a:gd name="connsiteY236" fmla="*/ 2182633 h 2323145"/>
              <a:gd name="connsiteX237" fmla="*/ 1266687 w 11269336"/>
              <a:gd name="connsiteY237" fmla="*/ 2212688 h 2323145"/>
              <a:gd name="connsiteX238" fmla="*/ 1239614 w 11269336"/>
              <a:gd name="connsiteY238" fmla="*/ 2209727 h 2323145"/>
              <a:gd name="connsiteX239" fmla="*/ 1202436 w 11269336"/>
              <a:gd name="connsiteY239" fmla="*/ 2209817 h 2323145"/>
              <a:gd name="connsiteX240" fmla="*/ 1136097 w 11269336"/>
              <a:gd name="connsiteY240" fmla="*/ 2205112 h 2323145"/>
              <a:gd name="connsiteX241" fmla="*/ 988232 w 11269336"/>
              <a:gd name="connsiteY241" fmla="*/ 2235635 h 2323145"/>
              <a:gd name="connsiteX242" fmla="*/ 981959 w 11269336"/>
              <a:gd name="connsiteY242" fmla="*/ 2231607 h 2323145"/>
              <a:gd name="connsiteX243" fmla="*/ 938600 w 11269336"/>
              <a:gd name="connsiteY243" fmla="*/ 2238113 h 2323145"/>
              <a:gd name="connsiteX244" fmla="*/ 791788 w 11269336"/>
              <a:gd name="connsiteY244" fmla="*/ 2293224 h 2323145"/>
              <a:gd name="connsiteX245" fmla="*/ 706914 w 11269336"/>
              <a:gd name="connsiteY245" fmla="*/ 2305046 h 2323145"/>
              <a:gd name="connsiteX246" fmla="*/ 675971 w 11269336"/>
              <a:gd name="connsiteY246" fmla="*/ 2304030 h 2323145"/>
              <a:gd name="connsiteX247" fmla="*/ 624180 w 11269336"/>
              <a:gd name="connsiteY247" fmla="*/ 2302650 h 2323145"/>
              <a:gd name="connsiteX248" fmla="*/ 583453 w 11269336"/>
              <a:gd name="connsiteY248" fmla="*/ 2288788 h 2323145"/>
              <a:gd name="connsiteX249" fmla="*/ 540946 w 11269336"/>
              <a:gd name="connsiteY249" fmla="*/ 2292721 h 2323145"/>
              <a:gd name="connsiteX250" fmla="*/ 533680 w 11269336"/>
              <a:gd name="connsiteY250" fmla="*/ 2310233 h 2323145"/>
              <a:gd name="connsiteX251" fmla="*/ 487366 w 11269336"/>
              <a:gd name="connsiteY251" fmla="*/ 2309053 h 2323145"/>
              <a:gd name="connsiteX252" fmla="*/ 416820 w 11269336"/>
              <a:gd name="connsiteY252" fmla="*/ 2305443 h 2323145"/>
              <a:gd name="connsiteX253" fmla="*/ 376805 w 11269336"/>
              <a:gd name="connsiteY253" fmla="*/ 2307647 h 2323145"/>
              <a:gd name="connsiteX254" fmla="*/ 266777 w 11269336"/>
              <a:gd name="connsiteY254" fmla="*/ 2309012 h 2323145"/>
              <a:gd name="connsiteX255" fmla="*/ 156013 w 11269336"/>
              <a:gd name="connsiteY255" fmla="*/ 2306832 h 2323145"/>
              <a:gd name="connsiteX256" fmla="*/ 87258 w 11269336"/>
              <a:gd name="connsiteY256" fmla="*/ 2285511 h 2323145"/>
              <a:gd name="connsiteX257" fmla="*/ 23798 w 11269336"/>
              <a:gd name="connsiteY257" fmla="*/ 2281822 h 2323145"/>
              <a:gd name="connsiteX258" fmla="*/ 0 w 11269336"/>
              <a:gd name="connsiteY258" fmla="*/ 2285369 h 2323145"/>
              <a:gd name="connsiteX259" fmla="*/ 0 w 11269336"/>
              <a:gd name="connsiteY259"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561575 w 11269336"/>
              <a:gd name="connsiteY19" fmla="*/ 559978 h 2323145"/>
              <a:gd name="connsiteX20" fmla="*/ 9162278 w 11269336"/>
              <a:gd name="connsiteY20" fmla="*/ 704724 h 2323145"/>
              <a:gd name="connsiteX21" fmla="*/ 9062863 w 11269336"/>
              <a:gd name="connsiteY21" fmla="*/ 754656 h 2323145"/>
              <a:gd name="connsiteX22" fmla="*/ 8914746 w 11269336"/>
              <a:gd name="connsiteY22" fmla="*/ 826428 h 2323145"/>
              <a:gd name="connsiteX23" fmla="*/ 8917778 w 11269336"/>
              <a:gd name="connsiteY23" fmla="*/ 835198 h 2323145"/>
              <a:gd name="connsiteX24" fmla="*/ 8905560 w 11269336"/>
              <a:gd name="connsiteY24" fmla="*/ 838358 h 2323145"/>
              <a:gd name="connsiteX25" fmla="*/ 8897564 w 11269336"/>
              <a:gd name="connsiteY25" fmla="*/ 834287 h 2323145"/>
              <a:gd name="connsiteX26" fmla="*/ 8878040 w 11269336"/>
              <a:gd name="connsiteY26" fmla="*/ 844150 h 2323145"/>
              <a:gd name="connsiteX27" fmla="*/ 8795998 w 11269336"/>
              <a:gd name="connsiteY27" fmla="*/ 863337 h 2323145"/>
              <a:gd name="connsiteX28" fmla="*/ 8776970 w 11269336"/>
              <a:gd name="connsiteY28" fmla="*/ 885177 h 2323145"/>
              <a:gd name="connsiteX29" fmla="*/ 8755719 w 11269336"/>
              <a:gd name="connsiteY29" fmla="*/ 889754 h 2323145"/>
              <a:gd name="connsiteX30" fmla="*/ 8743257 w 11269336"/>
              <a:gd name="connsiteY30" fmla="*/ 904723 h 2323145"/>
              <a:gd name="connsiteX31" fmla="*/ 8721366 w 11269336"/>
              <a:gd name="connsiteY31" fmla="*/ 904711 h 2323145"/>
              <a:gd name="connsiteX32" fmla="*/ 8678353 w 11269336"/>
              <a:gd name="connsiteY32" fmla="*/ 926318 h 2323145"/>
              <a:gd name="connsiteX33" fmla="*/ 8636849 w 11269336"/>
              <a:gd name="connsiteY33" fmla="*/ 937900 h 2323145"/>
              <a:gd name="connsiteX34" fmla="*/ 8620213 w 11269336"/>
              <a:gd name="connsiteY34" fmla="*/ 943068 h 2323145"/>
              <a:gd name="connsiteX35" fmla="*/ 8612581 w 11269336"/>
              <a:gd name="connsiteY35" fmla="*/ 952695 h 2323145"/>
              <a:gd name="connsiteX36" fmla="*/ 8589038 w 11269336"/>
              <a:gd name="connsiteY36" fmla="*/ 963892 h 2323145"/>
              <a:gd name="connsiteX37" fmla="*/ 8579950 w 11269336"/>
              <a:gd name="connsiteY37" fmla="*/ 960899 h 2323145"/>
              <a:gd name="connsiteX38" fmla="*/ 8579319 w 11269336"/>
              <a:gd name="connsiteY38" fmla="*/ 965630 h 2323145"/>
              <a:gd name="connsiteX39" fmla="*/ 8547429 w 11269336"/>
              <a:gd name="connsiteY39" fmla="*/ 984506 h 2323145"/>
              <a:gd name="connsiteX40" fmla="*/ 8478704 w 11269336"/>
              <a:gd name="connsiteY40" fmla="*/ 1025490 h 2323145"/>
              <a:gd name="connsiteX41" fmla="*/ 8461421 w 11269336"/>
              <a:gd name="connsiteY41" fmla="*/ 1035512 h 2323145"/>
              <a:gd name="connsiteX42" fmla="*/ 8445003 w 11269336"/>
              <a:gd name="connsiteY42" fmla="*/ 1036851 h 2323145"/>
              <a:gd name="connsiteX43" fmla="*/ 8357350 w 11269336"/>
              <a:gd name="connsiteY43" fmla="*/ 1060213 h 2323145"/>
              <a:gd name="connsiteX44" fmla="*/ 8335565 w 11269336"/>
              <a:gd name="connsiteY44" fmla="*/ 1061151 h 2323145"/>
              <a:gd name="connsiteX45" fmla="*/ 8325267 w 11269336"/>
              <a:gd name="connsiteY45" fmla="*/ 1055919 h 2323145"/>
              <a:gd name="connsiteX46" fmla="*/ 8293586 w 11269336"/>
              <a:gd name="connsiteY46" fmla="*/ 1076144 h 2323145"/>
              <a:gd name="connsiteX47" fmla="*/ 8242405 w 11269336"/>
              <a:gd name="connsiteY47" fmla="*/ 1095960 h 2323145"/>
              <a:gd name="connsiteX48" fmla="*/ 8197391 w 11269336"/>
              <a:gd name="connsiteY48" fmla="*/ 1107746 h 2323145"/>
              <a:gd name="connsiteX49" fmla="*/ 8081474 w 11269336"/>
              <a:gd name="connsiteY49" fmla="*/ 1130125 h 2323145"/>
              <a:gd name="connsiteX50" fmla="*/ 8053585 w 11269336"/>
              <a:gd name="connsiteY50" fmla="*/ 1129169 h 2323145"/>
              <a:gd name="connsiteX51" fmla="*/ 8038422 w 11269336"/>
              <a:gd name="connsiteY51" fmla="*/ 1119092 h 2323145"/>
              <a:gd name="connsiteX52" fmla="*/ 8029450 w 11269336"/>
              <a:gd name="connsiteY52" fmla="*/ 1125592 h 2323145"/>
              <a:gd name="connsiteX53" fmla="*/ 7959552 w 11269336"/>
              <a:gd name="connsiteY53" fmla="*/ 1140188 h 2323145"/>
              <a:gd name="connsiteX54" fmla="*/ 7914188 w 11269336"/>
              <a:gd name="connsiteY54" fmla="*/ 1150862 h 2323145"/>
              <a:gd name="connsiteX55" fmla="*/ 7914918 w 11269336"/>
              <a:gd name="connsiteY55" fmla="*/ 1168758 h 2323145"/>
              <a:gd name="connsiteX56" fmla="*/ 7875510 w 11269336"/>
              <a:gd name="connsiteY56" fmla="*/ 1183153 h 2323145"/>
              <a:gd name="connsiteX57" fmla="*/ 7829932 w 11269336"/>
              <a:gd name="connsiteY57" fmla="*/ 1180782 h 2323145"/>
              <a:gd name="connsiteX58" fmla="*/ 7779182 w 11269336"/>
              <a:gd name="connsiteY58" fmla="*/ 1192665 h 2323145"/>
              <a:gd name="connsiteX59" fmla="*/ 7748774 w 11269336"/>
              <a:gd name="connsiteY59" fmla="*/ 1199586 h 2323145"/>
              <a:gd name="connsiteX60" fmla="*/ 7671846 w 11269336"/>
              <a:gd name="connsiteY60" fmla="*/ 1231966 h 2323145"/>
              <a:gd name="connsiteX61" fmla="*/ 7554146 w 11269336"/>
              <a:gd name="connsiteY61" fmla="*/ 1319748 h 2323145"/>
              <a:gd name="connsiteX62" fmla="*/ 7515052 w 11269336"/>
              <a:gd name="connsiteY62" fmla="*/ 1336718 h 2323145"/>
              <a:gd name="connsiteX63" fmla="*/ 7507193 w 11269336"/>
              <a:gd name="connsiteY63" fmla="*/ 1334617 h 2323145"/>
              <a:gd name="connsiteX64" fmla="*/ 7461694 w 11269336"/>
              <a:gd name="connsiteY64" fmla="*/ 1375866 h 2323145"/>
              <a:gd name="connsiteX65" fmla="*/ 7377571 w 11269336"/>
              <a:gd name="connsiteY65" fmla="*/ 1400128 h 2323145"/>
              <a:gd name="connsiteX66" fmla="*/ 7311261 w 11269336"/>
              <a:gd name="connsiteY66" fmla="*/ 1412652 h 2323145"/>
              <a:gd name="connsiteX67" fmla="*/ 7275307 w 11269336"/>
              <a:gd name="connsiteY67" fmla="*/ 1422171 h 2323145"/>
              <a:gd name="connsiteX68" fmla="*/ 7247783 w 11269336"/>
              <a:gd name="connsiteY68" fmla="*/ 1426330 h 2323145"/>
              <a:gd name="connsiteX69" fmla="*/ 7185047 w 11269336"/>
              <a:gd name="connsiteY69" fmla="*/ 1451812 h 2323145"/>
              <a:gd name="connsiteX70" fmla="*/ 7084117 w 11269336"/>
              <a:gd name="connsiteY70" fmla="*/ 1500281 h 2323145"/>
              <a:gd name="connsiteX71" fmla="*/ 7062011 w 11269336"/>
              <a:gd name="connsiteY71" fmla="*/ 1509183 h 2323145"/>
              <a:gd name="connsiteX72" fmla="*/ 7040555 w 11269336"/>
              <a:gd name="connsiteY72" fmla="*/ 1511207 h 2323145"/>
              <a:gd name="connsiteX73" fmla="*/ 7033438 w 11269336"/>
              <a:gd name="connsiteY73" fmla="*/ 1506772 h 2323145"/>
              <a:gd name="connsiteX74" fmla="*/ 7020886 w 11269336"/>
              <a:gd name="connsiteY74" fmla="*/ 1510764 h 2323145"/>
              <a:gd name="connsiteX75" fmla="*/ 7017033 w 11269336"/>
              <a:gd name="connsiteY75" fmla="*/ 1510650 h 2323145"/>
              <a:gd name="connsiteX76" fmla="*/ 6995460 w 11269336"/>
              <a:gd name="connsiteY76" fmla="*/ 1511173 h 2323145"/>
              <a:gd name="connsiteX77" fmla="*/ 6962144 w 11269336"/>
              <a:gd name="connsiteY77" fmla="*/ 1541508 h 2323145"/>
              <a:gd name="connsiteX78" fmla="*/ 6910674 w 11269336"/>
              <a:gd name="connsiteY78" fmla="*/ 1554793 h 2323145"/>
              <a:gd name="connsiteX79" fmla="*/ 6732152 w 11269336"/>
              <a:gd name="connsiteY79" fmla="*/ 1642538 h 2323145"/>
              <a:gd name="connsiteX80" fmla="*/ 6694106 w 11269336"/>
              <a:gd name="connsiteY80" fmla="*/ 1632377 h 2323145"/>
              <a:gd name="connsiteX81" fmla="*/ 6617223 w 11269336"/>
              <a:gd name="connsiteY81" fmla="*/ 1659889 h 2323145"/>
              <a:gd name="connsiteX82" fmla="*/ 6521138 w 11269336"/>
              <a:gd name="connsiteY82" fmla="*/ 1744340 h 2323145"/>
              <a:gd name="connsiteX83" fmla="*/ 6380677 w 11269336"/>
              <a:gd name="connsiteY83" fmla="*/ 1796883 h 2323145"/>
              <a:gd name="connsiteX84" fmla="*/ 6374897 w 11269336"/>
              <a:gd name="connsiteY84" fmla="*/ 1809910 h 2323145"/>
              <a:gd name="connsiteX85" fmla="*/ 6364545 w 11269336"/>
              <a:gd name="connsiteY85" fmla="*/ 1820090 h 2323145"/>
              <a:gd name="connsiteX86" fmla="*/ 6362126 w 11269336"/>
              <a:gd name="connsiteY86" fmla="*/ 1819991 h 2323145"/>
              <a:gd name="connsiteX87" fmla="*/ 6346673 w 11269336"/>
              <a:gd name="connsiteY87" fmla="*/ 1827824 h 2323145"/>
              <a:gd name="connsiteX88" fmla="*/ 6345588 w 11269336"/>
              <a:gd name="connsiteY88" fmla="*/ 1832232 h 2323145"/>
              <a:gd name="connsiteX89" fmla="*/ 6335708 w 11269336"/>
              <a:gd name="connsiteY89" fmla="*/ 1838451 h 2323145"/>
              <a:gd name="connsiteX90" fmla="*/ 6318182 w 11269336"/>
              <a:gd name="connsiteY90" fmla="*/ 1852975 h 2323145"/>
              <a:gd name="connsiteX91" fmla="*/ 6313084 w 11269336"/>
              <a:gd name="connsiteY91" fmla="*/ 1853561 h 2323145"/>
              <a:gd name="connsiteX92" fmla="*/ 6283816 w 11269336"/>
              <a:gd name="connsiteY92" fmla="*/ 1872148 h 2323145"/>
              <a:gd name="connsiteX93" fmla="*/ 6282550 w 11269336"/>
              <a:gd name="connsiteY93" fmla="*/ 1871392 h 2323145"/>
              <a:gd name="connsiteX94" fmla="*/ 6270527 w 11269336"/>
              <a:gd name="connsiteY94" fmla="*/ 1872208 h 2323145"/>
              <a:gd name="connsiteX95" fmla="*/ 6249518 w 11269336"/>
              <a:gd name="connsiteY95" fmla="*/ 1876079 h 2323145"/>
              <a:gd name="connsiteX96" fmla="*/ 6190386 w 11269336"/>
              <a:gd name="connsiteY96" fmla="*/ 1872478 h 2323145"/>
              <a:gd name="connsiteX97" fmla="*/ 6159777 w 11269336"/>
              <a:gd name="connsiteY97" fmla="*/ 1891745 h 2323145"/>
              <a:gd name="connsiteX98" fmla="*/ 6153131 w 11269336"/>
              <a:gd name="connsiteY98" fmla="*/ 1895079 h 2323145"/>
              <a:gd name="connsiteX99" fmla="*/ 6152798 w 11269336"/>
              <a:gd name="connsiteY99" fmla="*/ 1894920 h 2323145"/>
              <a:gd name="connsiteX100" fmla="*/ 6145388 w 11269336"/>
              <a:gd name="connsiteY100" fmla="*/ 1897990 h 2323145"/>
              <a:gd name="connsiteX101" fmla="*/ 6141014 w 11269336"/>
              <a:gd name="connsiteY101" fmla="*/ 1901155 h 2323145"/>
              <a:gd name="connsiteX102" fmla="*/ 6128122 w 11269336"/>
              <a:gd name="connsiteY102" fmla="*/ 1907623 h 2323145"/>
              <a:gd name="connsiteX103" fmla="*/ 6122351 w 11269336"/>
              <a:gd name="connsiteY103" fmla="*/ 1908359 h 2323145"/>
              <a:gd name="connsiteX104" fmla="*/ 6064750 w 11269336"/>
              <a:gd name="connsiteY104" fmla="*/ 1896394 h 2323145"/>
              <a:gd name="connsiteX105" fmla="*/ 5964230 w 11269336"/>
              <a:gd name="connsiteY105" fmla="*/ 1910038 h 2323145"/>
              <a:gd name="connsiteX106" fmla="*/ 5865399 w 11269336"/>
              <a:gd name="connsiteY106" fmla="*/ 1926966 h 2323145"/>
              <a:gd name="connsiteX107" fmla="*/ 5829951 w 11269336"/>
              <a:gd name="connsiteY107" fmla="*/ 1934755 h 2323145"/>
              <a:gd name="connsiteX108" fmla="*/ 5765285 w 11269336"/>
              <a:gd name="connsiteY108" fmla="*/ 1941322 h 2323145"/>
              <a:gd name="connsiteX109" fmla="*/ 5734750 w 11269336"/>
              <a:gd name="connsiteY109" fmla="*/ 1939793 h 2323145"/>
              <a:gd name="connsiteX110" fmla="*/ 5733569 w 11269336"/>
              <a:gd name="connsiteY110" fmla="*/ 1940505 h 2323145"/>
              <a:gd name="connsiteX111" fmla="*/ 5730329 w 11269336"/>
              <a:gd name="connsiteY111" fmla="*/ 1937845 h 2323145"/>
              <a:gd name="connsiteX112" fmla="*/ 5724661 w 11269336"/>
              <a:gd name="connsiteY112" fmla="*/ 1937455 h 2323145"/>
              <a:gd name="connsiteX113" fmla="*/ 5710186 w 11269336"/>
              <a:gd name="connsiteY113" fmla="*/ 1941370 h 2323145"/>
              <a:gd name="connsiteX114" fmla="*/ 5704910 w 11269336"/>
              <a:gd name="connsiteY114" fmla="*/ 1943663 h 2323145"/>
              <a:gd name="connsiteX115" fmla="*/ 5696836 w 11269336"/>
              <a:gd name="connsiteY115" fmla="*/ 1945271 h 2323145"/>
              <a:gd name="connsiteX116" fmla="*/ 5696583 w 11269336"/>
              <a:gd name="connsiteY116" fmla="*/ 1945050 h 2323145"/>
              <a:gd name="connsiteX117" fmla="*/ 5689123 w 11269336"/>
              <a:gd name="connsiteY117" fmla="*/ 1947067 h 2323145"/>
              <a:gd name="connsiteX118" fmla="*/ 5653291 w 11269336"/>
              <a:gd name="connsiteY118" fmla="*/ 1960245 h 2323145"/>
              <a:gd name="connsiteX119" fmla="*/ 5599385 w 11269336"/>
              <a:gd name="connsiteY119" fmla="*/ 1945198 h 2323145"/>
              <a:gd name="connsiteX120" fmla="*/ 5578300 w 11269336"/>
              <a:gd name="connsiteY120" fmla="*/ 1944963 h 2323145"/>
              <a:gd name="connsiteX121" fmla="*/ 5566758 w 11269336"/>
              <a:gd name="connsiteY121" fmla="*/ 1943441 h 2323145"/>
              <a:gd name="connsiteX122" fmla="*/ 5565857 w 11269336"/>
              <a:gd name="connsiteY122" fmla="*/ 1942445 h 2323145"/>
              <a:gd name="connsiteX123" fmla="*/ 5531534 w 11269336"/>
              <a:gd name="connsiteY123" fmla="*/ 1955208 h 2323145"/>
              <a:gd name="connsiteX124" fmla="*/ 5526552 w 11269336"/>
              <a:gd name="connsiteY124" fmla="*/ 1954799 h 2323145"/>
              <a:gd name="connsiteX125" fmla="*/ 5504723 w 11269336"/>
              <a:gd name="connsiteY125" fmla="*/ 1965811 h 2323145"/>
              <a:gd name="connsiteX126" fmla="*/ 5493156 w 11269336"/>
              <a:gd name="connsiteY126" fmla="*/ 1970063 h 2323145"/>
              <a:gd name="connsiteX127" fmla="*/ 5490486 w 11269336"/>
              <a:gd name="connsiteY127" fmla="*/ 1974227 h 2323145"/>
              <a:gd name="connsiteX128" fmla="*/ 5473107 w 11269336"/>
              <a:gd name="connsiteY128" fmla="*/ 1979001 h 2323145"/>
              <a:gd name="connsiteX129" fmla="*/ 5470885 w 11269336"/>
              <a:gd name="connsiteY129" fmla="*/ 1978432 h 2323145"/>
              <a:gd name="connsiteX130" fmla="*/ 5457393 w 11269336"/>
              <a:gd name="connsiteY130" fmla="*/ 1986525 h 2323145"/>
              <a:gd name="connsiteX131" fmla="*/ 5447102 w 11269336"/>
              <a:gd name="connsiteY131" fmla="*/ 1998329 h 2323145"/>
              <a:gd name="connsiteX132" fmla="*/ 5159151 w 11269336"/>
              <a:gd name="connsiteY132" fmla="*/ 2029640 h 2323145"/>
              <a:gd name="connsiteX133" fmla="*/ 5098838 w 11269336"/>
              <a:gd name="connsiteY133" fmla="*/ 2062961 h 2323145"/>
              <a:gd name="connsiteX134" fmla="*/ 4860988 w 11269336"/>
              <a:gd name="connsiteY134" fmla="*/ 2135698 h 2323145"/>
              <a:gd name="connsiteX135" fmla="*/ 4765388 w 11269336"/>
              <a:gd name="connsiteY135" fmla="*/ 2162525 h 2323145"/>
              <a:gd name="connsiteX136" fmla="*/ 4745033 w 11269336"/>
              <a:gd name="connsiteY136" fmla="*/ 2158859 h 2323145"/>
              <a:gd name="connsiteX137" fmla="*/ 4741475 w 11269336"/>
              <a:gd name="connsiteY137" fmla="*/ 2157998 h 2323145"/>
              <a:gd name="connsiteX138" fmla="*/ 4728247 w 11269336"/>
              <a:gd name="connsiteY138" fmla="*/ 2159526 h 2323145"/>
              <a:gd name="connsiteX139" fmla="*/ 4723263 w 11269336"/>
              <a:gd name="connsiteY139" fmla="*/ 2153742 h 2323145"/>
              <a:gd name="connsiteX140" fmla="*/ 4593061 w 11269336"/>
              <a:gd name="connsiteY140" fmla="*/ 2171597 h 2323145"/>
              <a:gd name="connsiteX141" fmla="*/ 4533444 w 11269336"/>
              <a:gd name="connsiteY141" fmla="*/ 2181200 h 2323145"/>
              <a:gd name="connsiteX142" fmla="*/ 4492832 w 11269336"/>
              <a:gd name="connsiteY142" fmla="*/ 2188033 h 2323145"/>
              <a:gd name="connsiteX143" fmla="*/ 4467257 w 11269336"/>
              <a:gd name="connsiteY143" fmla="*/ 2196121 h 2323145"/>
              <a:gd name="connsiteX144" fmla="*/ 4459937 w 11269336"/>
              <a:gd name="connsiteY144" fmla="*/ 2195182 h 2323145"/>
              <a:gd name="connsiteX145" fmla="*/ 4433312 w 11269336"/>
              <a:gd name="connsiteY145" fmla="*/ 2199004 h 2323145"/>
              <a:gd name="connsiteX146" fmla="*/ 4420601 w 11269336"/>
              <a:gd name="connsiteY146" fmla="*/ 2205158 h 2323145"/>
              <a:gd name="connsiteX147" fmla="*/ 4405765 w 11269336"/>
              <a:gd name="connsiteY147" fmla="*/ 2199902 h 2323145"/>
              <a:gd name="connsiteX148" fmla="*/ 4401354 w 11269336"/>
              <a:gd name="connsiteY148" fmla="*/ 2194745 h 2323145"/>
              <a:gd name="connsiteX149" fmla="*/ 4383151 w 11269336"/>
              <a:gd name="connsiteY149" fmla="*/ 2201140 h 2323145"/>
              <a:gd name="connsiteX150" fmla="*/ 4366646 w 11269336"/>
              <a:gd name="connsiteY150" fmla="*/ 2198564 h 2323145"/>
              <a:gd name="connsiteX151" fmla="*/ 4354009 w 11269336"/>
              <a:gd name="connsiteY151" fmla="*/ 2204984 h 2323145"/>
              <a:gd name="connsiteX152" fmla="*/ 4348284 w 11269336"/>
              <a:gd name="connsiteY152" fmla="*/ 2205270 h 2323145"/>
              <a:gd name="connsiteX153" fmla="*/ 4333906 w 11269336"/>
              <a:gd name="connsiteY153" fmla="*/ 2205251 h 2323145"/>
              <a:gd name="connsiteX154" fmla="*/ 4308819 w 11269336"/>
              <a:gd name="connsiteY154" fmla="*/ 2203822 h 2323145"/>
              <a:gd name="connsiteX155" fmla="*/ 4301210 w 11269336"/>
              <a:gd name="connsiteY155" fmla="*/ 2204456 h 2323145"/>
              <a:gd name="connsiteX156" fmla="*/ 4283095 w 11269336"/>
              <a:gd name="connsiteY156" fmla="*/ 2198177 h 2323145"/>
              <a:gd name="connsiteX157" fmla="*/ 4250119 w 11269336"/>
              <a:gd name="connsiteY157" fmla="*/ 2196342 h 2323145"/>
              <a:gd name="connsiteX158" fmla="*/ 4189203 w 11269336"/>
              <a:gd name="connsiteY158" fmla="*/ 2178994 h 2323145"/>
              <a:gd name="connsiteX159" fmla="*/ 4154035 w 11269336"/>
              <a:gd name="connsiteY159" fmla="*/ 2171950 h 2323145"/>
              <a:gd name="connsiteX160" fmla="*/ 4129569 w 11269336"/>
              <a:gd name="connsiteY160" fmla="*/ 2163850 h 2323145"/>
              <a:gd name="connsiteX161" fmla="*/ 4061250 w 11269336"/>
              <a:gd name="connsiteY161" fmla="*/ 2159236 h 2323145"/>
              <a:gd name="connsiteX162" fmla="*/ 3945480 w 11269336"/>
              <a:gd name="connsiteY162" fmla="*/ 2158279 h 2323145"/>
              <a:gd name="connsiteX163" fmla="*/ 3921468 w 11269336"/>
              <a:gd name="connsiteY163" fmla="*/ 2156588 h 2323145"/>
              <a:gd name="connsiteX164" fmla="*/ 3903348 w 11269336"/>
              <a:gd name="connsiteY164" fmla="*/ 2149220 h 2323145"/>
              <a:gd name="connsiteX165" fmla="*/ 3901342 w 11269336"/>
              <a:gd name="connsiteY165" fmla="*/ 2142355 h 2323145"/>
              <a:gd name="connsiteX166" fmla="*/ 3888539 w 11269336"/>
              <a:gd name="connsiteY166" fmla="*/ 2140476 h 2323145"/>
              <a:gd name="connsiteX167" fmla="*/ 3885662 w 11269336"/>
              <a:gd name="connsiteY167" fmla="*/ 2138740 h 2323145"/>
              <a:gd name="connsiteX168" fmla="*/ 3868627 w 11269336"/>
              <a:gd name="connsiteY168" fmla="*/ 2130023 h 2323145"/>
              <a:gd name="connsiteX169" fmla="*/ 3819177 w 11269336"/>
              <a:gd name="connsiteY169" fmla="*/ 2142111 h 2323145"/>
              <a:gd name="connsiteX170" fmla="*/ 3769100 w 11269336"/>
              <a:gd name="connsiteY170" fmla="*/ 2131731 h 2323145"/>
              <a:gd name="connsiteX171" fmla="*/ 3562752 w 11269336"/>
              <a:gd name="connsiteY171" fmla="*/ 2131785 h 2323145"/>
              <a:gd name="connsiteX172" fmla="*/ 3541402 w 11269336"/>
              <a:gd name="connsiteY172" fmla="*/ 2106821 h 2323145"/>
              <a:gd name="connsiteX173" fmla="*/ 3365341 w 11269336"/>
              <a:gd name="connsiteY173" fmla="*/ 2077638 h 2323145"/>
              <a:gd name="connsiteX174" fmla="*/ 3170922 w 11269336"/>
              <a:gd name="connsiteY174" fmla="*/ 2115957 h 2323145"/>
              <a:gd name="connsiteX175" fmla="*/ 3156256 w 11269336"/>
              <a:gd name="connsiteY175" fmla="*/ 2124773 h 2323145"/>
              <a:gd name="connsiteX176" fmla="*/ 3140298 w 11269336"/>
              <a:gd name="connsiteY176" fmla="*/ 2129182 h 2323145"/>
              <a:gd name="connsiteX177" fmla="*/ 3138514 w 11269336"/>
              <a:gd name="connsiteY177" fmla="*/ 2128069 h 2323145"/>
              <a:gd name="connsiteX178" fmla="*/ 3120467 w 11269336"/>
              <a:gd name="connsiteY178" fmla="*/ 2128281 h 2323145"/>
              <a:gd name="connsiteX179" fmla="*/ 3116175 w 11269336"/>
              <a:gd name="connsiteY179" fmla="*/ 2131633 h 2323145"/>
              <a:gd name="connsiteX180" fmla="*/ 3103685 w 11269336"/>
              <a:gd name="connsiteY180" fmla="*/ 2132814 h 2323145"/>
              <a:gd name="connsiteX181" fmla="*/ 3078794 w 11269336"/>
              <a:gd name="connsiteY181" fmla="*/ 2137935 h 2323145"/>
              <a:gd name="connsiteX182" fmla="*/ 3074407 w 11269336"/>
              <a:gd name="connsiteY182" fmla="*/ 2136274 h 2323145"/>
              <a:gd name="connsiteX183" fmla="*/ 3037285 w 11269336"/>
              <a:gd name="connsiteY183" fmla="*/ 2139919 h 2323145"/>
              <a:gd name="connsiteX184" fmla="*/ 3036901 w 11269336"/>
              <a:gd name="connsiteY184" fmla="*/ 2138726 h 2323145"/>
              <a:gd name="connsiteX185" fmla="*/ 3026996 w 11269336"/>
              <a:gd name="connsiteY185" fmla="*/ 2134322 h 2323145"/>
              <a:gd name="connsiteX186" fmla="*/ 3007772 w 11269336"/>
              <a:gd name="connsiteY186" fmla="*/ 2128742 h 2323145"/>
              <a:gd name="connsiteX187" fmla="*/ 2965030 w 11269336"/>
              <a:gd name="connsiteY187" fmla="*/ 2100494 h 2323145"/>
              <a:gd name="connsiteX188" fmla="*/ 2926342 w 11269336"/>
              <a:gd name="connsiteY188" fmla="*/ 2104155 h 2323145"/>
              <a:gd name="connsiteX189" fmla="*/ 2918608 w 11269336"/>
              <a:gd name="connsiteY189" fmla="*/ 2104215 h 2323145"/>
              <a:gd name="connsiteX190" fmla="*/ 2918475 w 11269336"/>
              <a:gd name="connsiteY190" fmla="*/ 2103937 h 2323145"/>
              <a:gd name="connsiteX191" fmla="*/ 2910360 w 11269336"/>
              <a:gd name="connsiteY191" fmla="*/ 2103444 h 2323145"/>
              <a:gd name="connsiteX192" fmla="*/ 2904507 w 11269336"/>
              <a:gd name="connsiteY192" fmla="*/ 2104326 h 2323145"/>
              <a:gd name="connsiteX193" fmla="*/ 2889503 w 11269336"/>
              <a:gd name="connsiteY193" fmla="*/ 2104443 h 2323145"/>
              <a:gd name="connsiteX194" fmla="*/ 2884480 w 11269336"/>
              <a:gd name="connsiteY194" fmla="*/ 2102626 h 2323145"/>
              <a:gd name="connsiteX195" fmla="*/ 2882689 w 11269336"/>
              <a:gd name="connsiteY195" fmla="*/ 2099228 h 2323145"/>
              <a:gd name="connsiteX196" fmla="*/ 2881291 w 11269336"/>
              <a:gd name="connsiteY196" fmla="*/ 2099618 h 2323145"/>
              <a:gd name="connsiteX197" fmla="*/ 2853979 w 11269336"/>
              <a:gd name="connsiteY197" fmla="*/ 2090388 h 2323145"/>
              <a:gd name="connsiteX198" fmla="*/ 2791790 w 11269336"/>
              <a:gd name="connsiteY198" fmla="*/ 2080332 h 2323145"/>
              <a:gd name="connsiteX199" fmla="*/ 2755844 w 11269336"/>
              <a:gd name="connsiteY199" fmla="*/ 2078874 h 2323145"/>
              <a:gd name="connsiteX200" fmla="*/ 2657742 w 11269336"/>
              <a:gd name="connsiteY200" fmla="*/ 2070179 h 2323145"/>
              <a:gd name="connsiteX201" fmla="*/ 2559549 w 11269336"/>
              <a:gd name="connsiteY201" fmla="*/ 2057873 h 2323145"/>
              <a:gd name="connsiteX202" fmla="*/ 2512054 w 11269336"/>
              <a:gd name="connsiteY202" fmla="*/ 2031671 h 2323145"/>
              <a:gd name="connsiteX203" fmla="*/ 2506437 w 11269336"/>
              <a:gd name="connsiteY203" fmla="*/ 2030918 h 2323145"/>
              <a:gd name="connsiteX204" fmla="*/ 2491752 w 11269336"/>
              <a:gd name="connsiteY204" fmla="*/ 2033906 h 2323145"/>
              <a:gd name="connsiteX205" fmla="*/ 2486338 w 11269336"/>
              <a:gd name="connsiteY205" fmla="*/ 2035862 h 2323145"/>
              <a:gd name="connsiteX206" fmla="*/ 2478186 w 11269336"/>
              <a:gd name="connsiteY206" fmla="*/ 2036953 h 2323145"/>
              <a:gd name="connsiteX207" fmla="*/ 2477950 w 11269336"/>
              <a:gd name="connsiteY207" fmla="*/ 2036715 h 2323145"/>
              <a:gd name="connsiteX208" fmla="*/ 2470381 w 11269336"/>
              <a:gd name="connsiteY208" fmla="*/ 2038256 h 2323145"/>
              <a:gd name="connsiteX209" fmla="*/ 2433781 w 11269336"/>
              <a:gd name="connsiteY209" fmla="*/ 2049140 h 2323145"/>
              <a:gd name="connsiteX210" fmla="*/ 2381172 w 11269336"/>
              <a:gd name="connsiteY210" fmla="*/ 2030645 h 2323145"/>
              <a:gd name="connsiteX211" fmla="*/ 2360198 w 11269336"/>
              <a:gd name="connsiteY211" fmla="*/ 2029059 h 2323145"/>
              <a:gd name="connsiteX212" fmla="*/ 2348815 w 11269336"/>
              <a:gd name="connsiteY212" fmla="*/ 2026798 h 2323145"/>
              <a:gd name="connsiteX213" fmla="*/ 2347988 w 11269336"/>
              <a:gd name="connsiteY213" fmla="*/ 2025745 h 2323145"/>
              <a:gd name="connsiteX214" fmla="*/ 2312920 w 11269336"/>
              <a:gd name="connsiteY214" fmla="*/ 2036311 h 2323145"/>
              <a:gd name="connsiteX215" fmla="*/ 2307986 w 11269336"/>
              <a:gd name="connsiteY215" fmla="*/ 2035583 h 2323145"/>
              <a:gd name="connsiteX216" fmla="*/ 2285481 w 11269336"/>
              <a:gd name="connsiteY216" fmla="*/ 2045197 h 2323145"/>
              <a:gd name="connsiteX217" fmla="*/ 2273666 w 11269336"/>
              <a:gd name="connsiteY217" fmla="*/ 2048710 h 2323145"/>
              <a:gd name="connsiteX218" fmla="*/ 2270719 w 11269336"/>
              <a:gd name="connsiteY218" fmla="*/ 2052702 h 2323145"/>
              <a:gd name="connsiteX219" fmla="*/ 2253080 w 11269336"/>
              <a:gd name="connsiteY219" fmla="*/ 2056363 h 2323145"/>
              <a:gd name="connsiteX220" fmla="*/ 2250906 w 11269336"/>
              <a:gd name="connsiteY220" fmla="*/ 2055654 h 2323145"/>
              <a:gd name="connsiteX221" fmla="*/ 2236905 w 11269336"/>
              <a:gd name="connsiteY221" fmla="*/ 2062882 h 2323145"/>
              <a:gd name="connsiteX222" fmla="*/ 2225830 w 11269336"/>
              <a:gd name="connsiteY222" fmla="*/ 2074027 h 2323145"/>
              <a:gd name="connsiteX223" fmla="*/ 2073776 w 11269336"/>
              <a:gd name="connsiteY223" fmla="*/ 2089244 h 2323145"/>
              <a:gd name="connsiteX224" fmla="*/ 1948256 w 11269336"/>
              <a:gd name="connsiteY224" fmla="*/ 2146616 h 2323145"/>
              <a:gd name="connsiteX225" fmla="*/ 1865582 w 11269336"/>
              <a:gd name="connsiteY225" fmla="*/ 2153738 h 2323145"/>
              <a:gd name="connsiteX226" fmla="*/ 1835210 w 11269336"/>
              <a:gd name="connsiteY226" fmla="*/ 2134244 h 2323145"/>
              <a:gd name="connsiteX227" fmla="*/ 1632661 w 11269336"/>
              <a:gd name="connsiteY227" fmla="*/ 2173882 h 2323145"/>
              <a:gd name="connsiteX228" fmla="*/ 1579590 w 11269336"/>
              <a:gd name="connsiteY228" fmla="*/ 2173680 h 2323145"/>
              <a:gd name="connsiteX229" fmla="*/ 1535601 w 11269336"/>
              <a:gd name="connsiteY229" fmla="*/ 2194590 h 2323145"/>
              <a:gd name="connsiteX230" fmla="*/ 1515594 w 11269336"/>
              <a:gd name="connsiteY230" fmla="*/ 2189622 h 2323145"/>
              <a:gd name="connsiteX231" fmla="*/ 1512113 w 11269336"/>
              <a:gd name="connsiteY231" fmla="*/ 2188534 h 2323145"/>
              <a:gd name="connsiteX232" fmla="*/ 1498838 w 11269336"/>
              <a:gd name="connsiteY232" fmla="*/ 2189213 h 2323145"/>
              <a:gd name="connsiteX233" fmla="*/ 1494279 w 11269336"/>
              <a:gd name="connsiteY233" fmla="*/ 2183112 h 2323145"/>
              <a:gd name="connsiteX234" fmla="*/ 1473714 w 11269336"/>
              <a:gd name="connsiteY234" fmla="*/ 2179625 h 2323145"/>
              <a:gd name="connsiteX235" fmla="*/ 1449503 w 11269336"/>
              <a:gd name="connsiteY235" fmla="*/ 2182633 h 2323145"/>
              <a:gd name="connsiteX236" fmla="*/ 1266687 w 11269336"/>
              <a:gd name="connsiteY236" fmla="*/ 2212688 h 2323145"/>
              <a:gd name="connsiteX237" fmla="*/ 1239614 w 11269336"/>
              <a:gd name="connsiteY237" fmla="*/ 2209727 h 2323145"/>
              <a:gd name="connsiteX238" fmla="*/ 1202436 w 11269336"/>
              <a:gd name="connsiteY238" fmla="*/ 2209817 h 2323145"/>
              <a:gd name="connsiteX239" fmla="*/ 1136097 w 11269336"/>
              <a:gd name="connsiteY239" fmla="*/ 2205112 h 2323145"/>
              <a:gd name="connsiteX240" fmla="*/ 988232 w 11269336"/>
              <a:gd name="connsiteY240" fmla="*/ 2235635 h 2323145"/>
              <a:gd name="connsiteX241" fmla="*/ 981959 w 11269336"/>
              <a:gd name="connsiteY241" fmla="*/ 2231607 h 2323145"/>
              <a:gd name="connsiteX242" fmla="*/ 938600 w 11269336"/>
              <a:gd name="connsiteY242" fmla="*/ 2238113 h 2323145"/>
              <a:gd name="connsiteX243" fmla="*/ 791788 w 11269336"/>
              <a:gd name="connsiteY243" fmla="*/ 2293224 h 2323145"/>
              <a:gd name="connsiteX244" fmla="*/ 706914 w 11269336"/>
              <a:gd name="connsiteY244" fmla="*/ 2305046 h 2323145"/>
              <a:gd name="connsiteX245" fmla="*/ 675971 w 11269336"/>
              <a:gd name="connsiteY245" fmla="*/ 2304030 h 2323145"/>
              <a:gd name="connsiteX246" fmla="*/ 624180 w 11269336"/>
              <a:gd name="connsiteY246" fmla="*/ 2302650 h 2323145"/>
              <a:gd name="connsiteX247" fmla="*/ 583453 w 11269336"/>
              <a:gd name="connsiteY247" fmla="*/ 2288788 h 2323145"/>
              <a:gd name="connsiteX248" fmla="*/ 540946 w 11269336"/>
              <a:gd name="connsiteY248" fmla="*/ 2292721 h 2323145"/>
              <a:gd name="connsiteX249" fmla="*/ 533680 w 11269336"/>
              <a:gd name="connsiteY249" fmla="*/ 2310233 h 2323145"/>
              <a:gd name="connsiteX250" fmla="*/ 487366 w 11269336"/>
              <a:gd name="connsiteY250" fmla="*/ 2309053 h 2323145"/>
              <a:gd name="connsiteX251" fmla="*/ 416820 w 11269336"/>
              <a:gd name="connsiteY251" fmla="*/ 2305443 h 2323145"/>
              <a:gd name="connsiteX252" fmla="*/ 376805 w 11269336"/>
              <a:gd name="connsiteY252" fmla="*/ 2307647 h 2323145"/>
              <a:gd name="connsiteX253" fmla="*/ 266777 w 11269336"/>
              <a:gd name="connsiteY253" fmla="*/ 2309012 h 2323145"/>
              <a:gd name="connsiteX254" fmla="*/ 156013 w 11269336"/>
              <a:gd name="connsiteY254" fmla="*/ 2306832 h 2323145"/>
              <a:gd name="connsiteX255" fmla="*/ 87258 w 11269336"/>
              <a:gd name="connsiteY255" fmla="*/ 2285511 h 2323145"/>
              <a:gd name="connsiteX256" fmla="*/ 23798 w 11269336"/>
              <a:gd name="connsiteY256" fmla="*/ 2281822 h 2323145"/>
              <a:gd name="connsiteX257" fmla="*/ 0 w 11269336"/>
              <a:gd name="connsiteY257" fmla="*/ 2285369 h 2323145"/>
              <a:gd name="connsiteX258" fmla="*/ 0 w 11269336"/>
              <a:gd name="connsiteY258"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561575 w 11269336"/>
              <a:gd name="connsiteY19" fmla="*/ 559978 h 2323145"/>
              <a:gd name="connsiteX20" fmla="*/ 9162278 w 11269336"/>
              <a:gd name="connsiteY20" fmla="*/ 704724 h 2323145"/>
              <a:gd name="connsiteX21" fmla="*/ 9062863 w 11269336"/>
              <a:gd name="connsiteY21" fmla="*/ 754656 h 2323145"/>
              <a:gd name="connsiteX22" fmla="*/ 8914746 w 11269336"/>
              <a:gd name="connsiteY22" fmla="*/ 826428 h 2323145"/>
              <a:gd name="connsiteX23" fmla="*/ 8917778 w 11269336"/>
              <a:gd name="connsiteY23" fmla="*/ 835198 h 2323145"/>
              <a:gd name="connsiteX24" fmla="*/ 8905560 w 11269336"/>
              <a:gd name="connsiteY24" fmla="*/ 838358 h 2323145"/>
              <a:gd name="connsiteX25" fmla="*/ 8897564 w 11269336"/>
              <a:gd name="connsiteY25" fmla="*/ 834287 h 2323145"/>
              <a:gd name="connsiteX26" fmla="*/ 8878040 w 11269336"/>
              <a:gd name="connsiteY26" fmla="*/ 844150 h 2323145"/>
              <a:gd name="connsiteX27" fmla="*/ 8795998 w 11269336"/>
              <a:gd name="connsiteY27" fmla="*/ 863337 h 2323145"/>
              <a:gd name="connsiteX28" fmla="*/ 8776970 w 11269336"/>
              <a:gd name="connsiteY28" fmla="*/ 885177 h 2323145"/>
              <a:gd name="connsiteX29" fmla="*/ 8755719 w 11269336"/>
              <a:gd name="connsiteY29" fmla="*/ 889754 h 2323145"/>
              <a:gd name="connsiteX30" fmla="*/ 8743257 w 11269336"/>
              <a:gd name="connsiteY30" fmla="*/ 904723 h 2323145"/>
              <a:gd name="connsiteX31" fmla="*/ 8721366 w 11269336"/>
              <a:gd name="connsiteY31" fmla="*/ 904711 h 2323145"/>
              <a:gd name="connsiteX32" fmla="*/ 8678353 w 11269336"/>
              <a:gd name="connsiteY32" fmla="*/ 926318 h 2323145"/>
              <a:gd name="connsiteX33" fmla="*/ 8636849 w 11269336"/>
              <a:gd name="connsiteY33" fmla="*/ 937900 h 2323145"/>
              <a:gd name="connsiteX34" fmla="*/ 8620213 w 11269336"/>
              <a:gd name="connsiteY34" fmla="*/ 943068 h 2323145"/>
              <a:gd name="connsiteX35" fmla="*/ 8612581 w 11269336"/>
              <a:gd name="connsiteY35" fmla="*/ 952695 h 2323145"/>
              <a:gd name="connsiteX36" fmla="*/ 8589038 w 11269336"/>
              <a:gd name="connsiteY36" fmla="*/ 963892 h 2323145"/>
              <a:gd name="connsiteX37" fmla="*/ 8579950 w 11269336"/>
              <a:gd name="connsiteY37" fmla="*/ 960899 h 2323145"/>
              <a:gd name="connsiteX38" fmla="*/ 8579319 w 11269336"/>
              <a:gd name="connsiteY38" fmla="*/ 965630 h 2323145"/>
              <a:gd name="connsiteX39" fmla="*/ 8547429 w 11269336"/>
              <a:gd name="connsiteY39" fmla="*/ 984506 h 2323145"/>
              <a:gd name="connsiteX40" fmla="*/ 8478704 w 11269336"/>
              <a:gd name="connsiteY40" fmla="*/ 1025490 h 2323145"/>
              <a:gd name="connsiteX41" fmla="*/ 8461421 w 11269336"/>
              <a:gd name="connsiteY41" fmla="*/ 1035512 h 2323145"/>
              <a:gd name="connsiteX42" fmla="*/ 8445003 w 11269336"/>
              <a:gd name="connsiteY42" fmla="*/ 1036851 h 2323145"/>
              <a:gd name="connsiteX43" fmla="*/ 8357350 w 11269336"/>
              <a:gd name="connsiteY43" fmla="*/ 1060213 h 2323145"/>
              <a:gd name="connsiteX44" fmla="*/ 8335565 w 11269336"/>
              <a:gd name="connsiteY44" fmla="*/ 1061151 h 2323145"/>
              <a:gd name="connsiteX45" fmla="*/ 8325267 w 11269336"/>
              <a:gd name="connsiteY45" fmla="*/ 1055919 h 2323145"/>
              <a:gd name="connsiteX46" fmla="*/ 8293586 w 11269336"/>
              <a:gd name="connsiteY46" fmla="*/ 1076144 h 2323145"/>
              <a:gd name="connsiteX47" fmla="*/ 8242405 w 11269336"/>
              <a:gd name="connsiteY47" fmla="*/ 1095960 h 2323145"/>
              <a:gd name="connsiteX48" fmla="*/ 8197391 w 11269336"/>
              <a:gd name="connsiteY48" fmla="*/ 1107746 h 2323145"/>
              <a:gd name="connsiteX49" fmla="*/ 8081474 w 11269336"/>
              <a:gd name="connsiteY49" fmla="*/ 1130125 h 2323145"/>
              <a:gd name="connsiteX50" fmla="*/ 8053585 w 11269336"/>
              <a:gd name="connsiteY50" fmla="*/ 1129169 h 2323145"/>
              <a:gd name="connsiteX51" fmla="*/ 8038422 w 11269336"/>
              <a:gd name="connsiteY51" fmla="*/ 1119092 h 2323145"/>
              <a:gd name="connsiteX52" fmla="*/ 8029450 w 11269336"/>
              <a:gd name="connsiteY52" fmla="*/ 1125592 h 2323145"/>
              <a:gd name="connsiteX53" fmla="*/ 7959552 w 11269336"/>
              <a:gd name="connsiteY53" fmla="*/ 1140188 h 2323145"/>
              <a:gd name="connsiteX54" fmla="*/ 7914188 w 11269336"/>
              <a:gd name="connsiteY54" fmla="*/ 1150862 h 2323145"/>
              <a:gd name="connsiteX55" fmla="*/ 7914918 w 11269336"/>
              <a:gd name="connsiteY55" fmla="*/ 1168758 h 2323145"/>
              <a:gd name="connsiteX56" fmla="*/ 7875510 w 11269336"/>
              <a:gd name="connsiteY56" fmla="*/ 1183153 h 2323145"/>
              <a:gd name="connsiteX57" fmla="*/ 7829932 w 11269336"/>
              <a:gd name="connsiteY57" fmla="*/ 1180782 h 2323145"/>
              <a:gd name="connsiteX58" fmla="*/ 7779182 w 11269336"/>
              <a:gd name="connsiteY58" fmla="*/ 1192665 h 2323145"/>
              <a:gd name="connsiteX59" fmla="*/ 7748774 w 11269336"/>
              <a:gd name="connsiteY59" fmla="*/ 1199586 h 2323145"/>
              <a:gd name="connsiteX60" fmla="*/ 7671846 w 11269336"/>
              <a:gd name="connsiteY60" fmla="*/ 1231966 h 2323145"/>
              <a:gd name="connsiteX61" fmla="*/ 7554146 w 11269336"/>
              <a:gd name="connsiteY61" fmla="*/ 1319748 h 2323145"/>
              <a:gd name="connsiteX62" fmla="*/ 7515052 w 11269336"/>
              <a:gd name="connsiteY62" fmla="*/ 1336718 h 2323145"/>
              <a:gd name="connsiteX63" fmla="*/ 7507193 w 11269336"/>
              <a:gd name="connsiteY63" fmla="*/ 1334617 h 2323145"/>
              <a:gd name="connsiteX64" fmla="*/ 7461694 w 11269336"/>
              <a:gd name="connsiteY64" fmla="*/ 1375866 h 2323145"/>
              <a:gd name="connsiteX65" fmla="*/ 7377571 w 11269336"/>
              <a:gd name="connsiteY65" fmla="*/ 1400128 h 2323145"/>
              <a:gd name="connsiteX66" fmla="*/ 7311261 w 11269336"/>
              <a:gd name="connsiteY66" fmla="*/ 1412652 h 2323145"/>
              <a:gd name="connsiteX67" fmla="*/ 7275307 w 11269336"/>
              <a:gd name="connsiteY67" fmla="*/ 1422171 h 2323145"/>
              <a:gd name="connsiteX68" fmla="*/ 7247783 w 11269336"/>
              <a:gd name="connsiteY68" fmla="*/ 1426330 h 2323145"/>
              <a:gd name="connsiteX69" fmla="*/ 7185047 w 11269336"/>
              <a:gd name="connsiteY69" fmla="*/ 1451812 h 2323145"/>
              <a:gd name="connsiteX70" fmla="*/ 7084117 w 11269336"/>
              <a:gd name="connsiteY70" fmla="*/ 1500281 h 2323145"/>
              <a:gd name="connsiteX71" fmla="*/ 7062011 w 11269336"/>
              <a:gd name="connsiteY71" fmla="*/ 1509183 h 2323145"/>
              <a:gd name="connsiteX72" fmla="*/ 7040555 w 11269336"/>
              <a:gd name="connsiteY72" fmla="*/ 1511207 h 2323145"/>
              <a:gd name="connsiteX73" fmla="*/ 7033438 w 11269336"/>
              <a:gd name="connsiteY73" fmla="*/ 1506772 h 2323145"/>
              <a:gd name="connsiteX74" fmla="*/ 7020886 w 11269336"/>
              <a:gd name="connsiteY74" fmla="*/ 1510764 h 2323145"/>
              <a:gd name="connsiteX75" fmla="*/ 7017033 w 11269336"/>
              <a:gd name="connsiteY75" fmla="*/ 1510650 h 2323145"/>
              <a:gd name="connsiteX76" fmla="*/ 6995460 w 11269336"/>
              <a:gd name="connsiteY76" fmla="*/ 1511173 h 2323145"/>
              <a:gd name="connsiteX77" fmla="*/ 6962144 w 11269336"/>
              <a:gd name="connsiteY77" fmla="*/ 1541508 h 2323145"/>
              <a:gd name="connsiteX78" fmla="*/ 6910674 w 11269336"/>
              <a:gd name="connsiteY78" fmla="*/ 1554793 h 2323145"/>
              <a:gd name="connsiteX79" fmla="*/ 6732152 w 11269336"/>
              <a:gd name="connsiteY79" fmla="*/ 1642538 h 2323145"/>
              <a:gd name="connsiteX80" fmla="*/ 6694106 w 11269336"/>
              <a:gd name="connsiteY80" fmla="*/ 1632377 h 2323145"/>
              <a:gd name="connsiteX81" fmla="*/ 6617223 w 11269336"/>
              <a:gd name="connsiteY81" fmla="*/ 1659889 h 2323145"/>
              <a:gd name="connsiteX82" fmla="*/ 6521138 w 11269336"/>
              <a:gd name="connsiteY82" fmla="*/ 1744340 h 2323145"/>
              <a:gd name="connsiteX83" fmla="*/ 6380677 w 11269336"/>
              <a:gd name="connsiteY83" fmla="*/ 1796883 h 2323145"/>
              <a:gd name="connsiteX84" fmla="*/ 6374897 w 11269336"/>
              <a:gd name="connsiteY84" fmla="*/ 1809910 h 2323145"/>
              <a:gd name="connsiteX85" fmla="*/ 6364545 w 11269336"/>
              <a:gd name="connsiteY85" fmla="*/ 1820090 h 2323145"/>
              <a:gd name="connsiteX86" fmla="*/ 6362126 w 11269336"/>
              <a:gd name="connsiteY86" fmla="*/ 1819991 h 2323145"/>
              <a:gd name="connsiteX87" fmla="*/ 6346673 w 11269336"/>
              <a:gd name="connsiteY87" fmla="*/ 1827824 h 2323145"/>
              <a:gd name="connsiteX88" fmla="*/ 6345588 w 11269336"/>
              <a:gd name="connsiteY88" fmla="*/ 1832232 h 2323145"/>
              <a:gd name="connsiteX89" fmla="*/ 6335708 w 11269336"/>
              <a:gd name="connsiteY89" fmla="*/ 1838451 h 2323145"/>
              <a:gd name="connsiteX90" fmla="*/ 6318182 w 11269336"/>
              <a:gd name="connsiteY90" fmla="*/ 1852975 h 2323145"/>
              <a:gd name="connsiteX91" fmla="*/ 6313084 w 11269336"/>
              <a:gd name="connsiteY91" fmla="*/ 1853561 h 2323145"/>
              <a:gd name="connsiteX92" fmla="*/ 6283816 w 11269336"/>
              <a:gd name="connsiteY92" fmla="*/ 1872148 h 2323145"/>
              <a:gd name="connsiteX93" fmla="*/ 6282550 w 11269336"/>
              <a:gd name="connsiteY93" fmla="*/ 1871392 h 2323145"/>
              <a:gd name="connsiteX94" fmla="*/ 6270527 w 11269336"/>
              <a:gd name="connsiteY94" fmla="*/ 1872208 h 2323145"/>
              <a:gd name="connsiteX95" fmla="*/ 6249518 w 11269336"/>
              <a:gd name="connsiteY95" fmla="*/ 1876079 h 2323145"/>
              <a:gd name="connsiteX96" fmla="*/ 6190386 w 11269336"/>
              <a:gd name="connsiteY96" fmla="*/ 1872478 h 2323145"/>
              <a:gd name="connsiteX97" fmla="*/ 6159777 w 11269336"/>
              <a:gd name="connsiteY97" fmla="*/ 1891745 h 2323145"/>
              <a:gd name="connsiteX98" fmla="*/ 6153131 w 11269336"/>
              <a:gd name="connsiteY98" fmla="*/ 1895079 h 2323145"/>
              <a:gd name="connsiteX99" fmla="*/ 6152798 w 11269336"/>
              <a:gd name="connsiteY99" fmla="*/ 1894920 h 2323145"/>
              <a:gd name="connsiteX100" fmla="*/ 6145388 w 11269336"/>
              <a:gd name="connsiteY100" fmla="*/ 1897990 h 2323145"/>
              <a:gd name="connsiteX101" fmla="*/ 6141014 w 11269336"/>
              <a:gd name="connsiteY101" fmla="*/ 1901155 h 2323145"/>
              <a:gd name="connsiteX102" fmla="*/ 6128122 w 11269336"/>
              <a:gd name="connsiteY102" fmla="*/ 1907623 h 2323145"/>
              <a:gd name="connsiteX103" fmla="*/ 6122351 w 11269336"/>
              <a:gd name="connsiteY103" fmla="*/ 1908359 h 2323145"/>
              <a:gd name="connsiteX104" fmla="*/ 6064750 w 11269336"/>
              <a:gd name="connsiteY104" fmla="*/ 1896394 h 2323145"/>
              <a:gd name="connsiteX105" fmla="*/ 5964230 w 11269336"/>
              <a:gd name="connsiteY105" fmla="*/ 1910038 h 2323145"/>
              <a:gd name="connsiteX106" fmla="*/ 5865399 w 11269336"/>
              <a:gd name="connsiteY106" fmla="*/ 1926966 h 2323145"/>
              <a:gd name="connsiteX107" fmla="*/ 5829951 w 11269336"/>
              <a:gd name="connsiteY107" fmla="*/ 1934755 h 2323145"/>
              <a:gd name="connsiteX108" fmla="*/ 5765285 w 11269336"/>
              <a:gd name="connsiteY108" fmla="*/ 1941322 h 2323145"/>
              <a:gd name="connsiteX109" fmla="*/ 5734750 w 11269336"/>
              <a:gd name="connsiteY109" fmla="*/ 1939793 h 2323145"/>
              <a:gd name="connsiteX110" fmla="*/ 5733569 w 11269336"/>
              <a:gd name="connsiteY110" fmla="*/ 1940505 h 2323145"/>
              <a:gd name="connsiteX111" fmla="*/ 5730329 w 11269336"/>
              <a:gd name="connsiteY111" fmla="*/ 1937845 h 2323145"/>
              <a:gd name="connsiteX112" fmla="*/ 5724661 w 11269336"/>
              <a:gd name="connsiteY112" fmla="*/ 1937455 h 2323145"/>
              <a:gd name="connsiteX113" fmla="*/ 5710186 w 11269336"/>
              <a:gd name="connsiteY113" fmla="*/ 1941370 h 2323145"/>
              <a:gd name="connsiteX114" fmla="*/ 5704910 w 11269336"/>
              <a:gd name="connsiteY114" fmla="*/ 1943663 h 2323145"/>
              <a:gd name="connsiteX115" fmla="*/ 5696836 w 11269336"/>
              <a:gd name="connsiteY115" fmla="*/ 1945271 h 2323145"/>
              <a:gd name="connsiteX116" fmla="*/ 5696583 w 11269336"/>
              <a:gd name="connsiteY116" fmla="*/ 1945050 h 2323145"/>
              <a:gd name="connsiteX117" fmla="*/ 5689123 w 11269336"/>
              <a:gd name="connsiteY117" fmla="*/ 1947067 h 2323145"/>
              <a:gd name="connsiteX118" fmla="*/ 5653291 w 11269336"/>
              <a:gd name="connsiteY118" fmla="*/ 1960245 h 2323145"/>
              <a:gd name="connsiteX119" fmla="*/ 5599385 w 11269336"/>
              <a:gd name="connsiteY119" fmla="*/ 1945198 h 2323145"/>
              <a:gd name="connsiteX120" fmla="*/ 5578300 w 11269336"/>
              <a:gd name="connsiteY120" fmla="*/ 1944963 h 2323145"/>
              <a:gd name="connsiteX121" fmla="*/ 5566758 w 11269336"/>
              <a:gd name="connsiteY121" fmla="*/ 1943441 h 2323145"/>
              <a:gd name="connsiteX122" fmla="*/ 5565857 w 11269336"/>
              <a:gd name="connsiteY122" fmla="*/ 1942445 h 2323145"/>
              <a:gd name="connsiteX123" fmla="*/ 5531534 w 11269336"/>
              <a:gd name="connsiteY123" fmla="*/ 1955208 h 2323145"/>
              <a:gd name="connsiteX124" fmla="*/ 5526552 w 11269336"/>
              <a:gd name="connsiteY124" fmla="*/ 1954799 h 2323145"/>
              <a:gd name="connsiteX125" fmla="*/ 5504723 w 11269336"/>
              <a:gd name="connsiteY125" fmla="*/ 1965811 h 2323145"/>
              <a:gd name="connsiteX126" fmla="*/ 5493156 w 11269336"/>
              <a:gd name="connsiteY126" fmla="*/ 1970063 h 2323145"/>
              <a:gd name="connsiteX127" fmla="*/ 5490486 w 11269336"/>
              <a:gd name="connsiteY127" fmla="*/ 1974227 h 2323145"/>
              <a:gd name="connsiteX128" fmla="*/ 5473107 w 11269336"/>
              <a:gd name="connsiteY128" fmla="*/ 1979001 h 2323145"/>
              <a:gd name="connsiteX129" fmla="*/ 5470885 w 11269336"/>
              <a:gd name="connsiteY129" fmla="*/ 1978432 h 2323145"/>
              <a:gd name="connsiteX130" fmla="*/ 5457393 w 11269336"/>
              <a:gd name="connsiteY130" fmla="*/ 1986525 h 2323145"/>
              <a:gd name="connsiteX131" fmla="*/ 5447102 w 11269336"/>
              <a:gd name="connsiteY131" fmla="*/ 1998329 h 2323145"/>
              <a:gd name="connsiteX132" fmla="*/ 5159151 w 11269336"/>
              <a:gd name="connsiteY132" fmla="*/ 2029640 h 2323145"/>
              <a:gd name="connsiteX133" fmla="*/ 5098838 w 11269336"/>
              <a:gd name="connsiteY133" fmla="*/ 2062961 h 2323145"/>
              <a:gd name="connsiteX134" fmla="*/ 4860988 w 11269336"/>
              <a:gd name="connsiteY134" fmla="*/ 2135698 h 2323145"/>
              <a:gd name="connsiteX135" fmla="*/ 4765388 w 11269336"/>
              <a:gd name="connsiteY135" fmla="*/ 2162525 h 2323145"/>
              <a:gd name="connsiteX136" fmla="*/ 4745033 w 11269336"/>
              <a:gd name="connsiteY136" fmla="*/ 2158859 h 2323145"/>
              <a:gd name="connsiteX137" fmla="*/ 4741475 w 11269336"/>
              <a:gd name="connsiteY137" fmla="*/ 2157998 h 2323145"/>
              <a:gd name="connsiteX138" fmla="*/ 4728247 w 11269336"/>
              <a:gd name="connsiteY138" fmla="*/ 2159526 h 2323145"/>
              <a:gd name="connsiteX139" fmla="*/ 4723263 w 11269336"/>
              <a:gd name="connsiteY139" fmla="*/ 2153742 h 2323145"/>
              <a:gd name="connsiteX140" fmla="*/ 4593061 w 11269336"/>
              <a:gd name="connsiteY140" fmla="*/ 2171597 h 2323145"/>
              <a:gd name="connsiteX141" fmla="*/ 4533444 w 11269336"/>
              <a:gd name="connsiteY141" fmla="*/ 2181200 h 2323145"/>
              <a:gd name="connsiteX142" fmla="*/ 4492832 w 11269336"/>
              <a:gd name="connsiteY142" fmla="*/ 2188033 h 2323145"/>
              <a:gd name="connsiteX143" fmla="*/ 4467257 w 11269336"/>
              <a:gd name="connsiteY143" fmla="*/ 2196121 h 2323145"/>
              <a:gd name="connsiteX144" fmla="*/ 4459937 w 11269336"/>
              <a:gd name="connsiteY144" fmla="*/ 2195182 h 2323145"/>
              <a:gd name="connsiteX145" fmla="*/ 4433312 w 11269336"/>
              <a:gd name="connsiteY145" fmla="*/ 2199004 h 2323145"/>
              <a:gd name="connsiteX146" fmla="*/ 4420601 w 11269336"/>
              <a:gd name="connsiteY146" fmla="*/ 2205158 h 2323145"/>
              <a:gd name="connsiteX147" fmla="*/ 4405765 w 11269336"/>
              <a:gd name="connsiteY147" fmla="*/ 2199902 h 2323145"/>
              <a:gd name="connsiteX148" fmla="*/ 4401354 w 11269336"/>
              <a:gd name="connsiteY148" fmla="*/ 2194745 h 2323145"/>
              <a:gd name="connsiteX149" fmla="*/ 4366646 w 11269336"/>
              <a:gd name="connsiteY149" fmla="*/ 2198564 h 2323145"/>
              <a:gd name="connsiteX150" fmla="*/ 4354009 w 11269336"/>
              <a:gd name="connsiteY150" fmla="*/ 2204984 h 2323145"/>
              <a:gd name="connsiteX151" fmla="*/ 4348284 w 11269336"/>
              <a:gd name="connsiteY151" fmla="*/ 2205270 h 2323145"/>
              <a:gd name="connsiteX152" fmla="*/ 4333906 w 11269336"/>
              <a:gd name="connsiteY152" fmla="*/ 2205251 h 2323145"/>
              <a:gd name="connsiteX153" fmla="*/ 4308819 w 11269336"/>
              <a:gd name="connsiteY153" fmla="*/ 2203822 h 2323145"/>
              <a:gd name="connsiteX154" fmla="*/ 4301210 w 11269336"/>
              <a:gd name="connsiteY154" fmla="*/ 2204456 h 2323145"/>
              <a:gd name="connsiteX155" fmla="*/ 4283095 w 11269336"/>
              <a:gd name="connsiteY155" fmla="*/ 2198177 h 2323145"/>
              <a:gd name="connsiteX156" fmla="*/ 4250119 w 11269336"/>
              <a:gd name="connsiteY156" fmla="*/ 2196342 h 2323145"/>
              <a:gd name="connsiteX157" fmla="*/ 4189203 w 11269336"/>
              <a:gd name="connsiteY157" fmla="*/ 2178994 h 2323145"/>
              <a:gd name="connsiteX158" fmla="*/ 4154035 w 11269336"/>
              <a:gd name="connsiteY158" fmla="*/ 2171950 h 2323145"/>
              <a:gd name="connsiteX159" fmla="*/ 4129569 w 11269336"/>
              <a:gd name="connsiteY159" fmla="*/ 2163850 h 2323145"/>
              <a:gd name="connsiteX160" fmla="*/ 4061250 w 11269336"/>
              <a:gd name="connsiteY160" fmla="*/ 2159236 h 2323145"/>
              <a:gd name="connsiteX161" fmla="*/ 3945480 w 11269336"/>
              <a:gd name="connsiteY161" fmla="*/ 2158279 h 2323145"/>
              <a:gd name="connsiteX162" fmla="*/ 3921468 w 11269336"/>
              <a:gd name="connsiteY162" fmla="*/ 2156588 h 2323145"/>
              <a:gd name="connsiteX163" fmla="*/ 3903348 w 11269336"/>
              <a:gd name="connsiteY163" fmla="*/ 2149220 h 2323145"/>
              <a:gd name="connsiteX164" fmla="*/ 3901342 w 11269336"/>
              <a:gd name="connsiteY164" fmla="*/ 2142355 h 2323145"/>
              <a:gd name="connsiteX165" fmla="*/ 3888539 w 11269336"/>
              <a:gd name="connsiteY165" fmla="*/ 2140476 h 2323145"/>
              <a:gd name="connsiteX166" fmla="*/ 3885662 w 11269336"/>
              <a:gd name="connsiteY166" fmla="*/ 2138740 h 2323145"/>
              <a:gd name="connsiteX167" fmla="*/ 3868627 w 11269336"/>
              <a:gd name="connsiteY167" fmla="*/ 2130023 h 2323145"/>
              <a:gd name="connsiteX168" fmla="*/ 3819177 w 11269336"/>
              <a:gd name="connsiteY168" fmla="*/ 2142111 h 2323145"/>
              <a:gd name="connsiteX169" fmla="*/ 3769100 w 11269336"/>
              <a:gd name="connsiteY169" fmla="*/ 2131731 h 2323145"/>
              <a:gd name="connsiteX170" fmla="*/ 3562752 w 11269336"/>
              <a:gd name="connsiteY170" fmla="*/ 2131785 h 2323145"/>
              <a:gd name="connsiteX171" fmla="*/ 3541402 w 11269336"/>
              <a:gd name="connsiteY171" fmla="*/ 2106821 h 2323145"/>
              <a:gd name="connsiteX172" fmla="*/ 3365341 w 11269336"/>
              <a:gd name="connsiteY172" fmla="*/ 2077638 h 2323145"/>
              <a:gd name="connsiteX173" fmla="*/ 3170922 w 11269336"/>
              <a:gd name="connsiteY173" fmla="*/ 2115957 h 2323145"/>
              <a:gd name="connsiteX174" fmla="*/ 3156256 w 11269336"/>
              <a:gd name="connsiteY174" fmla="*/ 2124773 h 2323145"/>
              <a:gd name="connsiteX175" fmla="*/ 3140298 w 11269336"/>
              <a:gd name="connsiteY175" fmla="*/ 2129182 h 2323145"/>
              <a:gd name="connsiteX176" fmla="*/ 3138514 w 11269336"/>
              <a:gd name="connsiteY176" fmla="*/ 2128069 h 2323145"/>
              <a:gd name="connsiteX177" fmla="*/ 3120467 w 11269336"/>
              <a:gd name="connsiteY177" fmla="*/ 2128281 h 2323145"/>
              <a:gd name="connsiteX178" fmla="*/ 3116175 w 11269336"/>
              <a:gd name="connsiteY178" fmla="*/ 2131633 h 2323145"/>
              <a:gd name="connsiteX179" fmla="*/ 3103685 w 11269336"/>
              <a:gd name="connsiteY179" fmla="*/ 2132814 h 2323145"/>
              <a:gd name="connsiteX180" fmla="*/ 3078794 w 11269336"/>
              <a:gd name="connsiteY180" fmla="*/ 2137935 h 2323145"/>
              <a:gd name="connsiteX181" fmla="*/ 3074407 w 11269336"/>
              <a:gd name="connsiteY181" fmla="*/ 2136274 h 2323145"/>
              <a:gd name="connsiteX182" fmla="*/ 3037285 w 11269336"/>
              <a:gd name="connsiteY182" fmla="*/ 2139919 h 2323145"/>
              <a:gd name="connsiteX183" fmla="*/ 3036901 w 11269336"/>
              <a:gd name="connsiteY183" fmla="*/ 2138726 h 2323145"/>
              <a:gd name="connsiteX184" fmla="*/ 3026996 w 11269336"/>
              <a:gd name="connsiteY184" fmla="*/ 2134322 h 2323145"/>
              <a:gd name="connsiteX185" fmla="*/ 3007772 w 11269336"/>
              <a:gd name="connsiteY185" fmla="*/ 2128742 h 2323145"/>
              <a:gd name="connsiteX186" fmla="*/ 2965030 w 11269336"/>
              <a:gd name="connsiteY186" fmla="*/ 2100494 h 2323145"/>
              <a:gd name="connsiteX187" fmla="*/ 2926342 w 11269336"/>
              <a:gd name="connsiteY187" fmla="*/ 2104155 h 2323145"/>
              <a:gd name="connsiteX188" fmla="*/ 2918608 w 11269336"/>
              <a:gd name="connsiteY188" fmla="*/ 2104215 h 2323145"/>
              <a:gd name="connsiteX189" fmla="*/ 2918475 w 11269336"/>
              <a:gd name="connsiteY189" fmla="*/ 2103937 h 2323145"/>
              <a:gd name="connsiteX190" fmla="*/ 2910360 w 11269336"/>
              <a:gd name="connsiteY190" fmla="*/ 2103444 h 2323145"/>
              <a:gd name="connsiteX191" fmla="*/ 2904507 w 11269336"/>
              <a:gd name="connsiteY191" fmla="*/ 2104326 h 2323145"/>
              <a:gd name="connsiteX192" fmla="*/ 2889503 w 11269336"/>
              <a:gd name="connsiteY192" fmla="*/ 2104443 h 2323145"/>
              <a:gd name="connsiteX193" fmla="*/ 2884480 w 11269336"/>
              <a:gd name="connsiteY193" fmla="*/ 2102626 h 2323145"/>
              <a:gd name="connsiteX194" fmla="*/ 2882689 w 11269336"/>
              <a:gd name="connsiteY194" fmla="*/ 2099228 h 2323145"/>
              <a:gd name="connsiteX195" fmla="*/ 2881291 w 11269336"/>
              <a:gd name="connsiteY195" fmla="*/ 2099618 h 2323145"/>
              <a:gd name="connsiteX196" fmla="*/ 2853979 w 11269336"/>
              <a:gd name="connsiteY196" fmla="*/ 2090388 h 2323145"/>
              <a:gd name="connsiteX197" fmla="*/ 2791790 w 11269336"/>
              <a:gd name="connsiteY197" fmla="*/ 2080332 h 2323145"/>
              <a:gd name="connsiteX198" fmla="*/ 2755844 w 11269336"/>
              <a:gd name="connsiteY198" fmla="*/ 2078874 h 2323145"/>
              <a:gd name="connsiteX199" fmla="*/ 2657742 w 11269336"/>
              <a:gd name="connsiteY199" fmla="*/ 2070179 h 2323145"/>
              <a:gd name="connsiteX200" fmla="*/ 2559549 w 11269336"/>
              <a:gd name="connsiteY200" fmla="*/ 2057873 h 2323145"/>
              <a:gd name="connsiteX201" fmla="*/ 2512054 w 11269336"/>
              <a:gd name="connsiteY201" fmla="*/ 2031671 h 2323145"/>
              <a:gd name="connsiteX202" fmla="*/ 2506437 w 11269336"/>
              <a:gd name="connsiteY202" fmla="*/ 2030918 h 2323145"/>
              <a:gd name="connsiteX203" fmla="*/ 2491752 w 11269336"/>
              <a:gd name="connsiteY203" fmla="*/ 2033906 h 2323145"/>
              <a:gd name="connsiteX204" fmla="*/ 2486338 w 11269336"/>
              <a:gd name="connsiteY204" fmla="*/ 2035862 h 2323145"/>
              <a:gd name="connsiteX205" fmla="*/ 2478186 w 11269336"/>
              <a:gd name="connsiteY205" fmla="*/ 2036953 h 2323145"/>
              <a:gd name="connsiteX206" fmla="*/ 2477950 w 11269336"/>
              <a:gd name="connsiteY206" fmla="*/ 2036715 h 2323145"/>
              <a:gd name="connsiteX207" fmla="*/ 2470381 w 11269336"/>
              <a:gd name="connsiteY207" fmla="*/ 2038256 h 2323145"/>
              <a:gd name="connsiteX208" fmla="*/ 2433781 w 11269336"/>
              <a:gd name="connsiteY208" fmla="*/ 2049140 h 2323145"/>
              <a:gd name="connsiteX209" fmla="*/ 2381172 w 11269336"/>
              <a:gd name="connsiteY209" fmla="*/ 2030645 h 2323145"/>
              <a:gd name="connsiteX210" fmla="*/ 2360198 w 11269336"/>
              <a:gd name="connsiteY210" fmla="*/ 2029059 h 2323145"/>
              <a:gd name="connsiteX211" fmla="*/ 2348815 w 11269336"/>
              <a:gd name="connsiteY211" fmla="*/ 2026798 h 2323145"/>
              <a:gd name="connsiteX212" fmla="*/ 2347988 w 11269336"/>
              <a:gd name="connsiteY212" fmla="*/ 2025745 h 2323145"/>
              <a:gd name="connsiteX213" fmla="*/ 2312920 w 11269336"/>
              <a:gd name="connsiteY213" fmla="*/ 2036311 h 2323145"/>
              <a:gd name="connsiteX214" fmla="*/ 2307986 w 11269336"/>
              <a:gd name="connsiteY214" fmla="*/ 2035583 h 2323145"/>
              <a:gd name="connsiteX215" fmla="*/ 2285481 w 11269336"/>
              <a:gd name="connsiteY215" fmla="*/ 2045197 h 2323145"/>
              <a:gd name="connsiteX216" fmla="*/ 2273666 w 11269336"/>
              <a:gd name="connsiteY216" fmla="*/ 2048710 h 2323145"/>
              <a:gd name="connsiteX217" fmla="*/ 2270719 w 11269336"/>
              <a:gd name="connsiteY217" fmla="*/ 2052702 h 2323145"/>
              <a:gd name="connsiteX218" fmla="*/ 2253080 w 11269336"/>
              <a:gd name="connsiteY218" fmla="*/ 2056363 h 2323145"/>
              <a:gd name="connsiteX219" fmla="*/ 2250906 w 11269336"/>
              <a:gd name="connsiteY219" fmla="*/ 2055654 h 2323145"/>
              <a:gd name="connsiteX220" fmla="*/ 2236905 w 11269336"/>
              <a:gd name="connsiteY220" fmla="*/ 2062882 h 2323145"/>
              <a:gd name="connsiteX221" fmla="*/ 2225830 w 11269336"/>
              <a:gd name="connsiteY221" fmla="*/ 2074027 h 2323145"/>
              <a:gd name="connsiteX222" fmla="*/ 2073776 w 11269336"/>
              <a:gd name="connsiteY222" fmla="*/ 2089244 h 2323145"/>
              <a:gd name="connsiteX223" fmla="*/ 1948256 w 11269336"/>
              <a:gd name="connsiteY223" fmla="*/ 2146616 h 2323145"/>
              <a:gd name="connsiteX224" fmla="*/ 1865582 w 11269336"/>
              <a:gd name="connsiteY224" fmla="*/ 2153738 h 2323145"/>
              <a:gd name="connsiteX225" fmla="*/ 1835210 w 11269336"/>
              <a:gd name="connsiteY225" fmla="*/ 2134244 h 2323145"/>
              <a:gd name="connsiteX226" fmla="*/ 1632661 w 11269336"/>
              <a:gd name="connsiteY226" fmla="*/ 2173882 h 2323145"/>
              <a:gd name="connsiteX227" fmla="*/ 1579590 w 11269336"/>
              <a:gd name="connsiteY227" fmla="*/ 2173680 h 2323145"/>
              <a:gd name="connsiteX228" fmla="*/ 1535601 w 11269336"/>
              <a:gd name="connsiteY228" fmla="*/ 2194590 h 2323145"/>
              <a:gd name="connsiteX229" fmla="*/ 1515594 w 11269336"/>
              <a:gd name="connsiteY229" fmla="*/ 2189622 h 2323145"/>
              <a:gd name="connsiteX230" fmla="*/ 1512113 w 11269336"/>
              <a:gd name="connsiteY230" fmla="*/ 2188534 h 2323145"/>
              <a:gd name="connsiteX231" fmla="*/ 1498838 w 11269336"/>
              <a:gd name="connsiteY231" fmla="*/ 2189213 h 2323145"/>
              <a:gd name="connsiteX232" fmla="*/ 1494279 w 11269336"/>
              <a:gd name="connsiteY232" fmla="*/ 2183112 h 2323145"/>
              <a:gd name="connsiteX233" fmla="*/ 1473714 w 11269336"/>
              <a:gd name="connsiteY233" fmla="*/ 2179625 h 2323145"/>
              <a:gd name="connsiteX234" fmla="*/ 1449503 w 11269336"/>
              <a:gd name="connsiteY234" fmla="*/ 2182633 h 2323145"/>
              <a:gd name="connsiteX235" fmla="*/ 1266687 w 11269336"/>
              <a:gd name="connsiteY235" fmla="*/ 2212688 h 2323145"/>
              <a:gd name="connsiteX236" fmla="*/ 1239614 w 11269336"/>
              <a:gd name="connsiteY236" fmla="*/ 2209727 h 2323145"/>
              <a:gd name="connsiteX237" fmla="*/ 1202436 w 11269336"/>
              <a:gd name="connsiteY237" fmla="*/ 2209817 h 2323145"/>
              <a:gd name="connsiteX238" fmla="*/ 1136097 w 11269336"/>
              <a:gd name="connsiteY238" fmla="*/ 2205112 h 2323145"/>
              <a:gd name="connsiteX239" fmla="*/ 988232 w 11269336"/>
              <a:gd name="connsiteY239" fmla="*/ 2235635 h 2323145"/>
              <a:gd name="connsiteX240" fmla="*/ 981959 w 11269336"/>
              <a:gd name="connsiteY240" fmla="*/ 2231607 h 2323145"/>
              <a:gd name="connsiteX241" fmla="*/ 938600 w 11269336"/>
              <a:gd name="connsiteY241" fmla="*/ 2238113 h 2323145"/>
              <a:gd name="connsiteX242" fmla="*/ 791788 w 11269336"/>
              <a:gd name="connsiteY242" fmla="*/ 2293224 h 2323145"/>
              <a:gd name="connsiteX243" fmla="*/ 706914 w 11269336"/>
              <a:gd name="connsiteY243" fmla="*/ 2305046 h 2323145"/>
              <a:gd name="connsiteX244" fmla="*/ 675971 w 11269336"/>
              <a:gd name="connsiteY244" fmla="*/ 2304030 h 2323145"/>
              <a:gd name="connsiteX245" fmla="*/ 624180 w 11269336"/>
              <a:gd name="connsiteY245" fmla="*/ 2302650 h 2323145"/>
              <a:gd name="connsiteX246" fmla="*/ 583453 w 11269336"/>
              <a:gd name="connsiteY246" fmla="*/ 2288788 h 2323145"/>
              <a:gd name="connsiteX247" fmla="*/ 540946 w 11269336"/>
              <a:gd name="connsiteY247" fmla="*/ 2292721 h 2323145"/>
              <a:gd name="connsiteX248" fmla="*/ 533680 w 11269336"/>
              <a:gd name="connsiteY248" fmla="*/ 2310233 h 2323145"/>
              <a:gd name="connsiteX249" fmla="*/ 487366 w 11269336"/>
              <a:gd name="connsiteY249" fmla="*/ 2309053 h 2323145"/>
              <a:gd name="connsiteX250" fmla="*/ 416820 w 11269336"/>
              <a:gd name="connsiteY250" fmla="*/ 2305443 h 2323145"/>
              <a:gd name="connsiteX251" fmla="*/ 376805 w 11269336"/>
              <a:gd name="connsiteY251" fmla="*/ 2307647 h 2323145"/>
              <a:gd name="connsiteX252" fmla="*/ 266777 w 11269336"/>
              <a:gd name="connsiteY252" fmla="*/ 2309012 h 2323145"/>
              <a:gd name="connsiteX253" fmla="*/ 156013 w 11269336"/>
              <a:gd name="connsiteY253" fmla="*/ 2306832 h 2323145"/>
              <a:gd name="connsiteX254" fmla="*/ 87258 w 11269336"/>
              <a:gd name="connsiteY254" fmla="*/ 2285511 h 2323145"/>
              <a:gd name="connsiteX255" fmla="*/ 23798 w 11269336"/>
              <a:gd name="connsiteY255" fmla="*/ 2281822 h 2323145"/>
              <a:gd name="connsiteX256" fmla="*/ 0 w 11269336"/>
              <a:gd name="connsiteY256" fmla="*/ 2285369 h 2323145"/>
              <a:gd name="connsiteX257" fmla="*/ 0 w 11269336"/>
              <a:gd name="connsiteY257"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561575 w 11269336"/>
              <a:gd name="connsiteY19" fmla="*/ 559978 h 2323145"/>
              <a:gd name="connsiteX20" fmla="*/ 9162278 w 11269336"/>
              <a:gd name="connsiteY20" fmla="*/ 704724 h 2323145"/>
              <a:gd name="connsiteX21" fmla="*/ 9062863 w 11269336"/>
              <a:gd name="connsiteY21" fmla="*/ 754656 h 2323145"/>
              <a:gd name="connsiteX22" fmla="*/ 8914746 w 11269336"/>
              <a:gd name="connsiteY22" fmla="*/ 826428 h 2323145"/>
              <a:gd name="connsiteX23" fmla="*/ 8917778 w 11269336"/>
              <a:gd name="connsiteY23" fmla="*/ 835198 h 2323145"/>
              <a:gd name="connsiteX24" fmla="*/ 8905560 w 11269336"/>
              <a:gd name="connsiteY24" fmla="*/ 838358 h 2323145"/>
              <a:gd name="connsiteX25" fmla="*/ 8897564 w 11269336"/>
              <a:gd name="connsiteY25" fmla="*/ 834287 h 2323145"/>
              <a:gd name="connsiteX26" fmla="*/ 8878040 w 11269336"/>
              <a:gd name="connsiteY26" fmla="*/ 844150 h 2323145"/>
              <a:gd name="connsiteX27" fmla="*/ 8795998 w 11269336"/>
              <a:gd name="connsiteY27" fmla="*/ 863337 h 2323145"/>
              <a:gd name="connsiteX28" fmla="*/ 8776970 w 11269336"/>
              <a:gd name="connsiteY28" fmla="*/ 885177 h 2323145"/>
              <a:gd name="connsiteX29" fmla="*/ 8755719 w 11269336"/>
              <a:gd name="connsiteY29" fmla="*/ 889754 h 2323145"/>
              <a:gd name="connsiteX30" fmla="*/ 8743257 w 11269336"/>
              <a:gd name="connsiteY30" fmla="*/ 904723 h 2323145"/>
              <a:gd name="connsiteX31" fmla="*/ 8721366 w 11269336"/>
              <a:gd name="connsiteY31" fmla="*/ 904711 h 2323145"/>
              <a:gd name="connsiteX32" fmla="*/ 8678353 w 11269336"/>
              <a:gd name="connsiteY32" fmla="*/ 926318 h 2323145"/>
              <a:gd name="connsiteX33" fmla="*/ 8636849 w 11269336"/>
              <a:gd name="connsiteY33" fmla="*/ 937900 h 2323145"/>
              <a:gd name="connsiteX34" fmla="*/ 8620213 w 11269336"/>
              <a:gd name="connsiteY34" fmla="*/ 943068 h 2323145"/>
              <a:gd name="connsiteX35" fmla="*/ 8612581 w 11269336"/>
              <a:gd name="connsiteY35" fmla="*/ 952695 h 2323145"/>
              <a:gd name="connsiteX36" fmla="*/ 8589038 w 11269336"/>
              <a:gd name="connsiteY36" fmla="*/ 963892 h 2323145"/>
              <a:gd name="connsiteX37" fmla="*/ 8579950 w 11269336"/>
              <a:gd name="connsiteY37" fmla="*/ 960899 h 2323145"/>
              <a:gd name="connsiteX38" fmla="*/ 8579319 w 11269336"/>
              <a:gd name="connsiteY38" fmla="*/ 965630 h 2323145"/>
              <a:gd name="connsiteX39" fmla="*/ 8547429 w 11269336"/>
              <a:gd name="connsiteY39" fmla="*/ 984506 h 2323145"/>
              <a:gd name="connsiteX40" fmla="*/ 8478704 w 11269336"/>
              <a:gd name="connsiteY40" fmla="*/ 1025490 h 2323145"/>
              <a:gd name="connsiteX41" fmla="*/ 8461421 w 11269336"/>
              <a:gd name="connsiteY41" fmla="*/ 1035512 h 2323145"/>
              <a:gd name="connsiteX42" fmla="*/ 8445003 w 11269336"/>
              <a:gd name="connsiteY42" fmla="*/ 1036851 h 2323145"/>
              <a:gd name="connsiteX43" fmla="*/ 8357350 w 11269336"/>
              <a:gd name="connsiteY43" fmla="*/ 1060213 h 2323145"/>
              <a:gd name="connsiteX44" fmla="*/ 8335565 w 11269336"/>
              <a:gd name="connsiteY44" fmla="*/ 1061151 h 2323145"/>
              <a:gd name="connsiteX45" fmla="*/ 8325267 w 11269336"/>
              <a:gd name="connsiteY45" fmla="*/ 1055919 h 2323145"/>
              <a:gd name="connsiteX46" fmla="*/ 8293586 w 11269336"/>
              <a:gd name="connsiteY46" fmla="*/ 1076144 h 2323145"/>
              <a:gd name="connsiteX47" fmla="*/ 8242405 w 11269336"/>
              <a:gd name="connsiteY47" fmla="*/ 1095960 h 2323145"/>
              <a:gd name="connsiteX48" fmla="*/ 8197391 w 11269336"/>
              <a:gd name="connsiteY48" fmla="*/ 1107746 h 2323145"/>
              <a:gd name="connsiteX49" fmla="*/ 8081474 w 11269336"/>
              <a:gd name="connsiteY49" fmla="*/ 1130125 h 2323145"/>
              <a:gd name="connsiteX50" fmla="*/ 8053585 w 11269336"/>
              <a:gd name="connsiteY50" fmla="*/ 1129169 h 2323145"/>
              <a:gd name="connsiteX51" fmla="*/ 8038422 w 11269336"/>
              <a:gd name="connsiteY51" fmla="*/ 1119092 h 2323145"/>
              <a:gd name="connsiteX52" fmla="*/ 8029450 w 11269336"/>
              <a:gd name="connsiteY52" fmla="*/ 1125592 h 2323145"/>
              <a:gd name="connsiteX53" fmla="*/ 7959552 w 11269336"/>
              <a:gd name="connsiteY53" fmla="*/ 1140188 h 2323145"/>
              <a:gd name="connsiteX54" fmla="*/ 7914188 w 11269336"/>
              <a:gd name="connsiteY54" fmla="*/ 1150862 h 2323145"/>
              <a:gd name="connsiteX55" fmla="*/ 7914918 w 11269336"/>
              <a:gd name="connsiteY55" fmla="*/ 1168758 h 2323145"/>
              <a:gd name="connsiteX56" fmla="*/ 7875510 w 11269336"/>
              <a:gd name="connsiteY56" fmla="*/ 1183153 h 2323145"/>
              <a:gd name="connsiteX57" fmla="*/ 7829932 w 11269336"/>
              <a:gd name="connsiteY57" fmla="*/ 1180782 h 2323145"/>
              <a:gd name="connsiteX58" fmla="*/ 7779182 w 11269336"/>
              <a:gd name="connsiteY58" fmla="*/ 1192665 h 2323145"/>
              <a:gd name="connsiteX59" fmla="*/ 7748774 w 11269336"/>
              <a:gd name="connsiteY59" fmla="*/ 1199586 h 2323145"/>
              <a:gd name="connsiteX60" fmla="*/ 7671846 w 11269336"/>
              <a:gd name="connsiteY60" fmla="*/ 1231966 h 2323145"/>
              <a:gd name="connsiteX61" fmla="*/ 7554146 w 11269336"/>
              <a:gd name="connsiteY61" fmla="*/ 1319748 h 2323145"/>
              <a:gd name="connsiteX62" fmla="*/ 7515052 w 11269336"/>
              <a:gd name="connsiteY62" fmla="*/ 1336718 h 2323145"/>
              <a:gd name="connsiteX63" fmla="*/ 7507193 w 11269336"/>
              <a:gd name="connsiteY63" fmla="*/ 1334617 h 2323145"/>
              <a:gd name="connsiteX64" fmla="*/ 7461694 w 11269336"/>
              <a:gd name="connsiteY64" fmla="*/ 1375866 h 2323145"/>
              <a:gd name="connsiteX65" fmla="*/ 7377571 w 11269336"/>
              <a:gd name="connsiteY65" fmla="*/ 1400128 h 2323145"/>
              <a:gd name="connsiteX66" fmla="*/ 7311261 w 11269336"/>
              <a:gd name="connsiteY66" fmla="*/ 1412652 h 2323145"/>
              <a:gd name="connsiteX67" fmla="*/ 7275307 w 11269336"/>
              <a:gd name="connsiteY67" fmla="*/ 1422171 h 2323145"/>
              <a:gd name="connsiteX68" fmla="*/ 7247783 w 11269336"/>
              <a:gd name="connsiteY68" fmla="*/ 1426330 h 2323145"/>
              <a:gd name="connsiteX69" fmla="*/ 7185047 w 11269336"/>
              <a:gd name="connsiteY69" fmla="*/ 1451812 h 2323145"/>
              <a:gd name="connsiteX70" fmla="*/ 7084117 w 11269336"/>
              <a:gd name="connsiteY70" fmla="*/ 1500281 h 2323145"/>
              <a:gd name="connsiteX71" fmla="*/ 7062011 w 11269336"/>
              <a:gd name="connsiteY71" fmla="*/ 1509183 h 2323145"/>
              <a:gd name="connsiteX72" fmla="*/ 7040555 w 11269336"/>
              <a:gd name="connsiteY72" fmla="*/ 1511207 h 2323145"/>
              <a:gd name="connsiteX73" fmla="*/ 7033438 w 11269336"/>
              <a:gd name="connsiteY73" fmla="*/ 1506772 h 2323145"/>
              <a:gd name="connsiteX74" fmla="*/ 7020886 w 11269336"/>
              <a:gd name="connsiteY74" fmla="*/ 1510764 h 2323145"/>
              <a:gd name="connsiteX75" fmla="*/ 7017033 w 11269336"/>
              <a:gd name="connsiteY75" fmla="*/ 1510650 h 2323145"/>
              <a:gd name="connsiteX76" fmla="*/ 6995460 w 11269336"/>
              <a:gd name="connsiteY76" fmla="*/ 1511173 h 2323145"/>
              <a:gd name="connsiteX77" fmla="*/ 6962144 w 11269336"/>
              <a:gd name="connsiteY77" fmla="*/ 1541508 h 2323145"/>
              <a:gd name="connsiteX78" fmla="*/ 6910674 w 11269336"/>
              <a:gd name="connsiteY78" fmla="*/ 1554793 h 2323145"/>
              <a:gd name="connsiteX79" fmla="*/ 6732152 w 11269336"/>
              <a:gd name="connsiteY79" fmla="*/ 1642538 h 2323145"/>
              <a:gd name="connsiteX80" fmla="*/ 6694106 w 11269336"/>
              <a:gd name="connsiteY80" fmla="*/ 1632377 h 2323145"/>
              <a:gd name="connsiteX81" fmla="*/ 6617223 w 11269336"/>
              <a:gd name="connsiteY81" fmla="*/ 1659889 h 2323145"/>
              <a:gd name="connsiteX82" fmla="*/ 6521138 w 11269336"/>
              <a:gd name="connsiteY82" fmla="*/ 1744340 h 2323145"/>
              <a:gd name="connsiteX83" fmla="*/ 6380677 w 11269336"/>
              <a:gd name="connsiteY83" fmla="*/ 1796883 h 2323145"/>
              <a:gd name="connsiteX84" fmla="*/ 6374897 w 11269336"/>
              <a:gd name="connsiteY84" fmla="*/ 1809910 h 2323145"/>
              <a:gd name="connsiteX85" fmla="*/ 6364545 w 11269336"/>
              <a:gd name="connsiteY85" fmla="*/ 1820090 h 2323145"/>
              <a:gd name="connsiteX86" fmla="*/ 6362126 w 11269336"/>
              <a:gd name="connsiteY86" fmla="*/ 1819991 h 2323145"/>
              <a:gd name="connsiteX87" fmla="*/ 6346673 w 11269336"/>
              <a:gd name="connsiteY87" fmla="*/ 1827824 h 2323145"/>
              <a:gd name="connsiteX88" fmla="*/ 6345588 w 11269336"/>
              <a:gd name="connsiteY88" fmla="*/ 1832232 h 2323145"/>
              <a:gd name="connsiteX89" fmla="*/ 6335708 w 11269336"/>
              <a:gd name="connsiteY89" fmla="*/ 1838451 h 2323145"/>
              <a:gd name="connsiteX90" fmla="*/ 6318182 w 11269336"/>
              <a:gd name="connsiteY90" fmla="*/ 1852975 h 2323145"/>
              <a:gd name="connsiteX91" fmla="*/ 6313084 w 11269336"/>
              <a:gd name="connsiteY91" fmla="*/ 1853561 h 2323145"/>
              <a:gd name="connsiteX92" fmla="*/ 6283816 w 11269336"/>
              <a:gd name="connsiteY92" fmla="*/ 1872148 h 2323145"/>
              <a:gd name="connsiteX93" fmla="*/ 6282550 w 11269336"/>
              <a:gd name="connsiteY93" fmla="*/ 1871392 h 2323145"/>
              <a:gd name="connsiteX94" fmla="*/ 6270527 w 11269336"/>
              <a:gd name="connsiteY94" fmla="*/ 1872208 h 2323145"/>
              <a:gd name="connsiteX95" fmla="*/ 6249518 w 11269336"/>
              <a:gd name="connsiteY95" fmla="*/ 1876079 h 2323145"/>
              <a:gd name="connsiteX96" fmla="*/ 6190386 w 11269336"/>
              <a:gd name="connsiteY96" fmla="*/ 1872478 h 2323145"/>
              <a:gd name="connsiteX97" fmla="*/ 6159777 w 11269336"/>
              <a:gd name="connsiteY97" fmla="*/ 1891745 h 2323145"/>
              <a:gd name="connsiteX98" fmla="*/ 6153131 w 11269336"/>
              <a:gd name="connsiteY98" fmla="*/ 1895079 h 2323145"/>
              <a:gd name="connsiteX99" fmla="*/ 6152798 w 11269336"/>
              <a:gd name="connsiteY99" fmla="*/ 1894920 h 2323145"/>
              <a:gd name="connsiteX100" fmla="*/ 6145388 w 11269336"/>
              <a:gd name="connsiteY100" fmla="*/ 1897990 h 2323145"/>
              <a:gd name="connsiteX101" fmla="*/ 6141014 w 11269336"/>
              <a:gd name="connsiteY101" fmla="*/ 1901155 h 2323145"/>
              <a:gd name="connsiteX102" fmla="*/ 6128122 w 11269336"/>
              <a:gd name="connsiteY102" fmla="*/ 1907623 h 2323145"/>
              <a:gd name="connsiteX103" fmla="*/ 6122351 w 11269336"/>
              <a:gd name="connsiteY103" fmla="*/ 1908359 h 2323145"/>
              <a:gd name="connsiteX104" fmla="*/ 6064750 w 11269336"/>
              <a:gd name="connsiteY104" fmla="*/ 1896394 h 2323145"/>
              <a:gd name="connsiteX105" fmla="*/ 5964230 w 11269336"/>
              <a:gd name="connsiteY105" fmla="*/ 1910038 h 2323145"/>
              <a:gd name="connsiteX106" fmla="*/ 5865399 w 11269336"/>
              <a:gd name="connsiteY106" fmla="*/ 1926966 h 2323145"/>
              <a:gd name="connsiteX107" fmla="*/ 5829951 w 11269336"/>
              <a:gd name="connsiteY107" fmla="*/ 1934755 h 2323145"/>
              <a:gd name="connsiteX108" fmla="*/ 5765285 w 11269336"/>
              <a:gd name="connsiteY108" fmla="*/ 1941322 h 2323145"/>
              <a:gd name="connsiteX109" fmla="*/ 5734750 w 11269336"/>
              <a:gd name="connsiteY109" fmla="*/ 1939793 h 2323145"/>
              <a:gd name="connsiteX110" fmla="*/ 5733569 w 11269336"/>
              <a:gd name="connsiteY110" fmla="*/ 1940505 h 2323145"/>
              <a:gd name="connsiteX111" fmla="*/ 5730329 w 11269336"/>
              <a:gd name="connsiteY111" fmla="*/ 1937845 h 2323145"/>
              <a:gd name="connsiteX112" fmla="*/ 5724661 w 11269336"/>
              <a:gd name="connsiteY112" fmla="*/ 1937455 h 2323145"/>
              <a:gd name="connsiteX113" fmla="*/ 5710186 w 11269336"/>
              <a:gd name="connsiteY113" fmla="*/ 1941370 h 2323145"/>
              <a:gd name="connsiteX114" fmla="*/ 5704910 w 11269336"/>
              <a:gd name="connsiteY114" fmla="*/ 1943663 h 2323145"/>
              <a:gd name="connsiteX115" fmla="*/ 5696836 w 11269336"/>
              <a:gd name="connsiteY115" fmla="*/ 1945271 h 2323145"/>
              <a:gd name="connsiteX116" fmla="*/ 5696583 w 11269336"/>
              <a:gd name="connsiteY116" fmla="*/ 1945050 h 2323145"/>
              <a:gd name="connsiteX117" fmla="*/ 5689123 w 11269336"/>
              <a:gd name="connsiteY117" fmla="*/ 1947067 h 2323145"/>
              <a:gd name="connsiteX118" fmla="*/ 5653291 w 11269336"/>
              <a:gd name="connsiteY118" fmla="*/ 1960245 h 2323145"/>
              <a:gd name="connsiteX119" fmla="*/ 5599385 w 11269336"/>
              <a:gd name="connsiteY119" fmla="*/ 1945198 h 2323145"/>
              <a:gd name="connsiteX120" fmla="*/ 5578300 w 11269336"/>
              <a:gd name="connsiteY120" fmla="*/ 1944963 h 2323145"/>
              <a:gd name="connsiteX121" fmla="*/ 5566758 w 11269336"/>
              <a:gd name="connsiteY121" fmla="*/ 1943441 h 2323145"/>
              <a:gd name="connsiteX122" fmla="*/ 5565857 w 11269336"/>
              <a:gd name="connsiteY122" fmla="*/ 1942445 h 2323145"/>
              <a:gd name="connsiteX123" fmla="*/ 5531534 w 11269336"/>
              <a:gd name="connsiteY123" fmla="*/ 1955208 h 2323145"/>
              <a:gd name="connsiteX124" fmla="*/ 5526552 w 11269336"/>
              <a:gd name="connsiteY124" fmla="*/ 1954799 h 2323145"/>
              <a:gd name="connsiteX125" fmla="*/ 5504723 w 11269336"/>
              <a:gd name="connsiteY125" fmla="*/ 1965811 h 2323145"/>
              <a:gd name="connsiteX126" fmla="*/ 5493156 w 11269336"/>
              <a:gd name="connsiteY126" fmla="*/ 1970063 h 2323145"/>
              <a:gd name="connsiteX127" fmla="*/ 5490486 w 11269336"/>
              <a:gd name="connsiteY127" fmla="*/ 1974227 h 2323145"/>
              <a:gd name="connsiteX128" fmla="*/ 5473107 w 11269336"/>
              <a:gd name="connsiteY128" fmla="*/ 1979001 h 2323145"/>
              <a:gd name="connsiteX129" fmla="*/ 5470885 w 11269336"/>
              <a:gd name="connsiteY129" fmla="*/ 1978432 h 2323145"/>
              <a:gd name="connsiteX130" fmla="*/ 5457393 w 11269336"/>
              <a:gd name="connsiteY130" fmla="*/ 1986525 h 2323145"/>
              <a:gd name="connsiteX131" fmla="*/ 5447102 w 11269336"/>
              <a:gd name="connsiteY131" fmla="*/ 1998329 h 2323145"/>
              <a:gd name="connsiteX132" fmla="*/ 5159151 w 11269336"/>
              <a:gd name="connsiteY132" fmla="*/ 2029640 h 2323145"/>
              <a:gd name="connsiteX133" fmla="*/ 5098838 w 11269336"/>
              <a:gd name="connsiteY133" fmla="*/ 2062961 h 2323145"/>
              <a:gd name="connsiteX134" fmla="*/ 4860988 w 11269336"/>
              <a:gd name="connsiteY134" fmla="*/ 2135698 h 2323145"/>
              <a:gd name="connsiteX135" fmla="*/ 4765388 w 11269336"/>
              <a:gd name="connsiteY135" fmla="*/ 2162525 h 2323145"/>
              <a:gd name="connsiteX136" fmla="*/ 4745033 w 11269336"/>
              <a:gd name="connsiteY136" fmla="*/ 2158859 h 2323145"/>
              <a:gd name="connsiteX137" fmla="*/ 4741475 w 11269336"/>
              <a:gd name="connsiteY137" fmla="*/ 2157998 h 2323145"/>
              <a:gd name="connsiteX138" fmla="*/ 4728247 w 11269336"/>
              <a:gd name="connsiteY138" fmla="*/ 2159526 h 2323145"/>
              <a:gd name="connsiteX139" fmla="*/ 4723263 w 11269336"/>
              <a:gd name="connsiteY139" fmla="*/ 2153742 h 2323145"/>
              <a:gd name="connsiteX140" fmla="*/ 4593061 w 11269336"/>
              <a:gd name="connsiteY140" fmla="*/ 2171597 h 2323145"/>
              <a:gd name="connsiteX141" fmla="*/ 4533444 w 11269336"/>
              <a:gd name="connsiteY141" fmla="*/ 2181200 h 2323145"/>
              <a:gd name="connsiteX142" fmla="*/ 4492832 w 11269336"/>
              <a:gd name="connsiteY142" fmla="*/ 2188033 h 2323145"/>
              <a:gd name="connsiteX143" fmla="*/ 4467257 w 11269336"/>
              <a:gd name="connsiteY143" fmla="*/ 2196121 h 2323145"/>
              <a:gd name="connsiteX144" fmla="*/ 4459937 w 11269336"/>
              <a:gd name="connsiteY144" fmla="*/ 2195182 h 2323145"/>
              <a:gd name="connsiteX145" fmla="*/ 4433312 w 11269336"/>
              <a:gd name="connsiteY145" fmla="*/ 2199004 h 2323145"/>
              <a:gd name="connsiteX146" fmla="*/ 4405765 w 11269336"/>
              <a:gd name="connsiteY146" fmla="*/ 2199902 h 2323145"/>
              <a:gd name="connsiteX147" fmla="*/ 4401354 w 11269336"/>
              <a:gd name="connsiteY147" fmla="*/ 2194745 h 2323145"/>
              <a:gd name="connsiteX148" fmla="*/ 4366646 w 11269336"/>
              <a:gd name="connsiteY148" fmla="*/ 2198564 h 2323145"/>
              <a:gd name="connsiteX149" fmla="*/ 4354009 w 11269336"/>
              <a:gd name="connsiteY149" fmla="*/ 2204984 h 2323145"/>
              <a:gd name="connsiteX150" fmla="*/ 4348284 w 11269336"/>
              <a:gd name="connsiteY150" fmla="*/ 2205270 h 2323145"/>
              <a:gd name="connsiteX151" fmla="*/ 4333906 w 11269336"/>
              <a:gd name="connsiteY151" fmla="*/ 2205251 h 2323145"/>
              <a:gd name="connsiteX152" fmla="*/ 4308819 w 11269336"/>
              <a:gd name="connsiteY152" fmla="*/ 2203822 h 2323145"/>
              <a:gd name="connsiteX153" fmla="*/ 4301210 w 11269336"/>
              <a:gd name="connsiteY153" fmla="*/ 2204456 h 2323145"/>
              <a:gd name="connsiteX154" fmla="*/ 4283095 w 11269336"/>
              <a:gd name="connsiteY154" fmla="*/ 2198177 h 2323145"/>
              <a:gd name="connsiteX155" fmla="*/ 4250119 w 11269336"/>
              <a:gd name="connsiteY155" fmla="*/ 2196342 h 2323145"/>
              <a:gd name="connsiteX156" fmla="*/ 4189203 w 11269336"/>
              <a:gd name="connsiteY156" fmla="*/ 2178994 h 2323145"/>
              <a:gd name="connsiteX157" fmla="*/ 4154035 w 11269336"/>
              <a:gd name="connsiteY157" fmla="*/ 2171950 h 2323145"/>
              <a:gd name="connsiteX158" fmla="*/ 4129569 w 11269336"/>
              <a:gd name="connsiteY158" fmla="*/ 2163850 h 2323145"/>
              <a:gd name="connsiteX159" fmla="*/ 4061250 w 11269336"/>
              <a:gd name="connsiteY159" fmla="*/ 2159236 h 2323145"/>
              <a:gd name="connsiteX160" fmla="*/ 3945480 w 11269336"/>
              <a:gd name="connsiteY160" fmla="*/ 2158279 h 2323145"/>
              <a:gd name="connsiteX161" fmla="*/ 3921468 w 11269336"/>
              <a:gd name="connsiteY161" fmla="*/ 2156588 h 2323145"/>
              <a:gd name="connsiteX162" fmla="*/ 3903348 w 11269336"/>
              <a:gd name="connsiteY162" fmla="*/ 2149220 h 2323145"/>
              <a:gd name="connsiteX163" fmla="*/ 3901342 w 11269336"/>
              <a:gd name="connsiteY163" fmla="*/ 2142355 h 2323145"/>
              <a:gd name="connsiteX164" fmla="*/ 3888539 w 11269336"/>
              <a:gd name="connsiteY164" fmla="*/ 2140476 h 2323145"/>
              <a:gd name="connsiteX165" fmla="*/ 3885662 w 11269336"/>
              <a:gd name="connsiteY165" fmla="*/ 2138740 h 2323145"/>
              <a:gd name="connsiteX166" fmla="*/ 3868627 w 11269336"/>
              <a:gd name="connsiteY166" fmla="*/ 2130023 h 2323145"/>
              <a:gd name="connsiteX167" fmla="*/ 3819177 w 11269336"/>
              <a:gd name="connsiteY167" fmla="*/ 2142111 h 2323145"/>
              <a:gd name="connsiteX168" fmla="*/ 3769100 w 11269336"/>
              <a:gd name="connsiteY168" fmla="*/ 2131731 h 2323145"/>
              <a:gd name="connsiteX169" fmla="*/ 3562752 w 11269336"/>
              <a:gd name="connsiteY169" fmla="*/ 2131785 h 2323145"/>
              <a:gd name="connsiteX170" fmla="*/ 3541402 w 11269336"/>
              <a:gd name="connsiteY170" fmla="*/ 2106821 h 2323145"/>
              <a:gd name="connsiteX171" fmla="*/ 3365341 w 11269336"/>
              <a:gd name="connsiteY171" fmla="*/ 2077638 h 2323145"/>
              <a:gd name="connsiteX172" fmla="*/ 3170922 w 11269336"/>
              <a:gd name="connsiteY172" fmla="*/ 2115957 h 2323145"/>
              <a:gd name="connsiteX173" fmla="*/ 3156256 w 11269336"/>
              <a:gd name="connsiteY173" fmla="*/ 2124773 h 2323145"/>
              <a:gd name="connsiteX174" fmla="*/ 3140298 w 11269336"/>
              <a:gd name="connsiteY174" fmla="*/ 2129182 h 2323145"/>
              <a:gd name="connsiteX175" fmla="*/ 3138514 w 11269336"/>
              <a:gd name="connsiteY175" fmla="*/ 2128069 h 2323145"/>
              <a:gd name="connsiteX176" fmla="*/ 3120467 w 11269336"/>
              <a:gd name="connsiteY176" fmla="*/ 2128281 h 2323145"/>
              <a:gd name="connsiteX177" fmla="*/ 3116175 w 11269336"/>
              <a:gd name="connsiteY177" fmla="*/ 2131633 h 2323145"/>
              <a:gd name="connsiteX178" fmla="*/ 3103685 w 11269336"/>
              <a:gd name="connsiteY178" fmla="*/ 2132814 h 2323145"/>
              <a:gd name="connsiteX179" fmla="*/ 3078794 w 11269336"/>
              <a:gd name="connsiteY179" fmla="*/ 2137935 h 2323145"/>
              <a:gd name="connsiteX180" fmla="*/ 3074407 w 11269336"/>
              <a:gd name="connsiteY180" fmla="*/ 2136274 h 2323145"/>
              <a:gd name="connsiteX181" fmla="*/ 3037285 w 11269336"/>
              <a:gd name="connsiteY181" fmla="*/ 2139919 h 2323145"/>
              <a:gd name="connsiteX182" fmla="*/ 3036901 w 11269336"/>
              <a:gd name="connsiteY182" fmla="*/ 2138726 h 2323145"/>
              <a:gd name="connsiteX183" fmla="*/ 3026996 w 11269336"/>
              <a:gd name="connsiteY183" fmla="*/ 2134322 h 2323145"/>
              <a:gd name="connsiteX184" fmla="*/ 3007772 w 11269336"/>
              <a:gd name="connsiteY184" fmla="*/ 2128742 h 2323145"/>
              <a:gd name="connsiteX185" fmla="*/ 2965030 w 11269336"/>
              <a:gd name="connsiteY185" fmla="*/ 2100494 h 2323145"/>
              <a:gd name="connsiteX186" fmla="*/ 2926342 w 11269336"/>
              <a:gd name="connsiteY186" fmla="*/ 2104155 h 2323145"/>
              <a:gd name="connsiteX187" fmla="*/ 2918608 w 11269336"/>
              <a:gd name="connsiteY187" fmla="*/ 2104215 h 2323145"/>
              <a:gd name="connsiteX188" fmla="*/ 2918475 w 11269336"/>
              <a:gd name="connsiteY188" fmla="*/ 2103937 h 2323145"/>
              <a:gd name="connsiteX189" fmla="*/ 2910360 w 11269336"/>
              <a:gd name="connsiteY189" fmla="*/ 2103444 h 2323145"/>
              <a:gd name="connsiteX190" fmla="*/ 2904507 w 11269336"/>
              <a:gd name="connsiteY190" fmla="*/ 2104326 h 2323145"/>
              <a:gd name="connsiteX191" fmla="*/ 2889503 w 11269336"/>
              <a:gd name="connsiteY191" fmla="*/ 2104443 h 2323145"/>
              <a:gd name="connsiteX192" fmla="*/ 2884480 w 11269336"/>
              <a:gd name="connsiteY192" fmla="*/ 2102626 h 2323145"/>
              <a:gd name="connsiteX193" fmla="*/ 2882689 w 11269336"/>
              <a:gd name="connsiteY193" fmla="*/ 2099228 h 2323145"/>
              <a:gd name="connsiteX194" fmla="*/ 2881291 w 11269336"/>
              <a:gd name="connsiteY194" fmla="*/ 2099618 h 2323145"/>
              <a:gd name="connsiteX195" fmla="*/ 2853979 w 11269336"/>
              <a:gd name="connsiteY195" fmla="*/ 2090388 h 2323145"/>
              <a:gd name="connsiteX196" fmla="*/ 2791790 w 11269336"/>
              <a:gd name="connsiteY196" fmla="*/ 2080332 h 2323145"/>
              <a:gd name="connsiteX197" fmla="*/ 2755844 w 11269336"/>
              <a:gd name="connsiteY197" fmla="*/ 2078874 h 2323145"/>
              <a:gd name="connsiteX198" fmla="*/ 2657742 w 11269336"/>
              <a:gd name="connsiteY198" fmla="*/ 2070179 h 2323145"/>
              <a:gd name="connsiteX199" fmla="*/ 2559549 w 11269336"/>
              <a:gd name="connsiteY199" fmla="*/ 2057873 h 2323145"/>
              <a:gd name="connsiteX200" fmla="*/ 2512054 w 11269336"/>
              <a:gd name="connsiteY200" fmla="*/ 2031671 h 2323145"/>
              <a:gd name="connsiteX201" fmla="*/ 2506437 w 11269336"/>
              <a:gd name="connsiteY201" fmla="*/ 2030918 h 2323145"/>
              <a:gd name="connsiteX202" fmla="*/ 2491752 w 11269336"/>
              <a:gd name="connsiteY202" fmla="*/ 2033906 h 2323145"/>
              <a:gd name="connsiteX203" fmla="*/ 2486338 w 11269336"/>
              <a:gd name="connsiteY203" fmla="*/ 2035862 h 2323145"/>
              <a:gd name="connsiteX204" fmla="*/ 2478186 w 11269336"/>
              <a:gd name="connsiteY204" fmla="*/ 2036953 h 2323145"/>
              <a:gd name="connsiteX205" fmla="*/ 2477950 w 11269336"/>
              <a:gd name="connsiteY205" fmla="*/ 2036715 h 2323145"/>
              <a:gd name="connsiteX206" fmla="*/ 2470381 w 11269336"/>
              <a:gd name="connsiteY206" fmla="*/ 2038256 h 2323145"/>
              <a:gd name="connsiteX207" fmla="*/ 2433781 w 11269336"/>
              <a:gd name="connsiteY207" fmla="*/ 2049140 h 2323145"/>
              <a:gd name="connsiteX208" fmla="*/ 2381172 w 11269336"/>
              <a:gd name="connsiteY208" fmla="*/ 2030645 h 2323145"/>
              <a:gd name="connsiteX209" fmla="*/ 2360198 w 11269336"/>
              <a:gd name="connsiteY209" fmla="*/ 2029059 h 2323145"/>
              <a:gd name="connsiteX210" fmla="*/ 2348815 w 11269336"/>
              <a:gd name="connsiteY210" fmla="*/ 2026798 h 2323145"/>
              <a:gd name="connsiteX211" fmla="*/ 2347988 w 11269336"/>
              <a:gd name="connsiteY211" fmla="*/ 2025745 h 2323145"/>
              <a:gd name="connsiteX212" fmla="*/ 2312920 w 11269336"/>
              <a:gd name="connsiteY212" fmla="*/ 2036311 h 2323145"/>
              <a:gd name="connsiteX213" fmla="*/ 2307986 w 11269336"/>
              <a:gd name="connsiteY213" fmla="*/ 2035583 h 2323145"/>
              <a:gd name="connsiteX214" fmla="*/ 2285481 w 11269336"/>
              <a:gd name="connsiteY214" fmla="*/ 2045197 h 2323145"/>
              <a:gd name="connsiteX215" fmla="*/ 2273666 w 11269336"/>
              <a:gd name="connsiteY215" fmla="*/ 2048710 h 2323145"/>
              <a:gd name="connsiteX216" fmla="*/ 2270719 w 11269336"/>
              <a:gd name="connsiteY216" fmla="*/ 2052702 h 2323145"/>
              <a:gd name="connsiteX217" fmla="*/ 2253080 w 11269336"/>
              <a:gd name="connsiteY217" fmla="*/ 2056363 h 2323145"/>
              <a:gd name="connsiteX218" fmla="*/ 2250906 w 11269336"/>
              <a:gd name="connsiteY218" fmla="*/ 2055654 h 2323145"/>
              <a:gd name="connsiteX219" fmla="*/ 2236905 w 11269336"/>
              <a:gd name="connsiteY219" fmla="*/ 2062882 h 2323145"/>
              <a:gd name="connsiteX220" fmla="*/ 2225830 w 11269336"/>
              <a:gd name="connsiteY220" fmla="*/ 2074027 h 2323145"/>
              <a:gd name="connsiteX221" fmla="*/ 2073776 w 11269336"/>
              <a:gd name="connsiteY221" fmla="*/ 2089244 h 2323145"/>
              <a:gd name="connsiteX222" fmla="*/ 1948256 w 11269336"/>
              <a:gd name="connsiteY222" fmla="*/ 2146616 h 2323145"/>
              <a:gd name="connsiteX223" fmla="*/ 1865582 w 11269336"/>
              <a:gd name="connsiteY223" fmla="*/ 2153738 h 2323145"/>
              <a:gd name="connsiteX224" fmla="*/ 1835210 w 11269336"/>
              <a:gd name="connsiteY224" fmla="*/ 2134244 h 2323145"/>
              <a:gd name="connsiteX225" fmla="*/ 1632661 w 11269336"/>
              <a:gd name="connsiteY225" fmla="*/ 2173882 h 2323145"/>
              <a:gd name="connsiteX226" fmla="*/ 1579590 w 11269336"/>
              <a:gd name="connsiteY226" fmla="*/ 2173680 h 2323145"/>
              <a:gd name="connsiteX227" fmla="*/ 1535601 w 11269336"/>
              <a:gd name="connsiteY227" fmla="*/ 2194590 h 2323145"/>
              <a:gd name="connsiteX228" fmla="*/ 1515594 w 11269336"/>
              <a:gd name="connsiteY228" fmla="*/ 2189622 h 2323145"/>
              <a:gd name="connsiteX229" fmla="*/ 1512113 w 11269336"/>
              <a:gd name="connsiteY229" fmla="*/ 2188534 h 2323145"/>
              <a:gd name="connsiteX230" fmla="*/ 1498838 w 11269336"/>
              <a:gd name="connsiteY230" fmla="*/ 2189213 h 2323145"/>
              <a:gd name="connsiteX231" fmla="*/ 1494279 w 11269336"/>
              <a:gd name="connsiteY231" fmla="*/ 2183112 h 2323145"/>
              <a:gd name="connsiteX232" fmla="*/ 1473714 w 11269336"/>
              <a:gd name="connsiteY232" fmla="*/ 2179625 h 2323145"/>
              <a:gd name="connsiteX233" fmla="*/ 1449503 w 11269336"/>
              <a:gd name="connsiteY233" fmla="*/ 2182633 h 2323145"/>
              <a:gd name="connsiteX234" fmla="*/ 1266687 w 11269336"/>
              <a:gd name="connsiteY234" fmla="*/ 2212688 h 2323145"/>
              <a:gd name="connsiteX235" fmla="*/ 1239614 w 11269336"/>
              <a:gd name="connsiteY235" fmla="*/ 2209727 h 2323145"/>
              <a:gd name="connsiteX236" fmla="*/ 1202436 w 11269336"/>
              <a:gd name="connsiteY236" fmla="*/ 2209817 h 2323145"/>
              <a:gd name="connsiteX237" fmla="*/ 1136097 w 11269336"/>
              <a:gd name="connsiteY237" fmla="*/ 2205112 h 2323145"/>
              <a:gd name="connsiteX238" fmla="*/ 988232 w 11269336"/>
              <a:gd name="connsiteY238" fmla="*/ 2235635 h 2323145"/>
              <a:gd name="connsiteX239" fmla="*/ 981959 w 11269336"/>
              <a:gd name="connsiteY239" fmla="*/ 2231607 h 2323145"/>
              <a:gd name="connsiteX240" fmla="*/ 938600 w 11269336"/>
              <a:gd name="connsiteY240" fmla="*/ 2238113 h 2323145"/>
              <a:gd name="connsiteX241" fmla="*/ 791788 w 11269336"/>
              <a:gd name="connsiteY241" fmla="*/ 2293224 h 2323145"/>
              <a:gd name="connsiteX242" fmla="*/ 706914 w 11269336"/>
              <a:gd name="connsiteY242" fmla="*/ 2305046 h 2323145"/>
              <a:gd name="connsiteX243" fmla="*/ 675971 w 11269336"/>
              <a:gd name="connsiteY243" fmla="*/ 2304030 h 2323145"/>
              <a:gd name="connsiteX244" fmla="*/ 624180 w 11269336"/>
              <a:gd name="connsiteY244" fmla="*/ 2302650 h 2323145"/>
              <a:gd name="connsiteX245" fmla="*/ 583453 w 11269336"/>
              <a:gd name="connsiteY245" fmla="*/ 2288788 h 2323145"/>
              <a:gd name="connsiteX246" fmla="*/ 540946 w 11269336"/>
              <a:gd name="connsiteY246" fmla="*/ 2292721 h 2323145"/>
              <a:gd name="connsiteX247" fmla="*/ 533680 w 11269336"/>
              <a:gd name="connsiteY247" fmla="*/ 2310233 h 2323145"/>
              <a:gd name="connsiteX248" fmla="*/ 487366 w 11269336"/>
              <a:gd name="connsiteY248" fmla="*/ 2309053 h 2323145"/>
              <a:gd name="connsiteX249" fmla="*/ 416820 w 11269336"/>
              <a:gd name="connsiteY249" fmla="*/ 2305443 h 2323145"/>
              <a:gd name="connsiteX250" fmla="*/ 376805 w 11269336"/>
              <a:gd name="connsiteY250" fmla="*/ 2307647 h 2323145"/>
              <a:gd name="connsiteX251" fmla="*/ 266777 w 11269336"/>
              <a:gd name="connsiteY251" fmla="*/ 2309012 h 2323145"/>
              <a:gd name="connsiteX252" fmla="*/ 156013 w 11269336"/>
              <a:gd name="connsiteY252" fmla="*/ 2306832 h 2323145"/>
              <a:gd name="connsiteX253" fmla="*/ 87258 w 11269336"/>
              <a:gd name="connsiteY253" fmla="*/ 2285511 h 2323145"/>
              <a:gd name="connsiteX254" fmla="*/ 23798 w 11269336"/>
              <a:gd name="connsiteY254" fmla="*/ 2281822 h 2323145"/>
              <a:gd name="connsiteX255" fmla="*/ 0 w 11269336"/>
              <a:gd name="connsiteY255" fmla="*/ 2285369 h 2323145"/>
              <a:gd name="connsiteX256" fmla="*/ 0 w 11269336"/>
              <a:gd name="connsiteY256"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561575 w 11269336"/>
              <a:gd name="connsiteY19" fmla="*/ 559978 h 2323145"/>
              <a:gd name="connsiteX20" fmla="*/ 9162278 w 11269336"/>
              <a:gd name="connsiteY20" fmla="*/ 704724 h 2323145"/>
              <a:gd name="connsiteX21" fmla="*/ 9062863 w 11269336"/>
              <a:gd name="connsiteY21" fmla="*/ 754656 h 2323145"/>
              <a:gd name="connsiteX22" fmla="*/ 8914746 w 11269336"/>
              <a:gd name="connsiteY22" fmla="*/ 826428 h 2323145"/>
              <a:gd name="connsiteX23" fmla="*/ 8917778 w 11269336"/>
              <a:gd name="connsiteY23" fmla="*/ 835198 h 2323145"/>
              <a:gd name="connsiteX24" fmla="*/ 8905560 w 11269336"/>
              <a:gd name="connsiteY24" fmla="*/ 838358 h 2323145"/>
              <a:gd name="connsiteX25" fmla="*/ 8897564 w 11269336"/>
              <a:gd name="connsiteY25" fmla="*/ 834287 h 2323145"/>
              <a:gd name="connsiteX26" fmla="*/ 8878040 w 11269336"/>
              <a:gd name="connsiteY26" fmla="*/ 844150 h 2323145"/>
              <a:gd name="connsiteX27" fmla="*/ 8795998 w 11269336"/>
              <a:gd name="connsiteY27" fmla="*/ 863337 h 2323145"/>
              <a:gd name="connsiteX28" fmla="*/ 8776970 w 11269336"/>
              <a:gd name="connsiteY28" fmla="*/ 885177 h 2323145"/>
              <a:gd name="connsiteX29" fmla="*/ 8755719 w 11269336"/>
              <a:gd name="connsiteY29" fmla="*/ 889754 h 2323145"/>
              <a:gd name="connsiteX30" fmla="*/ 8743257 w 11269336"/>
              <a:gd name="connsiteY30" fmla="*/ 904723 h 2323145"/>
              <a:gd name="connsiteX31" fmla="*/ 8721366 w 11269336"/>
              <a:gd name="connsiteY31" fmla="*/ 904711 h 2323145"/>
              <a:gd name="connsiteX32" fmla="*/ 8678353 w 11269336"/>
              <a:gd name="connsiteY32" fmla="*/ 926318 h 2323145"/>
              <a:gd name="connsiteX33" fmla="*/ 8636849 w 11269336"/>
              <a:gd name="connsiteY33" fmla="*/ 937900 h 2323145"/>
              <a:gd name="connsiteX34" fmla="*/ 8620213 w 11269336"/>
              <a:gd name="connsiteY34" fmla="*/ 943068 h 2323145"/>
              <a:gd name="connsiteX35" fmla="*/ 8612581 w 11269336"/>
              <a:gd name="connsiteY35" fmla="*/ 952695 h 2323145"/>
              <a:gd name="connsiteX36" fmla="*/ 8589038 w 11269336"/>
              <a:gd name="connsiteY36" fmla="*/ 963892 h 2323145"/>
              <a:gd name="connsiteX37" fmla="*/ 8579950 w 11269336"/>
              <a:gd name="connsiteY37" fmla="*/ 960899 h 2323145"/>
              <a:gd name="connsiteX38" fmla="*/ 8579319 w 11269336"/>
              <a:gd name="connsiteY38" fmla="*/ 965630 h 2323145"/>
              <a:gd name="connsiteX39" fmla="*/ 8547429 w 11269336"/>
              <a:gd name="connsiteY39" fmla="*/ 984506 h 2323145"/>
              <a:gd name="connsiteX40" fmla="*/ 8478704 w 11269336"/>
              <a:gd name="connsiteY40" fmla="*/ 1025490 h 2323145"/>
              <a:gd name="connsiteX41" fmla="*/ 8461421 w 11269336"/>
              <a:gd name="connsiteY41" fmla="*/ 1035512 h 2323145"/>
              <a:gd name="connsiteX42" fmla="*/ 8445003 w 11269336"/>
              <a:gd name="connsiteY42" fmla="*/ 1036851 h 2323145"/>
              <a:gd name="connsiteX43" fmla="*/ 8357350 w 11269336"/>
              <a:gd name="connsiteY43" fmla="*/ 1060213 h 2323145"/>
              <a:gd name="connsiteX44" fmla="*/ 8335565 w 11269336"/>
              <a:gd name="connsiteY44" fmla="*/ 1061151 h 2323145"/>
              <a:gd name="connsiteX45" fmla="*/ 8325267 w 11269336"/>
              <a:gd name="connsiteY45" fmla="*/ 1055919 h 2323145"/>
              <a:gd name="connsiteX46" fmla="*/ 8293586 w 11269336"/>
              <a:gd name="connsiteY46" fmla="*/ 1076144 h 2323145"/>
              <a:gd name="connsiteX47" fmla="*/ 8242405 w 11269336"/>
              <a:gd name="connsiteY47" fmla="*/ 1095960 h 2323145"/>
              <a:gd name="connsiteX48" fmla="*/ 8197391 w 11269336"/>
              <a:gd name="connsiteY48" fmla="*/ 1107746 h 2323145"/>
              <a:gd name="connsiteX49" fmla="*/ 8081474 w 11269336"/>
              <a:gd name="connsiteY49" fmla="*/ 1130125 h 2323145"/>
              <a:gd name="connsiteX50" fmla="*/ 8053585 w 11269336"/>
              <a:gd name="connsiteY50" fmla="*/ 1129169 h 2323145"/>
              <a:gd name="connsiteX51" fmla="*/ 8038422 w 11269336"/>
              <a:gd name="connsiteY51" fmla="*/ 1119092 h 2323145"/>
              <a:gd name="connsiteX52" fmla="*/ 8029450 w 11269336"/>
              <a:gd name="connsiteY52" fmla="*/ 1125592 h 2323145"/>
              <a:gd name="connsiteX53" fmla="*/ 7959552 w 11269336"/>
              <a:gd name="connsiteY53" fmla="*/ 1140188 h 2323145"/>
              <a:gd name="connsiteX54" fmla="*/ 7914188 w 11269336"/>
              <a:gd name="connsiteY54" fmla="*/ 1150862 h 2323145"/>
              <a:gd name="connsiteX55" fmla="*/ 7914918 w 11269336"/>
              <a:gd name="connsiteY55" fmla="*/ 1168758 h 2323145"/>
              <a:gd name="connsiteX56" fmla="*/ 7875510 w 11269336"/>
              <a:gd name="connsiteY56" fmla="*/ 1183153 h 2323145"/>
              <a:gd name="connsiteX57" fmla="*/ 7829932 w 11269336"/>
              <a:gd name="connsiteY57" fmla="*/ 1180782 h 2323145"/>
              <a:gd name="connsiteX58" fmla="*/ 7779182 w 11269336"/>
              <a:gd name="connsiteY58" fmla="*/ 1192665 h 2323145"/>
              <a:gd name="connsiteX59" fmla="*/ 7748774 w 11269336"/>
              <a:gd name="connsiteY59" fmla="*/ 1199586 h 2323145"/>
              <a:gd name="connsiteX60" fmla="*/ 7671846 w 11269336"/>
              <a:gd name="connsiteY60" fmla="*/ 1231966 h 2323145"/>
              <a:gd name="connsiteX61" fmla="*/ 7554146 w 11269336"/>
              <a:gd name="connsiteY61" fmla="*/ 1319748 h 2323145"/>
              <a:gd name="connsiteX62" fmla="*/ 7515052 w 11269336"/>
              <a:gd name="connsiteY62" fmla="*/ 1336718 h 2323145"/>
              <a:gd name="connsiteX63" fmla="*/ 7507193 w 11269336"/>
              <a:gd name="connsiteY63" fmla="*/ 1334617 h 2323145"/>
              <a:gd name="connsiteX64" fmla="*/ 7461694 w 11269336"/>
              <a:gd name="connsiteY64" fmla="*/ 1375866 h 2323145"/>
              <a:gd name="connsiteX65" fmla="*/ 7377571 w 11269336"/>
              <a:gd name="connsiteY65" fmla="*/ 1400128 h 2323145"/>
              <a:gd name="connsiteX66" fmla="*/ 7311261 w 11269336"/>
              <a:gd name="connsiteY66" fmla="*/ 1412652 h 2323145"/>
              <a:gd name="connsiteX67" fmla="*/ 7275307 w 11269336"/>
              <a:gd name="connsiteY67" fmla="*/ 1422171 h 2323145"/>
              <a:gd name="connsiteX68" fmla="*/ 7247783 w 11269336"/>
              <a:gd name="connsiteY68" fmla="*/ 1426330 h 2323145"/>
              <a:gd name="connsiteX69" fmla="*/ 7185047 w 11269336"/>
              <a:gd name="connsiteY69" fmla="*/ 1451812 h 2323145"/>
              <a:gd name="connsiteX70" fmla="*/ 7084117 w 11269336"/>
              <a:gd name="connsiteY70" fmla="*/ 1500281 h 2323145"/>
              <a:gd name="connsiteX71" fmla="*/ 7062011 w 11269336"/>
              <a:gd name="connsiteY71" fmla="*/ 1509183 h 2323145"/>
              <a:gd name="connsiteX72" fmla="*/ 7040555 w 11269336"/>
              <a:gd name="connsiteY72" fmla="*/ 1511207 h 2323145"/>
              <a:gd name="connsiteX73" fmla="*/ 7033438 w 11269336"/>
              <a:gd name="connsiteY73" fmla="*/ 1506772 h 2323145"/>
              <a:gd name="connsiteX74" fmla="*/ 7020886 w 11269336"/>
              <a:gd name="connsiteY74" fmla="*/ 1510764 h 2323145"/>
              <a:gd name="connsiteX75" fmla="*/ 7017033 w 11269336"/>
              <a:gd name="connsiteY75" fmla="*/ 1510650 h 2323145"/>
              <a:gd name="connsiteX76" fmla="*/ 6995460 w 11269336"/>
              <a:gd name="connsiteY76" fmla="*/ 1511173 h 2323145"/>
              <a:gd name="connsiteX77" fmla="*/ 6962144 w 11269336"/>
              <a:gd name="connsiteY77" fmla="*/ 1541508 h 2323145"/>
              <a:gd name="connsiteX78" fmla="*/ 6910674 w 11269336"/>
              <a:gd name="connsiteY78" fmla="*/ 1554793 h 2323145"/>
              <a:gd name="connsiteX79" fmla="*/ 6732152 w 11269336"/>
              <a:gd name="connsiteY79" fmla="*/ 1642538 h 2323145"/>
              <a:gd name="connsiteX80" fmla="*/ 6694106 w 11269336"/>
              <a:gd name="connsiteY80" fmla="*/ 1632377 h 2323145"/>
              <a:gd name="connsiteX81" fmla="*/ 6617223 w 11269336"/>
              <a:gd name="connsiteY81" fmla="*/ 1659889 h 2323145"/>
              <a:gd name="connsiteX82" fmla="*/ 6521138 w 11269336"/>
              <a:gd name="connsiteY82" fmla="*/ 1744340 h 2323145"/>
              <a:gd name="connsiteX83" fmla="*/ 6380677 w 11269336"/>
              <a:gd name="connsiteY83" fmla="*/ 1796883 h 2323145"/>
              <a:gd name="connsiteX84" fmla="*/ 6374897 w 11269336"/>
              <a:gd name="connsiteY84" fmla="*/ 1809910 h 2323145"/>
              <a:gd name="connsiteX85" fmla="*/ 6364545 w 11269336"/>
              <a:gd name="connsiteY85" fmla="*/ 1820090 h 2323145"/>
              <a:gd name="connsiteX86" fmla="*/ 6362126 w 11269336"/>
              <a:gd name="connsiteY86" fmla="*/ 1819991 h 2323145"/>
              <a:gd name="connsiteX87" fmla="*/ 6346673 w 11269336"/>
              <a:gd name="connsiteY87" fmla="*/ 1827824 h 2323145"/>
              <a:gd name="connsiteX88" fmla="*/ 6345588 w 11269336"/>
              <a:gd name="connsiteY88" fmla="*/ 1832232 h 2323145"/>
              <a:gd name="connsiteX89" fmla="*/ 6335708 w 11269336"/>
              <a:gd name="connsiteY89" fmla="*/ 1838451 h 2323145"/>
              <a:gd name="connsiteX90" fmla="*/ 6318182 w 11269336"/>
              <a:gd name="connsiteY90" fmla="*/ 1852975 h 2323145"/>
              <a:gd name="connsiteX91" fmla="*/ 6313084 w 11269336"/>
              <a:gd name="connsiteY91" fmla="*/ 1853561 h 2323145"/>
              <a:gd name="connsiteX92" fmla="*/ 6283816 w 11269336"/>
              <a:gd name="connsiteY92" fmla="*/ 1872148 h 2323145"/>
              <a:gd name="connsiteX93" fmla="*/ 6282550 w 11269336"/>
              <a:gd name="connsiteY93" fmla="*/ 1871392 h 2323145"/>
              <a:gd name="connsiteX94" fmla="*/ 6270527 w 11269336"/>
              <a:gd name="connsiteY94" fmla="*/ 1872208 h 2323145"/>
              <a:gd name="connsiteX95" fmla="*/ 6249518 w 11269336"/>
              <a:gd name="connsiteY95" fmla="*/ 1876079 h 2323145"/>
              <a:gd name="connsiteX96" fmla="*/ 6190386 w 11269336"/>
              <a:gd name="connsiteY96" fmla="*/ 1872478 h 2323145"/>
              <a:gd name="connsiteX97" fmla="*/ 6159777 w 11269336"/>
              <a:gd name="connsiteY97" fmla="*/ 1891745 h 2323145"/>
              <a:gd name="connsiteX98" fmla="*/ 6153131 w 11269336"/>
              <a:gd name="connsiteY98" fmla="*/ 1895079 h 2323145"/>
              <a:gd name="connsiteX99" fmla="*/ 6152798 w 11269336"/>
              <a:gd name="connsiteY99" fmla="*/ 1894920 h 2323145"/>
              <a:gd name="connsiteX100" fmla="*/ 6145388 w 11269336"/>
              <a:gd name="connsiteY100" fmla="*/ 1897990 h 2323145"/>
              <a:gd name="connsiteX101" fmla="*/ 6141014 w 11269336"/>
              <a:gd name="connsiteY101" fmla="*/ 1901155 h 2323145"/>
              <a:gd name="connsiteX102" fmla="*/ 6128122 w 11269336"/>
              <a:gd name="connsiteY102" fmla="*/ 1907623 h 2323145"/>
              <a:gd name="connsiteX103" fmla="*/ 6122351 w 11269336"/>
              <a:gd name="connsiteY103" fmla="*/ 1908359 h 2323145"/>
              <a:gd name="connsiteX104" fmla="*/ 6064750 w 11269336"/>
              <a:gd name="connsiteY104" fmla="*/ 1896394 h 2323145"/>
              <a:gd name="connsiteX105" fmla="*/ 5964230 w 11269336"/>
              <a:gd name="connsiteY105" fmla="*/ 1910038 h 2323145"/>
              <a:gd name="connsiteX106" fmla="*/ 5865399 w 11269336"/>
              <a:gd name="connsiteY106" fmla="*/ 1926966 h 2323145"/>
              <a:gd name="connsiteX107" fmla="*/ 5829951 w 11269336"/>
              <a:gd name="connsiteY107" fmla="*/ 1934755 h 2323145"/>
              <a:gd name="connsiteX108" fmla="*/ 5765285 w 11269336"/>
              <a:gd name="connsiteY108" fmla="*/ 1941322 h 2323145"/>
              <a:gd name="connsiteX109" fmla="*/ 5734750 w 11269336"/>
              <a:gd name="connsiteY109" fmla="*/ 1939793 h 2323145"/>
              <a:gd name="connsiteX110" fmla="*/ 5733569 w 11269336"/>
              <a:gd name="connsiteY110" fmla="*/ 1940505 h 2323145"/>
              <a:gd name="connsiteX111" fmla="*/ 5730329 w 11269336"/>
              <a:gd name="connsiteY111" fmla="*/ 1937845 h 2323145"/>
              <a:gd name="connsiteX112" fmla="*/ 5724661 w 11269336"/>
              <a:gd name="connsiteY112" fmla="*/ 1937455 h 2323145"/>
              <a:gd name="connsiteX113" fmla="*/ 5710186 w 11269336"/>
              <a:gd name="connsiteY113" fmla="*/ 1941370 h 2323145"/>
              <a:gd name="connsiteX114" fmla="*/ 5704910 w 11269336"/>
              <a:gd name="connsiteY114" fmla="*/ 1943663 h 2323145"/>
              <a:gd name="connsiteX115" fmla="*/ 5696836 w 11269336"/>
              <a:gd name="connsiteY115" fmla="*/ 1945271 h 2323145"/>
              <a:gd name="connsiteX116" fmla="*/ 5696583 w 11269336"/>
              <a:gd name="connsiteY116" fmla="*/ 1945050 h 2323145"/>
              <a:gd name="connsiteX117" fmla="*/ 5689123 w 11269336"/>
              <a:gd name="connsiteY117" fmla="*/ 1947067 h 2323145"/>
              <a:gd name="connsiteX118" fmla="*/ 5653291 w 11269336"/>
              <a:gd name="connsiteY118" fmla="*/ 1960245 h 2323145"/>
              <a:gd name="connsiteX119" fmla="*/ 5599385 w 11269336"/>
              <a:gd name="connsiteY119" fmla="*/ 1945198 h 2323145"/>
              <a:gd name="connsiteX120" fmla="*/ 5578300 w 11269336"/>
              <a:gd name="connsiteY120" fmla="*/ 1944963 h 2323145"/>
              <a:gd name="connsiteX121" fmla="*/ 5566758 w 11269336"/>
              <a:gd name="connsiteY121" fmla="*/ 1943441 h 2323145"/>
              <a:gd name="connsiteX122" fmla="*/ 5565857 w 11269336"/>
              <a:gd name="connsiteY122" fmla="*/ 1942445 h 2323145"/>
              <a:gd name="connsiteX123" fmla="*/ 5531534 w 11269336"/>
              <a:gd name="connsiteY123" fmla="*/ 1955208 h 2323145"/>
              <a:gd name="connsiteX124" fmla="*/ 5526552 w 11269336"/>
              <a:gd name="connsiteY124" fmla="*/ 1954799 h 2323145"/>
              <a:gd name="connsiteX125" fmla="*/ 5504723 w 11269336"/>
              <a:gd name="connsiteY125" fmla="*/ 1965811 h 2323145"/>
              <a:gd name="connsiteX126" fmla="*/ 5493156 w 11269336"/>
              <a:gd name="connsiteY126" fmla="*/ 1970063 h 2323145"/>
              <a:gd name="connsiteX127" fmla="*/ 5490486 w 11269336"/>
              <a:gd name="connsiteY127" fmla="*/ 1974227 h 2323145"/>
              <a:gd name="connsiteX128" fmla="*/ 5473107 w 11269336"/>
              <a:gd name="connsiteY128" fmla="*/ 1979001 h 2323145"/>
              <a:gd name="connsiteX129" fmla="*/ 5470885 w 11269336"/>
              <a:gd name="connsiteY129" fmla="*/ 1978432 h 2323145"/>
              <a:gd name="connsiteX130" fmla="*/ 5457393 w 11269336"/>
              <a:gd name="connsiteY130" fmla="*/ 1986525 h 2323145"/>
              <a:gd name="connsiteX131" fmla="*/ 5447102 w 11269336"/>
              <a:gd name="connsiteY131" fmla="*/ 1998329 h 2323145"/>
              <a:gd name="connsiteX132" fmla="*/ 5159151 w 11269336"/>
              <a:gd name="connsiteY132" fmla="*/ 2029640 h 2323145"/>
              <a:gd name="connsiteX133" fmla="*/ 5098838 w 11269336"/>
              <a:gd name="connsiteY133" fmla="*/ 2062961 h 2323145"/>
              <a:gd name="connsiteX134" fmla="*/ 4860988 w 11269336"/>
              <a:gd name="connsiteY134" fmla="*/ 2135698 h 2323145"/>
              <a:gd name="connsiteX135" fmla="*/ 4765388 w 11269336"/>
              <a:gd name="connsiteY135" fmla="*/ 2162525 h 2323145"/>
              <a:gd name="connsiteX136" fmla="*/ 4745033 w 11269336"/>
              <a:gd name="connsiteY136" fmla="*/ 2158859 h 2323145"/>
              <a:gd name="connsiteX137" fmla="*/ 4741475 w 11269336"/>
              <a:gd name="connsiteY137" fmla="*/ 2157998 h 2323145"/>
              <a:gd name="connsiteX138" fmla="*/ 4728247 w 11269336"/>
              <a:gd name="connsiteY138" fmla="*/ 2159526 h 2323145"/>
              <a:gd name="connsiteX139" fmla="*/ 4723263 w 11269336"/>
              <a:gd name="connsiteY139" fmla="*/ 2153742 h 2323145"/>
              <a:gd name="connsiteX140" fmla="*/ 4593061 w 11269336"/>
              <a:gd name="connsiteY140" fmla="*/ 2171597 h 2323145"/>
              <a:gd name="connsiteX141" fmla="*/ 4533444 w 11269336"/>
              <a:gd name="connsiteY141" fmla="*/ 2181200 h 2323145"/>
              <a:gd name="connsiteX142" fmla="*/ 4492832 w 11269336"/>
              <a:gd name="connsiteY142" fmla="*/ 2188033 h 2323145"/>
              <a:gd name="connsiteX143" fmla="*/ 4467257 w 11269336"/>
              <a:gd name="connsiteY143" fmla="*/ 2196121 h 2323145"/>
              <a:gd name="connsiteX144" fmla="*/ 4459937 w 11269336"/>
              <a:gd name="connsiteY144" fmla="*/ 2195182 h 2323145"/>
              <a:gd name="connsiteX145" fmla="*/ 4405765 w 11269336"/>
              <a:gd name="connsiteY145" fmla="*/ 2199902 h 2323145"/>
              <a:gd name="connsiteX146" fmla="*/ 4401354 w 11269336"/>
              <a:gd name="connsiteY146" fmla="*/ 2194745 h 2323145"/>
              <a:gd name="connsiteX147" fmla="*/ 4366646 w 11269336"/>
              <a:gd name="connsiteY147" fmla="*/ 2198564 h 2323145"/>
              <a:gd name="connsiteX148" fmla="*/ 4354009 w 11269336"/>
              <a:gd name="connsiteY148" fmla="*/ 2204984 h 2323145"/>
              <a:gd name="connsiteX149" fmla="*/ 4348284 w 11269336"/>
              <a:gd name="connsiteY149" fmla="*/ 2205270 h 2323145"/>
              <a:gd name="connsiteX150" fmla="*/ 4333906 w 11269336"/>
              <a:gd name="connsiteY150" fmla="*/ 2205251 h 2323145"/>
              <a:gd name="connsiteX151" fmla="*/ 4308819 w 11269336"/>
              <a:gd name="connsiteY151" fmla="*/ 2203822 h 2323145"/>
              <a:gd name="connsiteX152" fmla="*/ 4301210 w 11269336"/>
              <a:gd name="connsiteY152" fmla="*/ 2204456 h 2323145"/>
              <a:gd name="connsiteX153" fmla="*/ 4283095 w 11269336"/>
              <a:gd name="connsiteY153" fmla="*/ 2198177 h 2323145"/>
              <a:gd name="connsiteX154" fmla="*/ 4250119 w 11269336"/>
              <a:gd name="connsiteY154" fmla="*/ 2196342 h 2323145"/>
              <a:gd name="connsiteX155" fmla="*/ 4189203 w 11269336"/>
              <a:gd name="connsiteY155" fmla="*/ 2178994 h 2323145"/>
              <a:gd name="connsiteX156" fmla="*/ 4154035 w 11269336"/>
              <a:gd name="connsiteY156" fmla="*/ 2171950 h 2323145"/>
              <a:gd name="connsiteX157" fmla="*/ 4129569 w 11269336"/>
              <a:gd name="connsiteY157" fmla="*/ 2163850 h 2323145"/>
              <a:gd name="connsiteX158" fmla="*/ 4061250 w 11269336"/>
              <a:gd name="connsiteY158" fmla="*/ 2159236 h 2323145"/>
              <a:gd name="connsiteX159" fmla="*/ 3945480 w 11269336"/>
              <a:gd name="connsiteY159" fmla="*/ 2158279 h 2323145"/>
              <a:gd name="connsiteX160" fmla="*/ 3921468 w 11269336"/>
              <a:gd name="connsiteY160" fmla="*/ 2156588 h 2323145"/>
              <a:gd name="connsiteX161" fmla="*/ 3903348 w 11269336"/>
              <a:gd name="connsiteY161" fmla="*/ 2149220 h 2323145"/>
              <a:gd name="connsiteX162" fmla="*/ 3901342 w 11269336"/>
              <a:gd name="connsiteY162" fmla="*/ 2142355 h 2323145"/>
              <a:gd name="connsiteX163" fmla="*/ 3888539 w 11269336"/>
              <a:gd name="connsiteY163" fmla="*/ 2140476 h 2323145"/>
              <a:gd name="connsiteX164" fmla="*/ 3885662 w 11269336"/>
              <a:gd name="connsiteY164" fmla="*/ 2138740 h 2323145"/>
              <a:gd name="connsiteX165" fmla="*/ 3868627 w 11269336"/>
              <a:gd name="connsiteY165" fmla="*/ 2130023 h 2323145"/>
              <a:gd name="connsiteX166" fmla="*/ 3819177 w 11269336"/>
              <a:gd name="connsiteY166" fmla="*/ 2142111 h 2323145"/>
              <a:gd name="connsiteX167" fmla="*/ 3769100 w 11269336"/>
              <a:gd name="connsiteY167" fmla="*/ 2131731 h 2323145"/>
              <a:gd name="connsiteX168" fmla="*/ 3562752 w 11269336"/>
              <a:gd name="connsiteY168" fmla="*/ 2131785 h 2323145"/>
              <a:gd name="connsiteX169" fmla="*/ 3541402 w 11269336"/>
              <a:gd name="connsiteY169" fmla="*/ 2106821 h 2323145"/>
              <a:gd name="connsiteX170" fmla="*/ 3365341 w 11269336"/>
              <a:gd name="connsiteY170" fmla="*/ 2077638 h 2323145"/>
              <a:gd name="connsiteX171" fmla="*/ 3170922 w 11269336"/>
              <a:gd name="connsiteY171" fmla="*/ 2115957 h 2323145"/>
              <a:gd name="connsiteX172" fmla="*/ 3156256 w 11269336"/>
              <a:gd name="connsiteY172" fmla="*/ 2124773 h 2323145"/>
              <a:gd name="connsiteX173" fmla="*/ 3140298 w 11269336"/>
              <a:gd name="connsiteY173" fmla="*/ 2129182 h 2323145"/>
              <a:gd name="connsiteX174" fmla="*/ 3138514 w 11269336"/>
              <a:gd name="connsiteY174" fmla="*/ 2128069 h 2323145"/>
              <a:gd name="connsiteX175" fmla="*/ 3120467 w 11269336"/>
              <a:gd name="connsiteY175" fmla="*/ 2128281 h 2323145"/>
              <a:gd name="connsiteX176" fmla="*/ 3116175 w 11269336"/>
              <a:gd name="connsiteY176" fmla="*/ 2131633 h 2323145"/>
              <a:gd name="connsiteX177" fmla="*/ 3103685 w 11269336"/>
              <a:gd name="connsiteY177" fmla="*/ 2132814 h 2323145"/>
              <a:gd name="connsiteX178" fmla="*/ 3078794 w 11269336"/>
              <a:gd name="connsiteY178" fmla="*/ 2137935 h 2323145"/>
              <a:gd name="connsiteX179" fmla="*/ 3074407 w 11269336"/>
              <a:gd name="connsiteY179" fmla="*/ 2136274 h 2323145"/>
              <a:gd name="connsiteX180" fmla="*/ 3037285 w 11269336"/>
              <a:gd name="connsiteY180" fmla="*/ 2139919 h 2323145"/>
              <a:gd name="connsiteX181" fmla="*/ 3036901 w 11269336"/>
              <a:gd name="connsiteY181" fmla="*/ 2138726 h 2323145"/>
              <a:gd name="connsiteX182" fmla="*/ 3026996 w 11269336"/>
              <a:gd name="connsiteY182" fmla="*/ 2134322 h 2323145"/>
              <a:gd name="connsiteX183" fmla="*/ 3007772 w 11269336"/>
              <a:gd name="connsiteY183" fmla="*/ 2128742 h 2323145"/>
              <a:gd name="connsiteX184" fmla="*/ 2965030 w 11269336"/>
              <a:gd name="connsiteY184" fmla="*/ 2100494 h 2323145"/>
              <a:gd name="connsiteX185" fmla="*/ 2926342 w 11269336"/>
              <a:gd name="connsiteY185" fmla="*/ 2104155 h 2323145"/>
              <a:gd name="connsiteX186" fmla="*/ 2918608 w 11269336"/>
              <a:gd name="connsiteY186" fmla="*/ 2104215 h 2323145"/>
              <a:gd name="connsiteX187" fmla="*/ 2918475 w 11269336"/>
              <a:gd name="connsiteY187" fmla="*/ 2103937 h 2323145"/>
              <a:gd name="connsiteX188" fmla="*/ 2910360 w 11269336"/>
              <a:gd name="connsiteY188" fmla="*/ 2103444 h 2323145"/>
              <a:gd name="connsiteX189" fmla="*/ 2904507 w 11269336"/>
              <a:gd name="connsiteY189" fmla="*/ 2104326 h 2323145"/>
              <a:gd name="connsiteX190" fmla="*/ 2889503 w 11269336"/>
              <a:gd name="connsiteY190" fmla="*/ 2104443 h 2323145"/>
              <a:gd name="connsiteX191" fmla="*/ 2884480 w 11269336"/>
              <a:gd name="connsiteY191" fmla="*/ 2102626 h 2323145"/>
              <a:gd name="connsiteX192" fmla="*/ 2882689 w 11269336"/>
              <a:gd name="connsiteY192" fmla="*/ 2099228 h 2323145"/>
              <a:gd name="connsiteX193" fmla="*/ 2881291 w 11269336"/>
              <a:gd name="connsiteY193" fmla="*/ 2099618 h 2323145"/>
              <a:gd name="connsiteX194" fmla="*/ 2853979 w 11269336"/>
              <a:gd name="connsiteY194" fmla="*/ 2090388 h 2323145"/>
              <a:gd name="connsiteX195" fmla="*/ 2791790 w 11269336"/>
              <a:gd name="connsiteY195" fmla="*/ 2080332 h 2323145"/>
              <a:gd name="connsiteX196" fmla="*/ 2755844 w 11269336"/>
              <a:gd name="connsiteY196" fmla="*/ 2078874 h 2323145"/>
              <a:gd name="connsiteX197" fmla="*/ 2657742 w 11269336"/>
              <a:gd name="connsiteY197" fmla="*/ 2070179 h 2323145"/>
              <a:gd name="connsiteX198" fmla="*/ 2559549 w 11269336"/>
              <a:gd name="connsiteY198" fmla="*/ 2057873 h 2323145"/>
              <a:gd name="connsiteX199" fmla="*/ 2512054 w 11269336"/>
              <a:gd name="connsiteY199" fmla="*/ 2031671 h 2323145"/>
              <a:gd name="connsiteX200" fmla="*/ 2506437 w 11269336"/>
              <a:gd name="connsiteY200" fmla="*/ 2030918 h 2323145"/>
              <a:gd name="connsiteX201" fmla="*/ 2491752 w 11269336"/>
              <a:gd name="connsiteY201" fmla="*/ 2033906 h 2323145"/>
              <a:gd name="connsiteX202" fmla="*/ 2486338 w 11269336"/>
              <a:gd name="connsiteY202" fmla="*/ 2035862 h 2323145"/>
              <a:gd name="connsiteX203" fmla="*/ 2478186 w 11269336"/>
              <a:gd name="connsiteY203" fmla="*/ 2036953 h 2323145"/>
              <a:gd name="connsiteX204" fmla="*/ 2477950 w 11269336"/>
              <a:gd name="connsiteY204" fmla="*/ 2036715 h 2323145"/>
              <a:gd name="connsiteX205" fmla="*/ 2470381 w 11269336"/>
              <a:gd name="connsiteY205" fmla="*/ 2038256 h 2323145"/>
              <a:gd name="connsiteX206" fmla="*/ 2433781 w 11269336"/>
              <a:gd name="connsiteY206" fmla="*/ 2049140 h 2323145"/>
              <a:gd name="connsiteX207" fmla="*/ 2381172 w 11269336"/>
              <a:gd name="connsiteY207" fmla="*/ 2030645 h 2323145"/>
              <a:gd name="connsiteX208" fmla="*/ 2360198 w 11269336"/>
              <a:gd name="connsiteY208" fmla="*/ 2029059 h 2323145"/>
              <a:gd name="connsiteX209" fmla="*/ 2348815 w 11269336"/>
              <a:gd name="connsiteY209" fmla="*/ 2026798 h 2323145"/>
              <a:gd name="connsiteX210" fmla="*/ 2347988 w 11269336"/>
              <a:gd name="connsiteY210" fmla="*/ 2025745 h 2323145"/>
              <a:gd name="connsiteX211" fmla="*/ 2312920 w 11269336"/>
              <a:gd name="connsiteY211" fmla="*/ 2036311 h 2323145"/>
              <a:gd name="connsiteX212" fmla="*/ 2307986 w 11269336"/>
              <a:gd name="connsiteY212" fmla="*/ 2035583 h 2323145"/>
              <a:gd name="connsiteX213" fmla="*/ 2285481 w 11269336"/>
              <a:gd name="connsiteY213" fmla="*/ 2045197 h 2323145"/>
              <a:gd name="connsiteX214" fmla="*/ 2273666 w 11269336"/>
              <a:gd name="connsiteY214" fmla="*/ 2048710 h 2323145"/>
              <a:gd name="connsiteX215" fmla="*/ 2270719 w 11269336"/>
              <a:gd name="connsiteY215" fmla="*/ 2052702 h 2323145"/>
              <a:gd name="connsiteX216" fmla="*/ 2253080 w 11269336"/>
              <a:gd name="connsiteY216" fmla="*/ 2056363 h 2323145"/>
              <a:gd name="connsiteX217" fmla="*/ 2250906 w 11269336"/>
              <a:gd name="connsiteY217" fmla="*/ 2055654 h 2323145"/>
              <a:gd name="connsiteX218" fmla="*/ 2236905 w 11269336"/>
              <a:gd name="connsiteY218" fmla="*/ 2062882 h 2323145"/>
              <a:gd name="connsiteX219" fmla="*/ 2225830 w 11269336"/>
              <a:gd name="connsiteY219" fmla="*/ 2074027 h 2323145"/>
              <a:gd name="connsiteX220" fmla="*/ 2073776 w 11269336"/>
              <a:gd name="connsiteY220" fmla="*/ 2089244 h 2323145"/>
              <a:gd name="connsiteX221" fmla="*/ 1948256 w 11269336"/>
              <a:gd name="connsiteY221" fmla="*/ 2146616 h 2323145"/>
              <a:gd name="connsiteX222" fmla="*/ 1865582 w 11269336"/>
              <a:gd name="connsiteY222" fmla="*/ 2153738 h 2323145"/>
              <a:gd name="connsiteX223" fmla="*/ 1835210 w 11269336"/>
              <a:gd name="connsiteY223" fmla="*/ 2134244 h 2323145"/>
              <a:gd name="connsiteX224" fmla="*/ 1632661 w 11269336"/>
              <a:gd name="connsiteY224" fmla="*/ 2173882 h 2323145"/>
              <a:gd name="connsiteX225" fmla="*/ 1579590 w 11269336"/>
              <a:gd name="connsiteY225" fmla="*/ 2173680 h 2323145"/>
              <a:gd name="connsiteX226" fmla="*/ 1535601 w 11269336"/>
              <a:gd name="connsiteY226" fmla="*/ 2194590 h 2323145"/>
              <a:gd name="connsiteX227" fmla="*/ 1515594 w 11269336"/>
              <a:gd name="connsiteY227" fmla="*/ 2189622 h 2323145"/>
              <a:gd name="connsiteX228" fmla="*/ 1512113 w 11269336"/>
              <a:gd name="connsiteY228" fmla="*/ 2188534 h 2323145"/>
              <a:gd name="connsiteX229" fmla="*/ 1498838 w 11269336"/>
              <a:gd name="connsiteY229" fmla="*/ 2189213 h 2323145"/>
              <a:gd name="connsiteX230" fmla="*/ 1494279 w 11269336"/>
              <a:gd name="connsiteY230" fmla="*/ 2183112 h 2323145"/>
              <a:gd name="connsiteX231" fmla="*/ 1473714 w 11269336"/>
              <a:gd name="connsiteY231" fmla="*/ 2179625 h 2323145"/>
              <a:gd name="connsiteX232" fmla="*/ 1449503 w 11269336"/>
              <a:gd name="connsiteY232" fmla="*/ 2182633 h 2323145"/>
              <a:gd name="connsiteX233" fmla="*/ 1266687 w 11269336"/>
              <a:gd name="connsiteY233" fmla="*/ 2212688 h 2323145"/>
              <a:gd name="connsiteX234" fmla="*/ 1239614 w 11269336"/>
              <a:gd name="connsiteY234" fmla="*/ 2209727 h 2323145"/>
              <a:gd name="connsiteX235" fmla="*/ 1202436 w 11269336"/>
              <a:gd name="connsiteY235" fmla="*/ 2209817 h 2323145"/>
              <a:gd name="connsiteX236" fmla="*/ 1136097 w 11269336"/>
              <a:gd name="connsiteY236" fmla="*/ 2205112 h 2323145"/>
              <a:gd name="connsiteX237" fmla="*/ 988232 w 11269336"/>
              <a:gd name="connsiteY237" fmla="*/ 2235635 h 2323145"/>
              <a:gd name="connsiteX238" fmla="*/ 981959 w 11269336"/>
              <a:gd name="connsiteY238" fmla="*/ 2231607 h 2323145"/>
              <a:gd name="connsiteX239" fmla="*/ 938600 w 11269336"/>
              <a:gd name="connsiteY239" fmla="*/ 2238113 h 2323145"/>
              <a:gd name="connsiteX240" fmla="*/ 791788 w 11269336"/>
              <a:gd name="connsiteY240" fmla="*/ 2293224 h 2323145"/>
              <a:gd name="connsiteX241" fmla="*/ 706914 w 11269336"/>
              <a:gd name="connsiteY241" fmla="*/ 2305046 h 2323145"/>
              <a:gd name="connsiteX242" fmla="*/ 675971 w 11269336"/>
              <a:gd name="connsiteY242" fmla="*/ 2304030 h 2323145"/>
              <a:gd name="connsiteX243" fmla="*/ 624180 w 11269336"/>
              <a:gd name="connsiteY243" fmla="*/ 2302650 h 2323145"/>
              <a:gd name="connsiteX244" fmla="*/ 583453 w 11269336"/>
              <a:gd name="connsiteY244" fmla="*/ 2288788 h 2323145"/>
              <a:gd name="connsiteX245" fmla="*/ 540946 w 11269336"/>
              <a:gd name="connsiteY245" fmla="*/ 2292721 h 2323145"/>
              <a:gd name="connsiteX246" fmla="*/ 533680 w 11269336"/>
              <a:gd name="connsiteY246" fmla="*/ 2310233 h 2323145"/>
              <a:gd name="connsiteX247" fmla="*/ 487366 w 11269336"/>
              <a:gd name="connsiteY247" fmla="*/ 2309053 h 2323145"/>
              <a:gd name="connsiteX248" fmla="*/ 416820 w 11269336"/>
              <a:gd name="connsiteY248" fmla="*/ 2305443 h 2323145"/>
              <a:gd name="connsiteX249" fmla="*/ 376805 w 11269336"/>
              <a:gd name="connsiteY249" fmla="*/ 2307647 h 2323145"/>
              <a:gd name="connsiteX250" fmla="*/ 266777 w 11269336"/>
              <a:gd name="connsiteY250" fmla="*/ 2309012 h 2323145"/>
              <a:gd name="connsiteX251" fmla="*/ 156013 w 11269336"/>
              <a:gd name="connsiteY251" fmla="*/ 2306832 h 2323145"/>
              <a:gd name="connsiteX252" fmla="*/ 87258 w 11269336"/>
              <a:gd name="connsiteY252" fmla="*/ 2285511 h 2323145"/>
              <a:gd name="connsiteX253" fmla="*/ 23798 w 11269336"/>
              <a:gd name="connsiteY253" fmla="*/ 2281822 h 2323145"/>
              <a:gd name="connsiteX254" fmla="*/ 0 w 11269336"/>
              <a:gd name="connsiteY254" fmla="*/ 2285369 h 2323145"/>
              <a:gd name="connsiteX255" fmla="*/ 0 w 11269336"/>
              <a:gd name="connsiteY255"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561575 w 11269336"/>
              <a:gd name="connsiteY19" fmla="*/ 559978 h 2323145"/>
              <a:gd name="connsiteX20" fmla="*/ 9162278 w 11269336"/>
              <a:gd name="connsiteY20" fmla="*/ 704724 h 2323145"/>
              <a:gd name="connsiteX21" fmla="*/ 9062863 w 11269336"/>
              <a:gd name="connsiteY21" fmla="*/ 754656 h 2323145"/>
              <a:gd name="connsiteX22" fmla="*/ 8914746 w 11269336"/>
              <a:gd name="connsiteY22" fmla="*/ 826428 h 2323145"/>
              <a:gd name="connsiteX23" fmla="*/ 8917778 w 11269336"/>
              <a:gd name="connsiteY23" fmla="*/ 835198 h 2323145"/>
              <a:gd name="connsiteX24" fmla="*/ 8905560 w 11269336"/>
              <a:gd name="connsiteY24" fmla="*/ 838358 h 2323145"/>
              <a:gd name="connsiteX25" fmla="*/ 8897564 w 11269336"/>
              <a:gd name="connsiteY25" fmla="*/ 834287 h 2323145"/>
              <a:gd name="connsiteX26" fmla="*/ 8878040 w 11269336"/>
              <a:gd name="connsiteY26" fmla="*/ 844150 h 2323145"/>
              <a:gd name="connsiteX27" fmla="*/ 8795998 w 11269336"/>
              <a:gd name="connsiteY27" fmla="*/ 863337 h 2323145"/>
              <a:gd name="connsiteX28" fmla="*/ 8776970 w 11269336"/>
              <a:gd name="connsiteY28" fmla="*/ 885177 h 2323145"/>
              <a:gd name="connsiteX29" fmla="*/ 8755719 w 11269336"/>
              <a:gd name="connsiteY29" fmla="*/ 889754 h 2323145"/>
              <a:gd name="connsiteX30" fmla="*/ 8743257 w 11269336"/>
              <a:gd name="connsiteY30" fmla="*/ 904723 h 2323145"/>
              <a:gd name="connsiteX31" fmla="*/ 8721366 w 11269336"/>
              <a:gd name="connsiteY31" fmla="*/ 904711 h 2323145"/>
              <a:gd name="connsiteX32" fmla="*/ 8678353 w 11269336"/>
              <a:gd name="connsiteY32" fmla="*/ 926318 h 2323145"/>
              <a:gd name="connsiteX33" fmla="*/ 8636849 w 11269336"/>
              <a:gd name="connsiteY33" fmla="*/ 937900 h 2323145"/>
              <a:gd name="connsiteX34" fmla="*/ 8620213 w 11269336"/>
              <a:gd name="connsiteY34" fmla="*/ 943068 h 2323145"/>
              <a:gd name="connsiteX35" fmla="*/ 8612581 w 11269336"/>
              <a:gd name="connsiteY35" fmla="*/ 952695 h 2323145"/>
              <a:gd name="connsiteX36" fmla="*/ 8589038 w 11269336"/>
              <a:gd name="connsiteY36" fmla="*/ 963892 h 2323145"/>
              <a:gd name="connsiteX37" fmla="*/ 8579950 w 11269336"/>
              <a:gd name="connsiteY37" fmla="*/ 960899 h 2323145"/>
              <a:gd name="connsiteX38" fmla="*/ 8579319 w 11269336"/>
              <a:gd name="connsiteY38" fmla="*/ 965630 h 2323145"/>
              <a:gd name="connsiteX39" fmla="*/ 8547429 w 11269336"/>
              <a:gd name="connsiteY39" fmla="*/ 984506 h 2323145"/>
              <a:gd name="connsiteX40" fmla="*/ 8478704 w 11269336"/>
              <a:gd name="connsiteY40" fmla="*/ 1025490 h 2323145"/>
              <a:gd name="connsiteX41" fmla="*/ 8461421 w 11269336"/>
              <a:gd name="connsiteY41" fmla="*/ 1035512 h 2323145"/>
              <a:gd name="connsiteX42" fmla="*/ 8445003 w 11269336"/>
              <a:gd name="connsiteY42" fmla="*/ 1036851 h 2323145"/>
              <a:gd name="connsiteX43" fmla="*/ 8357350 w 11269336"/>
              <a:gd name="connsiteY43" fmla="*/ 1060213 h 2323145"/>
              <a:gd name="connsiteX44" fmla="*/ 8335565 w 11269336"/>
              <a:gd name="connsiteY44" fmla="*/ 1061151 h 2323145"/>
              <a:gd name="connsiteX45" fmla="*/ 8325267 w 11269336"/>
              <a:gd name="connsiteY45" fmla="*/ 1055919 h 2323145"/>
              <a:gd name="connsiteX46" fmla="*/ 8293586 w 11269336"/>
              <a:gd name="connsiteY46" fmla="*/ 1076144 h 2323145"/>
              <a:gd name="connsiteX47" fmla="*/ 8242405 w 11269336"/>
              <a:gd name="connsiteY47" fmla="*/ 1095960 h 2323145"/>
              <a:gd name="connsiteX48" fmla="*/ 8197391 w 11269336"/>
              <a:gd name="connsiteY48" fmla="*/ 1107746 h 2323145"/>
              <a:gd name="connsiteX49" fmla="*/ 8081474 w 11269336"/>
              <a:gd name="connsiteY49" fmla="*/ 1130125 h 2323145"/>
              <a:gd name="connsiteX50" fmla="*/ 8053585 w 11269336"/>
              <a:gd name="connsiteY50" fmla="*/ 1129169 h 2323145"/>
              <a:gd name="connsiteX51" fmla="*/ 8038422 w 11269336"/>
              <a:gd name="connsiteY51" fmla="*/ 1119092 h 2323145"/>
              <a:gd name="connsiteX52" fmla="*/ 8029450 w 11269336"/>
              <a:gd name="connsiteY52" fmla="*/ 1125592 h 2323145"/>
              <a:gd name="connsiteX53" fmla="*/ 7959552 w 11269336"/>
              <a:gd name="connsiteY53" fmla="*/ 1140188 h 2323145"/>
              <a:gd name="connsiteX54" fmla="*/ 7914188 w 11269336"/>
              <a:gd name="connsiteY54" fmla="*/ 1150862 h 2323145"/>
              <a:gd name="connsiteX55" fmla="*/ 7914918 w 11269336"/>
              <a:gd name="connsiteY55" fmla="*/ 1168758 h 2323145"/>
              <a:gd name="connsiteX56" fmla="*/ 7875510 w 11269336"/>
              <a:gd name="connsiteY56" fmla="*/ 1183153 h 2323145"/>
              <a:gd name="connsiteX57" fmla="*/ 7829932 w 11269336"/>
              <a:gd name="connsiteY57" fmla="*/ 1180782 h 2323145"/>
              <a:gd name="connsiteX58" fmla="*/ 7779182 w 11269336"/>
              <a:gd name="connsiteY58" fmla="*/ 1192665 h 2323145"/>
              <a:gd name="connsiteX59" fmla="*/ 7748774 w 11269336"/>
              <a:gd name="connsiteY59" fmla="*/ 1199586 h 2323145"/>
              <a:gd name="connsiteX60" fmla="*/ 7671846 w 11269336"/>
              <a:gd name="connsiteY60" fmla="*/ 1231966 h 2323145"/>
              <a:gd name="connsiteX61" fmla="*/ 7554146 w 11269336"/>
              <a:gd name="connsiteY61" fmla="*/ 1319748 h 2323145"/>
              <a:gd name="connsiteX62" fmla="*/ 7515052 w 11269336"/>
              <a:gd name="connsiteY62" fmla="*/ 1336718 h 2323145"/>
              <a:gd name="connsiteX63" fmla="*/ 7507193 w 11269336"/>
              <a:gd name="connsiteY63" fmla="*/ 1334617 h 2323145"/>
              <a:gd name="connsiteX64" fmla="*/ 7461694 w 11269336"/>
              <a:gd name="connsiteY64" fmla="*/ 1375866 h 2323145"/>
              <a:gd name="connsiteX65" fmla="*/ 7377571 w 11269336"/>
              <a:gd name="connsiteY65" fmla="*/ 1400128 h 2323145"/>
              <a:gd name="connsiteX66" fmla="*/ 7311261 w 11269336"/>
              <a:gd name="connsiteY66" fmla="*/ 1412652 h 2323145"/>
              <a:gd name="connsiteX67" fmla="*/ 7275307 w 11269336"/>
              <a:gd name="connsiteY67" fmla="*/ 1422171 h 2323145"/>
              <a:gd name="connsiteX68" fmla="*/ 7247783 w 11269336"/>
              <a:gd name="connsiteY68" fmla="*/ 1426330 h 2323145"/>
              <a:gd name="connsiteX69" fmla="*/ 7185047 w 11269336"/>
              <a:gd name="connsiteY69" fmla="*/ 1451812 h 2323145"/>
              <a:gd name="connsiteX70" fmla="*/ 7084117 w 11269336"/>
              <a:gd name="connsiteY70" fmla="*/ 1500281 h 2323145"/>
              <a:gd name="connsiteX71" fmla="*/ 7062011 w 11269336"/>
              <a:gd name="connsiteY71" fmla="*/ 1509183 h 2323145"/>
              <a:gd name="connsiteX72" fmla="*/ 7040555 w 11269336"/>
              <a:gd name="connsiteY72" fmla="*/ 1511207 h 2323145"/>
              <a:gd name="connsiteX73" fmla="*/ 7033438 w 11269336"/>
              <a:gd name="connsiteY73" fmla="*/ 1506772 h 2323145"/>
              <a:gd name="connsiteX74" fmla="*/ 7020886 w 11269336"/>
              <a:gd name="connsiteY74" fmla="*/ 1510764 h 2323145"/>
              <a:gd name="connsiteX75" fmla="*/ 7017033 w 11269336"/>
              <a:gd name="connsiteY75" fmla="*/ 1510650 h 2323145"/>
              <a:gd name="connsiteX76" fmla="*/ 6995460 w 11269336"/>
              <a:gd name="connsiteY76" fmla="*/ 1511173 h 2323145"/>
              <a:gd name="connsiteX77" fmla="*/ 6962144 w 11269336"/>
              <a:gd name="connsiteY77" fmla="*/ 1541508 h 2323145"/>
              <a:gd name="connsiteX78" fmla="*/ 6910674 w 11269336"/>
              <a:gd name="connsiteY78" fmla="*/ 1554793 h 2323145"/>
              <a:gd name="connsiteX79" fmla="*/ 6732152 w 11269336"/>
              <a:gd name="connsiteY79" fmla="*/ 1642538 h 2323145"/>
              <a:gd name="connsiteX80" fmla="*/ 6694106 w 11269336"/>
              <a:gd name="connsiteY80" fmla="*/ 1632377 h 2323145"/>
              <a:gd name="connsiteX81" fmla="*/ 6617223 w 11269336"/>
              <a:gd name="connsiteY81" fmla="*/ 1659889 h 2323145"/>
              <a:gd name="connsiteX82" fmla="*/ 6521138 w 11269336"/>
              <a:gd name="connsiteY82" fmla="*/ 1744340 h 2323145"/>
              <a:gd name="connsiteX83" fmla="*/ 6380677 w 11269336"/>
              <a:gd name="connsiteY83" fmla="*/ 1796883 h 2323145"/>
              <a:gd name="connsiteX84" fmla="*/ 6374897 w 11269336"/>
              <a:gd name="connsiteY84" fmla="*/ 1809910 h 2323145"/>
              <a:gd name="connsiteX85" fmla="*/ 6364545 w 11269336"/>
              <a:gd name="connsiteY85" fmla="*/ 1820090 h 2323145"/>
              <a:gd name="connsiteX86" fmla="*/ 6362126 w 11269336"/>
              <a:gd name="connsiteY86" fmla="*/ 1819991 h 2323145"/>
              <a:gd name="connsiteX87" fmla="*/ 6346673 w 11269336"/>
              <a:gd name="connsiteY87" fmla="*/ 1827824 h 2323145"/>
              <a:gd name="connsiteX88" fmla="*/ 6345588 w 11269336"/>
              <a:gd name="connsiteY88" fmla="*/ 1832232 h 2323145"/>
              <a:gd name="connsiteX89" fmla="*/ 6335708 w 11269336"/>
              <a:gd name="connsiteY89" fmla="*/ 1838451 h 2323145"/>
              <a:gd name="connsiteX90" fmla="*/ 6318182 w 11269336"/>
              <a:gd name="connsiteY90" fmla="*/ 1852975 h 2323145"/>
              <a:gd name="connsiteX91" fmla="*/ 6313084 w 11269336"/>
              <a:gd name="connsiteY91" fmla="*/ 1853561 h 2323145"/>
              <a:gd name="connsiteX92" fmla="*/ 6283816 w 11269336"/>
              <a:gd name="connsiteY92" fmla="*/ 1872148 h 2323145"/>
              <a:gd name="connsiteX93" fmla="*/ 6282550 w 11269336"/>
              <a:gd name="connsiteY93" fmla="*/ 1871392 h 2323145"/>
              <a:gd name="connsiteX94" fmla="*/ 6270527 w 11269336"/>
              <a:gd name="connsiteY94" fmla="*/ 1872208 h 2323145"/>
              <a:gd name="connsiteX95" fmla="*/ 6249518 w 11269336"/>
              <a:gd name="connsiteY95" fmla="*/ 1876079 h 2323145"/>
              <a:gd name="connsiteX96" fmla="*/ 6190386 w 11269336"/>
              <a:gd name="connsiteY96" fmla="*/ 1872478 h 2323145"/>
              <a:gd name="connsiteX97" fmla="*/ 6159777 w 11269336"/>
              <a:gd name="connsiteY97" fmla="*/ 1891745 h 2323145"/>
              <a:gd name="connsiteX98" fmla="*/ 6153131 w 11269336"/>
              <a:gd name="connsiteY98" fmla="*/ 1895079 h 2323145"/>
              <a:gd name="connsiteX99" fmla="*/ 6152798 w 11269336"/>
              <a:gd name="connsiteY99" fmla="*/ 1894920 h 2323145"/>
              <a:gd name="connsiteX100" fmla="*/ 6145388 w 11269336"/>
              <a:gd name="connsiteY100" fmla="*/ 1897990 h 2323145"/>
              <a:gd name="connsiteX101" fmla="*/ 6141014 w 11269336"/>
              <a:gd name="connsiteY101" fmla="*/ 1901155 h 2323145"/>
              <a:gd name="connsiteX102" fmla="*/ 6128122 w 11269336"/>
              <a:gd name="connsiteY102" fmla="*/ 1907623 h 2323145"/>
              <a:gd name="connsiteX103" fmla="*/ 6122351 w 11269336"/>
              <a:gd name="connsiteY103" fmla="*/ 1908359 h 2323145"/>
              <a:gd name="connsiteX104" fmla="*/ 6064750 w 11269336"/>
              <a:gd name="connsiteY104" fmla="*/ 1896394 h 2323145"/>
              <a:gd name="connsiteX105" fmla="*/ 5964230 w 11269336"/>
              <a:gd name="connsiteY105" fmla="*/ 1910038 h 2323145"/>
              <a:gd name="connsiteX106" fmla="*/ 5865399 w 11269336"/>
              <a:gd name="connsiteY106" fmla="*/ 1926966 h 2323145"/>
              <a:gd name="connsiteX107" fmla="*/ 5829951 w 11269336"/>
              <a:gd name="connsiteY107" fmla="*/ 1934755 h 2323145"/>
              <a:gd name="connsiteX108" fmla="*/ 5765285 w 11269336"/>
              <a:gd name="connsiteY108" fmla="*/ 1941322 h 2323145"/>
              <a:gd name="connsiteX109" fmla="*/ 5734750 w 11269336"/>
              <a:gd name="connsiteY109" fmla="*/ 1939793 h 2323145"/>
              <a:gd name="connsiteX110" fmla="*/ 5733569 w 11269336"/>
              <a:gd name="connsiteY110" fmla="*/ 1940505 h 2323145"/>
              <a:gd name="connsiteX111" fmla="*/ 5730329 w 11269336"/>
              <a:gd name="connsiteY111" fmla="*/ 1937845 h 2323145"/>
              <a:gd name="connsiteX112" fmla="*/ 5724661 w 11269336"/>
              <a:gd name="connsiteY112" fmla="*/ 1937455 h 2323145"/>
              <a:gd name="connsiteX113" fmla="*/ 5710186 w 11269336"/>
              <a:gd name="connsiteY113" fmla="*/ 1941370 h 2323145"/>
              <a:gd name="connsiteX114" fmla="*/ 5704910 w 11269336"/>
              <a:gd name="connsiteY114" fmla="*/ 1943663 h 2323145"/>
              <a:gd name="connsiteX115" fmla="*/ 5696836 w 11269336"/>
              <a:gd name="connsiteY115" fmla="*/ 1945271 h 2323145"/>
              <a:gd name="connsiteX116" fmla="*/ 5696583 w 11269336"/>
              <a:gd name="connsiteY116" fmla="*/ 1945050 h 2323145"/>
              <a:gd name="connsiteX117" fmla="*/ 5689123 w 11269336"/>
              <a:gd name="connsiteY117" fmla="*/ 1947067 h 2323145"/>
              <a:gd name="connsiteX118" fmla="*/ 5653291 w 11269336"/>
              <a:gd name="connsiteY118" fmla="*/ 1960245 h 2323145"/>
              <a:gd name="connsiteX119" fmla="*/ 5599385 w 11269336"/>
              <a:gd name="connsiteY119" fmla="*/ 1945198 h 2323145"/>
              <a:gd name="connsiteX120" fmla="*/ 5578300 w 11269336"/>
              <a:gd name="connsiteY120" fmla="*/ 1944963 h 2323145"/>
              <a:gd name="connsiteX121" fmla="*/ 5566758 w 11269336"/>
              <a:gd name="connsiteY121" fmla="*/ 1943441 h 2323145"/>
              <a:gd name="connsiteX122" fmla="*/ 5565857 w 11269336"/>
              <a:gd name="connsiteY122" fmla="*/ 1942445 h 2323145"/>
              <a:gd name="connsiteX123" fmla="*/ 5531534 w 11269336"/>
              <a:gd name="connsiteY123" fmla="*/ 1955208 h 2323145"/>
              <a:gd name="connsiteX124" fmla="*/ 5526552 w 11269336"/>
              <a:gd name="connsiteY124" fmla="*/ 1954799 h 2323145"/>
              <a:gd name="connsiteX125" fmla="*/ 5504723 w 11269336"/>
              <a:gd name="connsiteY125" fmla="*/ 1965811 h 2323145"/>
              <a:gd name="connsiteX126" fmla="*/ 5493156 w 11269336"/>
              <a:gd name="connsiteY126" fmla="*/ 1970063 h 2323145"/>
              <a:gd name="connsiteX127" fmla="*/ 5490486 w 11269336"/>
              <a:gd name="connsiteY127" fmla="*/ 1974227 h 2323145"/>
              <a:gd name="connsiteX128" fmla="*/ 5473107 w 11269336"/>
              <a:gd name="connsiteY128" fmla="*/ 1979001 h 2323145"/>
              <a:gd name="connsiteX129" fmla="*/ 5470885 w 11269336"/>
              <a:gd name="connsiteY129" fmla="*/ 1978432 h 2323145"/>
              <a:gd name="connsiteX130" fmla="*/ 5457393 w 11269336"/>
              <a:gd name="connsiteY130" fmla="*/ 1986525 h 2323145"/>
              <a:gd name="connsiteX131" fmla="*/ 5447102 w 11269336"/>
              <a:gd name="connsiteY131" fmla="*/ 1998329 h 2323145"/>
              <a:gd name="connsiteX132" fmla="*/ 5159151 w 11269336"/>
              <a:gd name="connsiteY132" fmla="*/ 2029640 h 2323145"/>
              <a:gd name="connsiteX133" fmla="*/ 5098838 w 11269336"/>
              <a:gd name="connsiteY133" fmla="*/ 2062961 h 2323145"/>
              <a:gd name="connsiteX134" fmla="*/ 4860988 w 11269336"/>
              <a:gd name="connsiteY134" fmla="*/ 2135698 h 2323145"/>
              <a:gd name="connsiteX135" fmla="*/ 4765388 w 11269336"/>
              <a:gd name="connsiteY135" fmla="*/ 2162525 h 2323145"/>
              <a:gd name="connsiteX136" fmla="*/ 4745033 w 11269336"/>
              <a:gd name="connsiteY136" fmla="*/ 2158859 h 2323145"/>
              <a:gd name="connsiteX137" fmla="*/ 4741475 w 11269336"/>
              <a:gd name="connsiteY137" fmla="*/ 2157998 h 2323145"/>
              <a:gd name="connsiteX138" fmla="*/ 4728247 w 11269336"/>
              <a:gd name="connsiteY138" fmla="*/ 2159526 h 2323145"/>
              <a:gd name="connsiteX139" fmla="*/ 4723263 w 11269336"/>
              <a:gd name="connsiteY139" fmla="*/ 2153742 h 2323145"/>
              <a:gd name="connsiteX140" fmla="*/ 4593061 w 11269336"/>
              <a:gd name="connsiteY140" fmla="*/ 2171597 h 2323145"/>
              <a:gd name="connsiteX141" fmla="*/ 4533444 w 11269336"/>
              <a:gd name="connsiteY141" fmla="*/ 2181200 h 2323145"/>
              <a:gd name="connsiteX142" fmla="*/ 4492832 w 11269336"/>
              <a:gd name="connsiteY142" fmla="*/ 2188033 h 2323145"/>
              <a:gd name="connsiteX143" fmla="*/ 4467257 w 11269336"/>
              <a:gd name="connsiteY143" fmla="*/ 2196121 h 2323145"/>
              <a:gd name="connsiteX144" fmla="*/ 4405765 w 11269336"/>
              <a:gd name="connsiteY144" fmla="*/ 2199902 h 2323145"/>
              <a:gd name="connsiteX145" fmla="*/ 4401354 w 11269336"/>
              <a:gd name="connsiteY145" fmla="*/ 2194745 h 2323145"/>
              <a:gd name="connsiteX146" fmla="*/ 4366646 w 11269336"/>
              <a:gd name="connsiteY146" fmla="*/ 2198564 h 2323145"/>
              <a:gd name="connsiteX147" fmla="*/ 4354009 w 11269336"/>
              <a:gd name="connsiteY147" fmla="*/ 2204984 h 2323145"/>
              <a:gd name="connsiteX148" fmla="*/ 4348284 w 11269336"/>
              <a:gd name="connsiteY148" fmla="*/ 2205270 h 2323145"/>
              <a:gd name="connsiteX149" fmla="*/ 4333906 w 11269336"/>
              <a:gd name="connsiteY149" fmla="*/ 2205251 h 2323145"/>
              <a:gd name="connsiteX150" fmla="*/ 4308819 w 11269336"/>
              <a:gd name="connsiteY150" fmla="*/ 2203822 h 2323145"/>
              <a:gd name="connsiteX151" fmla="*/ 4301210 w 11269336"/>
              <a:gd name="connsiteY151" fmla="*/ 2204456 h 2323145"/>
              <a:gd name="connsiteX152" fmla="*/ 4283095 w 11269336"/>
              <a:gd name="connsiteY152" fmla="*/ 2198177 h 2323145"/>
              <a:gd name="connsiteX153" fmla="*/ 4250119 w 11269336"/>
              <a:gd name="connsiteY153" fmla="*/ 2196342 h 2323145"/>
              <a:gd name="connsiteX154" fmla="*/ 4189203 w 11269336"/>
              <a:gd name="connsiteY154" fmla="*/ 2178994 h 2323145"/>
              <a:gd name="connsiteX155" fmla="*/ 4154035 w 11269336"/>
              <a:gd name="connsiteY155" fmla="*/ 2171950 h 2323145"/>
              <a:gd name="connsiteX156" fmla="*/ 4129569 w 11269336"/>
              <a:gd name="connsiteY156" fmla="*/ 2163850 h 2323145"/>
              <a:gd name="connsiteX157" fmla="*/ 4061250 w 11269336"/>
              <a:gd name="connsiteY157" fmla="*/ 2159236 h 2323145"/>
              <a:gd name="connsiteX158" fmla="*/ 3945480 w 11269336"/>
              <a:gd name="connsiteY158" fmla="*/ 2158279 h 2323145"/>
              <a:gd name="connsiteX159" fmla="*/ 3921468 w 11269336"/>
              <a:gd name="connsiteY159" fmla="*/ 2156588 h 2323145"/>
              <a:gd name="connsiteX160" fmla="*/ 3903348 w 11269336"/>
              <a:gd name="connsiteY160" fmla="*/ 2149220 h 2323145"/>
              <a:gd name="connsiteX161" fmla="*/ 3901342 w 11269336"/>
              <a:gd name="connsiteY161" fmla="*/ 2142355 h 2323145"/>
              <a:gd name="connsiteX162" fmla="*/ 3888539 w 11269336"/>
              <a:gd name="connsiteY162" fmla="*/ 2140476 h 2323145"/>
              <a:gd name="connsiteX163" fmla="*/ 3885662 w 11269336"/>
              <a:gd name="connsiteY163" fmla="*/ 2138740 h 2323145"/>
              <a:gd name="connsiteX164" fmla="*/ 3868627 w 11269336"/>
              <a:gd name="connsiteY164" fmla="*/ 2130023 h 2323145"/>
              <a:gd name="connsiteX165" fmla="*/ 3819177 w 11269336"/>
              <a:gd name="connsiteY165" fmla="*/ 2142111 h 2323145"/>
              <a:gd name="connsiteX166" fmla="*/ 3769100 w 11269336"/>
              <a:gd name="connsiteY166" fmla="*/ 2131731 h 2323145"/>
              <a:gd name="connsiteX167" fmla="*/ 3562752 w 11269336"/>
              <a:gd name="connsiteY167" fmla="*/ 2131785 h 2323145"/>
              <a:gd name="connsiteX168" fmla="*/ 3541402 w 11269336"/>
              <a:gd name="connsiteY168" fmla="*/ 2106821 h 2323145"/>
              <a:gd name="connsiteX169" fmla="*/ 3365341 w 11269336"/>
              <a:gd name="connsiteY169" fmla="*/ 2077638 h 2323145"/>
              <a:gd name="connsiteX170" fmla="*/ 3170922 w 11269336"/>
              <a:gd name="connsiteY170" fmla="*/ 2115957 h 2323145"/>
              <a:gd name="connsiteX171" fmla="*/ 3156256 w 11269336"/>
              <a:gd name="connsiteY171" fmla="*/ 2124773 h 2323145"/>
              <a:gd name="connsiteX172" fmla="*/ 3140298 w 11269336"/>
              <a:gd name="connsiteY172" fmla="*/ 2129182 h 2323145"/>
              <a:gd name="connsiteX173" fmla="*/ 3138514 w 11269336"/>
              <a:gd name="connsiteY173" fmla="*/ 2128069 h 2323145"/>
              <a:gd name="connsiteX174" fmla="*/ 3120467 w 11269336"/>
              <a:gd name="connsiteY174" fmla="*/ 2128281 h 2323145"/>
              <a:gd name="connsiteX175" fmla="*/ 3116175 w 11269336"/>
              <a:gd name="connsiteY175" fmla="*/ 2131633 h 2323145"/>
              <a:gd name="connsiteX176" fmla="*/ 3103685 w 11269336"/>
              <a:gd name="connsiteY176" fmla="*/ 2132814 h 2323145"/>
              <a:gd name="connsiteX177" fmla="*/ 3078794 w 11269336"/>
              <a:gd name="connsiteY177" fmla="*/ 2137935 h 2323145"/>
              <a:gd name="connsiteX178" fmla="*/ 3074407 w 11269336"/>
              <a:gd name="connsiteY178" fmla="*/ 2136274 h 2323145"/>
              <a:gd name="connsiteX179" fmla="*/ 3037285 w 11269336"/>
              <a:gd name="connsiteY179" fmla="*/ 2139919 h 2323145"/>
              <a:gd name="connsiteX180" fmla="*/ 3036901 w 11269336"/>
              <a:gd name="connsiteY180" fmla="*/ 2138726 h 2323145"/>
              <a:gd name="connsiteX181" fmla="*/ 3026996 w 11269336"/>
              <a:gd name="connsiteY181" fmla="*/ 2134322 h 2323145"/>
              <a:gd name="connsiteX182" fmla="*/ 3007772 w 11269336"/>
              <a:gd name="connsiteY182" fmla="*/ 2128742 h 2323145"/>
              <a:gd name="connsiteX183" fmla="*/ 2965030 w 11269336"/>
              <a:gd name="connsiteY183" fmla="*/ 2100494 h 2323145"/>
              <a:gd name="connsiteX184" fmla="*/ 2926342 w 11269336"/>
              <a:gd name="connsiteY184" fmla="*/ 2104155 h 2323145"/>
              <a:gd name="connsiteX185" fmla="*/ 2918608 w 11269336"/>
              <a:gd name="connsiteY185" fmla="*/ 2104215 h 2323145"/>
              <a:gd name="connsiteX186" fmla="*/ 2918475 w 11269336"/>
              <a:gd name="connsiteY186" fmla="*/ 2103937 h 2323145"/>
              <a:gd name="connsiteX187" fmla="*/ 2910360 w 11269336"/>
              <a:gd name="connsiteY187" fmla="*/ 2103444 h 2323145"/>
              <a:gd name="connsiteX188" fmla="*/ 2904507 w 11269336"/>
              <a:gd name="connsiteY188" fmla="*/ 2104326 h 2323145"/>
              <a:gd name="connsiteX189" fmla="*/ 2889503 w 11269336"/>
              <a:gd name="connsiteY189" fmla="*/ 2104443 h 2323145"/>
              <a:gd name="connsiteX190" fmla="*/ 2884480 w 11269336"/>
              <a:gd name="connsiteY190" fmla="*/ 2102626 h 2323145"/>
              <a:gd name="connsiteX191" fmla="*/ 2882689 w 11269336"/>
              <a:gd name="connsiteY191" fmla="*/ 2099228 h 2323145"/>
              <a:gd name="connsiteX192" fmla="*/ 2881291 w 11269336"/>
              <a:gd name="connsiteY192" fmla="*/ 2099618 h 2323145"/>
              <a:gd name="connsiteX193" fmla="*/ 2853979 w 11269336"/>
              <a:gd name="connsiteY193" fmla="*/ 2090388 h 2323145"/>
              <a:gd name="connsiteX194" fmla="*/ 2791790 w 11269336"/>
              <a:gd name="connsiteY194" fmla="*/ 2080332 h 2323145"/>
              <a:gd name="connsiteX195" fmla="*/ 2755844 w 11269336"/>
              <a:gd name="connsiteY195" fmla="*/ 2078874 h 2323145"/>
              <a:gd name="connsiteX196" fmla="*/ 2657742 w 11269336"/>
              <a:gd name="connsiteY196" fmla="*/ 2070179 h 2323145"/>
              <a:gd name="connsiteX197" fmla="*/ 2559549 w 11269336"/>
              <a:gd name="connsiteY197" fmla="*/ 2057873 h 2323145"/>
              <a:gd name="connsiteX198" fmla="*/ 2512054 w 11269336"/>
              <a:gd name="connsiteY198" fmla="*/ 2031671 h 2323145"/>
              <a:gd name="connsiteX199" fmla="*/ 2506437 w 11269336"/>
              <a:gd name="connsiteY199" fmla="*/ 2030918 h 2323145"/>
              <a:gd name="connsiteX200" fmla="*/ 2491752 w 11269336"/>
              <a:gd name="connsiteY200" fmla="*/ 2033906 h 2323145"/>
              <a:gd name="connsiteX201" fmla="*/ 2486338 w 11269336"/>
              <a:gd name="connsiteY201" fmla="*/ 2035862 h 2323145"/>
              <a:gd name="connsiteX202" fmla="*/ 2478186 w 11269336"/>
              <a:gd name="connsiteY202" fmla="*/ 2036953 h 2323145"/>
              <a:gd name="connsiteX203" fmla="*/ 2477950 w 11269336"/>
              <a:gd name="connsiteY203" fmla="*/ 2036715 h 2323145"/>
              <a:gd name="connsiteX204" fmla="*/ 2470381 w 11269336"/>
              <a:gd name="connsiteY204" fmla="*/ 2038256 h 2323145"/>
              <a:gd name="connsiteX205" fmla="*/ 2433781 w 11269336"/>
              <a:gd name="connsiteY205" fmla="*/ 2049140 h 2323145"/>
              <a:gd name="connsiteX206" fmla="*/ 2381172 w 11269336"/>
              <a:gd name="connsiteY206" fmla="*/ 2030645 h 2323145"/>
              <a:gd name="connsiteX207" fmla="*/ 2360198 w 11269336"/>
              <a:gd name="connsiteY207" fmla="*/ 2029059 h 2323145"/>
              <a:gd name="connsiteX208" fmla="*/ 2348815 w 11269336"/>
              <a:gd name="connsiteY208" fmla="*/ 2026798 h 2323145"/>
              <a:gd name="connsiteX209" fmla="*/ 2347988 w 11269336"/>
              <a:gd name="connsiteY209" fmla="*/ 2025745 h 2323145"/>
              <a:gd name="connsiteX210" fmla="*/ 2312920 w 11269336"/>
              <a:gd name="connsiteY210" fmla="*/ 2036311 h 2323145"/>
              <a:gd name="connsiteX211" fmla="*/ 2307986 w 11269336"/>
              <a:gd name="connsiteY211" fmla="*/ 2035583 h 2323145"/>
              <a:gd name="connsiteX212" fmla="*/ 2285481 w 11269336"/>
              <a:gd name="connsiteY212" fmla="*/ 2045197 h 2323145"/>
              <a:gd name="connsiteX213" fmla="*/ 2273666 w 11269336"/>
              <a:gd name="connsiteY213" fmla="*/ 2048710 h 2323145"/>
              <a:gd name="connsiteX214" fmla="*/ 2270719 w 11269336"/>
              <a:gd name="connsiteY214" fmla="*/ 2052702 h 2323145"/>
              <a:gd name="connsiteX215" fmla="*/ 2253080 w 11269336"/>
              <a:gd name="connsiteY215" fmla="*/ 2056363 h 2323145"/>
              <a:gd name="connsiteX216" fmla="*/ 2250906 w 11269336"/>
              <a:gd name="connsiteY216" fmla="*/ 2055654 h 2323145"/>
              <a:gd name="connsiteX217" fmla="*/ 2236905 w 11269336"/>
              <a:gd name="connsiteY217" fmla="*/ 2062882 h 2323145"/>
              <a:gd name="connsiteX218" fmla="*/ 2225830 w 11269336"/>
              <a:gd name="connsiteY218" fmla="*/ 2074027 h 2323145"/>
              <a:gd name="connsiteX219" fmla="*/ 2073776 w 11269336"/>
              <a:gd name="connsiteY219" fmla="*/ 2089244 h 2323145"/>
              <a:gd name="connsiteX220" fmla="*/ 1948256 w 11269336"/>
              <a:gd name="connsiteY220" fmla="*/ 2146616 h 2323145"/>
              <a:gd name="connsiteX221" fmla="*/ 1865582 w 11269336"/>
              <a:gd name="connsiteY221" fmla="*/ 2153738 h 2323145"/>
              <a:gd name="connsiteX222" fmla="*/ 1835210 w 11269336"/>
              <a:gd name="connsiteY222" fmla="*/ 2134244 h 2323145"/>
              <a:gd name="connsiteX223" fmla="*/ 1632661 w 11269336"/>
              <a:gd name="connsiteY223" fmla="*/ 2173882 h 2323145"/>
              <a:gd name="connsiteX224" fmla="*/ 1579590 w 11269336"/>
              <a:gd name="connsiteY224" fmla="*/ 2173680 h 2323145"/>
              <a:gd name="connsiteX225" fmla="*/ 1535601 w 11269336"/>
              <a:gd name="connsiteY225" fmla="*/ 2194590 h 2323145"/>
              <a:gd name="connsiteX226" fmla="*/ 1515594 w 11269336"/>
              <a:gd name="connsiteY226" fmla="*/ 2189622 h 2323145"/>
              <a:gd name="connsiteX227" fmla="*/ 1512113 w 11269336"/>
              <a:gd name="connsiteY227" fmla="*/ 2188534 h 2323145"/>
              <a:gd name="connsiteX228" fmla="*/ 1498838 w 11269336"/>
              <a:gd name="connsiteY228" fmla="*/ 2189213 h 2323145"/>
              <a:gd name="connsiteX229" fmla="*/ 1494279 w 11269336"/>
              <a:gd name="connsiteY229" fmla="*/ 2183112 h 2323145"/>
              <a:gd name="connsiteX230" fmla="*/ 1473714 w 11269336"/>
              <a:gd name="connsiteY230" fmla="*/ 2179625 h 2323145"/>
              <a:gd name="connsiteX231" fmla="*/ 1449503 w 11269336"/>
              <a:gd name="connsiteY231" fmla="*/ 2182633 h 2323145"/>
              <a:gd name="connsiteX232" fmla="*/ 1266687 w 11269336"/>
              <a:gd name="connsiteY232" fmla="*/ 2212688 h 2323145"/>
              <a:gd name="connsiteX233" fmla="*/ 1239614 w 11269336"/>
              <a:gd name="connsiteY233" fmla="*/ 2209727 h 2323145"/>
              <a:gd name="connsiteX234" fmla="*/ 1202436 w 11269336"/>
              <a:gd name="connsiteY234" fmla="*/ 2209817 h 2323145"/>
              <a:gd name="connsiteX235" fmla="*/ 1136097 w 11269336"/>
              <a:gd name="connsiteY235" fmla="*/ 2205112 h 2323145"/>
              <a:gd name="connsiteX236" fmla="*/ 988232 w 11269336"/>
              <a:gd name="connsiteY236" fmla="*/ 2235635 h 2323145"/>
              <a:gd name="connsiteX237" fmla="*/ 981959 w 11269336"/>
              <a:gd name="connsiteY237" fmla="*/ 2231607 h 2323145"/>
              <a:gd name="connsiteX238" fmla="*/ 938600 w 11269336"/>
              <a:gd name="connsiteY238" fmla="*/ 2238113 h 2323145"/>
              <a:gd name="connsiteX239" fmla="*/ 791788 w 11269336"/>
              <a:gd name="connsiteY239" fmla="*/ 2293224 h 2323145"/>
              <a:gd name="connsiteX240" fmla="*/ 706914 w 11269336"/>
              <a:gd name="connsiteY240" fmla="*/ 2305046 h 2323145"/>
              <a:gd name="connsiteX241" fmla="*/ 675971 w 11269336"/>
              <a:gd name="connsiteY241" fmla="*/ 2304030 h 2323145"/>
              <a:gd name="connsiteX242" fmla="*/ 624180 w 11269336"/>
              <a:gd name="connsiteY242" fmla="*/ 2302650 h 2323145"/>
              <a:gd name="connsiteX243" fmla="*/ 583453 w 11269336"/>
              <a:gd name="connsiteY243" fmla="*/ 2288788 h 2323145"/>
              <a:gd name="connsiteX244" fmla="*/ 540946 w 11269336"/>
              <a:gd name="connsiteY244" fmla="*/ 2292721 h 2323145"/>
              <a:gd name="connsiteX245" fmla="*/ 533680 w 11269336"/>
              <a:gd name="connsiteY245" fmla="*/ 2310233 h 2323145"/>
              <a:gd name="connsiteX246" fmla="*/ 487366 w 11269336"/>
              <a:gd name="connsiteY246" fmla="*/ 2309053 h 2323145"/>
              <a:gd name="connsiteX247" fmla="*/ 416820 w 11269336"/>
              <a:gd name="connsiteY247" fmla="*/ 2305443 h 2323145"/>
              <a:gd name="connsiteX248" fmla="*/ 376805 w 11269336"/>
              <a:gd name="connsiteY248" fmla="*/ 2307647 h 2323145"/>
              <a:gd name="connsiteX249" fmla="*/ 266777 w 11269336"/>
              <a:gd name="connsiteY249" fmla="*/ 2309012 h 2323145"/>
              <a:gd name="connsiteX250" fmla="*/ 156013 w 11269336"/>
              <a:gd name="connsiteY250" fmla="*/ 2306832 h 2323145"/>
              <a:gd name="connsiteX251" fmla="*/ 87258 w 11269336"/>
              <a:gd name="connsiteY251" fmla="*/ 2285511 h 2323145"/>
              <a:gd name="connsiteX252" fmla="*/ 23798 w 11269336"/>
              <a:gd name="connsiteY252" fmla="*/ 2281822 h 2323145"/>
              <a:gd name="connsiteX253" fmla="*/ 0 w 11269336"/>
              <a:gd name="connsiteY253" fmla="*/ 2285369 h 2323145"/>
              <a:gd name="connsiteX254" fmla="*/ 0 w 11269336"/>
              <a:gd name="connsiteY254"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561575 w 11269336"/>
              <a:gd name="connsiteY19" fmla="*/ 559978 h 2323145"/>
              <a:gd name="connsiteX20" fmla="*/ 9162278 w 11269336"/>
              <a:gd name="connsiteY20" fmla="*/ 704724 h 2323145"/>
              <a:gd name="connsiteX21" fmla="*/ 9062863 w 11269336"/>
              <a:gd name="connsiteY21" fmla="*/ 754656 h 2323145"/>
              <a:gd name="connsiteX22" fmla="*/ 8914746 w 11269336"/>
              <a:gd name="connsiteY22" fmla="*/ 826428 h 2323145"/>
              <a:gd name="connsiteX23" fmla="*/ 8917778 w 11269336"/>
              <a:gd name="connsiteY23" fmla="*/ 835198 h 2323145"/>
              <a:gd name="connsiteX24" fmla="*/ 8905560 w 11269336"/>
              <a:gd name="connsiteY24" fmla="*/ 838358 h 2323145"/>
              <a:gd name="connsiteX25" fmla="*/ 8897564 w 11269336"/>
              <a:gd name="connsiteY25" fmla="*/ 834287 h 2323145"/>
              <a:gd name="connsiteX26" fmla="*/ 8878040 w 11269336"/>
              <a:gd name="connsiteY26" fmla="*/ 844150 h 2323145"/>
              <a:gd name="connsiteX27" fmla="*/ 8795998 w 11269336"/>
              <a:gd name="connsiteY27" fmla="*/ 863337 h 2323145"/>
              <a:gd name="connsiteX28" fmla="*/ 8776970 w 11269336"/>
              <a:gd name="connsiteY28" fmla="*/ 885177 h 2323145"/>
              <a:gd name="connsiteX29" fmla="*/ 8755719 w 11269336"/>
              <a:gd name="connsiteY29" fmla="*/ 889754 h 2323145"/>
              <a:gd name="connsiteX30" fmla="*/ 8743257 w 11269336"/>
              <a:gd name="connsiteY30" fmla="*/ 904723 h 2323145"/>
              <a:gd name="connsiteX31" fmla="*/ 8721366 w 11269336"/>
              <a:gd name="connsiteY31" fmla="*/ 904711 h 2323145"/>
              <a:gd name="connsiteX32" fmla="*/ 8678353 w 11269336"/>
              <a:gd name="connsiteY32" fmla="*/ 926318 h 2323145"/>
              <a:gd name="connsiteX33" fmla="*/ 8636849 w 11269336"/>
              <a:gd name="connsiteY33" fmla="*/ 937900 h 2323145"/>
              <a:gd name="connsiteX34" fmla="*/ 8620213 w 11269336"/>
              <a:gd name="connsiteY34" fmla="*/ 943068 h 2323145"/>
              <a:gd name="connsiteX35" fmla="*/ 8612581 w 11269336"/>
              <a:gd name="connsiteY35" fmla="*/ 952695 h 2323145"/>
              <a:gd name="connsiteX36" fmla="*/ 8589038 w 11269336"/>
              <a:gd name="connsiteY36" fmla="*/ 963892 h 2323145"/>
              <a:gd name="connsiteX37" fmla="*/ 8579950 w 11269336"/>
              <a:gd name="connsiteY37" fmla="*/ 960899 h 2323145"/>
              <a:gd name="connsiteX38" fmla="*/ 8579319 w 11269336"/>
              <a:gd name="connsiteY38" fmla="*/ 965630 h 2323145"/>
              <a:gd name="connsiteX39" fmla="*/ 8547429 w 11269336"/>
              <a:gd name="connsiteY39" fmla="*/ 984506 h 2323145"/>
              <a:gd name="connsiteX40" fmla="*/ 8478704 w 11269336"/>
              <a:gd name="connsiteY40" fmla="*/ 1025490 h 2323145"/>
              <a:gd name="connsiteX41" fmla="*/ 8461421 w 11269336"/>
              <a:gd name="connsiteY41" fmla="*/ 1035512 h 2323145"/>
              <a:gd name="connsiteX42" fmla="*/ 8445003 w 11269336"/>
              <a:gd name="connsiteY42" fmla="*/ 1036851 h 2323145"/>
              <a:gd name="connsiteX43" fmla="*/ 8357350 w 11269336"/>
              <a:gd name="connsiteY43" fmla="*/ 1060213 h 2323145"/>
              <a:gd name="connsiteX44" fmla="*/ 8335565 w 11269336"/>
              <a:gd name="connsiteY44" fmla="*/ 1061151 h 2323145"/>
              <a:gd name="connsiteX45" fmla="*/ 8325267 w 11269336"/>
              <a:gd name="connsiteY45" fmla="*/ 1055919 h 2323145"/>
              <a:gd name="connsiteX46" fmla="*/ 8293586 w 11269336"/>
              <a:gd name="connsiteY46" fmla="*/ 1076144 h 2323145"/>
              <a:gd name="connsiteX47" fmla="*/ 8242405 w 11269336"/>
              <a:gd name="connsiteY47" fmla="*/ 1095960 h 2323145"/>
              <a:gd name="connsiteX48" fmla="*/ 8197391 w 11269336"/>
              <a:gd name="connsiteY48" fmla="*/ 1107746 h 2323145"/>
              <a:gd name="connsiteX49" fmla="*/ 8081474 w 11269336"/>
              <a:gd name="connsiteY49" fmla="*/ 1130125 h 2323145"/>
              <a:gd name="connsiteX50" fmla="*/ 8053585 w 11269336"/>
              <a:gd name="connsiteY50" fmla="*/ 1129169 h 2323145"/>
              <a:gd name="connsiteX51" fmla="*/ 8038422 w 11269336"/>
              <a:gd name="connsiteY51" fmla="*/ 1119092 h 2323145"/>
              <a:gd name="connsiteX52" fmla="*/ 8029450 w 11269336"/>
              <a:gd name="connsiteY52" fmla="*/ 1125592 h 2323145"/>
              <a:gd name="connsiteX53" fmla="*/ 7959552 w 11269336"/>
              <a:gd name="connsiteY53" fmla="*/ 1140188 h 2323145"/>
              <a:gd name="connsiteX54" fmla="*/ 7914188 w 11269336"/>
              <a:gd name="connsiteY54" fmla="*/ 1150862 h 2323145"/>
              <a:gd name="connsiteX55" fmla="*/ 7914918 w 11269336"/>
              <a:gd name="connsiteY55" fmla="*/ 1168758 h 2323145"/>
              <a:gd name="connsiteX56" fmla="*/ 7875510 w 11269336"/>
              <a:gd name="connsiteY56" fmla="*/ 1183153 h 2323145"/>
              <a:gd name="connsiteX57" fmla="*/ 7829932 w 11269336"/>
              <a:gd name="connsiteY57" fmla="*/ 1180782 h 2323145"/>
              <a:gd name="connsiteX58" fmla="*/ 7779182 w 11269336"/>
              <a:gd name="connsiteY58" fmla="*/ 1192665 h 2323145"/>
              <a:gd name="connsiteX59" fmla="*/ 7748774 w 11269336"/>
              <a:gd name="connsiteY59" fmla="*/ 1199586 h 2323145"/>
              <a:gd name="connsiteX60" fmla="*/ 7671846 w 11269336"/>
              <a:gd name="connsiteY60" fmla="*/ 1231966 h 2323145"/>
              <a:gd name="connsiteX61" fmla="*/ 7554146 w 11269336"/>
              <a:gd name="connsiteY61" fmla="*/ 1319748 h 2323145"/>
              <a:gd name="connsiteX62" fmla="*/ 7515052 w 11269336"/>
              <a:gd name="connsiteY62" fmla="*/ 1336718 h 2323145"/>
              <a:gd name="connsiteX63" fmla="*/ 7507193 w 11269336"/>
              <a:gd name="connsiteY63" fmla="*/ 1334617 h 2323145"/>
              <a:gd name="connsiteX64" fmla="*/ 7461694 w 11269336"/>
              <a:gd name="connsiteY64" fmla="*/ 1375866 h 2323145"/>
              <a:gd name="connsiteX65" fmla="*/ 7377571 w 11269336"/>
              <a:gd name="connsiteY65" fmla="*/ 1400128 h 2323145"/>
              <a:gd name="connsiteX66" fmla="*/ 7311261 w 11269336"/>
              <a:gd name="connsiteY66" fmla="*/ 1412652 h 2323145"/>
              <a:gd name="connsiteX67" fmla="*/ 7275307 w 11269336"/>
              <a:gd name="connsiteY67" fmla="*/ 1422171 h 2323145"/>
              <a:gd name="connsiteX68" fmla="*/ 7247783 w 11269336"/>
              <a:gd name="connsiteY68" fmla="*/ 1426330 h 2323145"/>
              <a:gd name="connsiteX69" fmla="*/ 7185047 w 11269336"/>
              <a:gd name="connsiteY69" fmla="*/ 1451812 h 2323145"/>
              <a:gd name="connsiteX70" fmla="*/ 7084117 w 11269336"/>
              <a:gd name="connsiteY70" fmla="*/ 1500281 h 2323145"/>
              <a:gd name="connsiteX71" fmla="*/ 7062011 w 11269336"/>
              <a:gd name="connsiteY71" fmla="*/ 1509183 h 2323145"/>
              <a:gd name="connsiteX72" fmla="*/ 7040555 w 11269336"/>
              <a:gd name="connsiteY72" fmla="*/ 1511207 h 2323145"/>
              <a:gd name="connsiteX73" fmla="*/ 7033438 w 11269336"/>
              <a:gd name="connsiteY73" fmla="*/ 1506772 h 2323145"/>
              <a:gd name="connsiteX74" fmla="*/ 7020886 w 11269336"/>
              <a:gd name="connsiteY74" fmla="*/ 1510764 h 2323145"/>
              <a:gd name="connsiteX75" fmla="*/ 7017033 w 11269336"/>
              <a:gd name="connsiteY75" fmla="*/ 1510650 h 2323145"/>
              <a:gd name="connsiteX76" fmla="*/ 6995460 w 11269336"/>
              <a:gd name="connsiteY76" fmla="*/ 1511173 h 2323145"/>
              <a:gd name="connsiteX77" fmla="*/ 6962144 w 11269336"/>
              <a:gd name="connsiteY77" fmla="*/ 1541508 h 2323145"/>
              <a:gd name="connsiteX78" fmla="*/ 6910674 w 11269336"/>
              <a:gd name="connsiteY78" fmla="*/ 1554793 h 2323145"/>
              <a:gd name="connsiteX79" fmla="*/ 6732152 w 11269336"/>
              <a:gd name="connsiteY79" fmla="*/ 1642538 h 2323145"/>
              <a:gd name="connsiteX80" fmla="*/ 6694106 w 11269336"/>
              <a:gd name="connsiteY80" fmla="*/ 1632377 h 2323145"/>
              <a:gd name="connsiteX81" fmla="*/ 6617223 w 11269336"/>
              <a:gd name="connsiteY81" fmla="*/ 1659889 h 2323145"/>
              <a:gd name="connsiteX82" fmla="*/ 6521138 w 11269336"/>
              <a:gd name="connsiteY82" fmla="*/ 1744340 h 2323145"/>
              <a:gd name="connsiteX83" fmla="*/ 6380677 w 11269336"/>
              <a:gd name="connsiteY83" fmla="*/ 1796883 h 2323145"/>
              <a:gd name="connsiteX84" fmla="*/ 6374897 w 11269336"/>
              <a:gd name="connsiteY84" fmla="*/ 1809910 h 2323145"/>
              <a:gd name="connsiteX85" fmla="*/ 6364545 w 11269336"/>
              <a:gd name="connsiteY85" fmla="*/ 1820090 h 2323145"/>
              <a:gd name="connsiteX86" fmla="*/ 6362126 w 11269336"/>
              <a:gd name="connsiteY86" fmla="*/ 1819991 h 2323145"/>
              <a:gd name="connsiteX87" fmla="*/ 6346673 w 11269336"/>
              <a:gd name="connsiteY87" fmla="*/ 1827824 h 2323145"/>
              <a:gd name="connsiteX88" fmla="*/ 6345588 w 11269336"/>
              <a:gd name="connsiteY88" fmla="*/ 1832232 h 2323145"/>
              <a:gd name="connsiteX89" fmla="*/ 6335708 w 11269336"/>
              <a:gd name="connsiteY89" fmla="*/ 1838451 h 2323145"/>
              <a:gd name="connsiteX90" fmla="*/ 6318182 w 11269336"/>
              <a:gd name="connsiteY90" fmla="*/ 1852975 h 2323145"/>
              <a:gd name="connsiteX91" fmla="*/ 6313084 w 11269336"/>
              <a:gd name="connsiteY91" fmla="*/ 1853561 h 2323145"/>
              <a:gd name="connsiteX92" fmla="*/ 6283816 w 11269336"/>
              <a:gd name="connsiteY92" fmla="*/ 1872148 h 2323145"/>
              <a:gd name="connsiteX93" fmla="*/ 6282550 w 11269336"/>
              <a:gd name="connsiteY93" fmla="*/ 1871392 h 2323145"/>
              <a:gd name="connsiteX94" fmla="*/ 6270527 w 11269336"/>
              <a:gd name="connsiteY94" fmla="*/ 1872208 h 2323145"/>
              <a:gd name="connsiteX95" fmla="*/ 6249518 w 11269336"/>
              <a:gd name="connsiteY95" fmla="*/ 1876079 h 2323145"/>
              <a:gd name="connsiteX96" fmla="*/ 6190386 w 11269336"/>
              <a:gd name="connsiteY96" fmla="*/ 1872478 h 2323145"/>
              <a:gd name="connsiteX97" fmla="*/ 6159777 w 11269336"/>
              <a:gd name="connsiteY97" fmla="*/ 1891745 h 2323145"/>
              <a:gd name="connsiteX98" fmla="*/ 6153131 w 11269336"/>
              <a:gd name="connsiteY98" fmla="*/ 1895079 h 2323145"/>
              <a:gd name="connsiteX99" fmla="*/ 6152798 w 11269336"/>
              <a:gd name="connsiteY99" fmla="*/ 1894920 h 2323145"/>
              <a:gd name="connsiteX100" fmla="*/ 6145388 w 11269336"/>
              <a:gd name="connsiteY100" fmla="*/ 1897990 h 2323145"/>
              <a:gd name="connsiteX101" fmla="*/ 6141014 w 11269336"/>
              <a:gd name="connsiteY101" fmla="*/ 1901155 h 2323145"/>
              <a:gd name="connsiteX102" fmla="*/ 6128122 w 11269336"/>
              <a:gd name="connsiteY102" fmla="*/ 1907623 h 2323145"/>
              <a:gd name="connsiteX103" fmla="*/ 6122351 w 11269336"/>
              <a:gd name="connsiteY103" fmla="*/ 1908359 h 2323145"/>
              <a:gd name="connsiteX104" fmla="*/ 6064750 w 11269336"/>
              <a:gd name="connsiteY104" fmla="*/ 1896394 h 2323145"/>
              <a:gd name="connsiteX105" fmla="*/ 5964230 w 11269336"/>
              <a:gd name="connsiteY105" fmla="*/ 1910038 h 2323145"/>
              <a:gd name="connsiteX106" fmla="*/ 5865399 w 11269336"/>
              <a:gd name="connsiteY106" fmla="*/ 1926966 h 2323145"/>
              <a:gd name="connsiteX107" fmla="*/ 5829951 w 11269336"/>
              <a:gd name="connsiteY107" fmla="*/ 1934755 h 2323145"/>
              <a:gd name="connsiteX108" fmla="*/ 5765285 w 11269336"/>
              <a:gd name="connsiteY108" fmla="*/ 1941322 h 2323145"/>
              <a:gd name="connsiteX109" fmla="*/ 5734750 w 11269336"/>
              <a:gd name="connsiteY109" fmla="*/ 1939793 h 2323145"/>
              <a:gd name="connsiteX110" fmla="*/ 5733569 w 11269336"/>
              <a:gd name="connsiteY110" fmla="*/ 1940505 h 2323145"/>
              <a:gd name="connsiteX111" fmla="*/ 5730329 w 11269336"/>
              <a:gd name="connsiteY111" fmla="*/ 1937845 h 2323145"/>
              <a:gd name="connsiteX112" fmla="*/ 5724661 w 11269336"/>
              <a:gd name="connsiteY112" fmla="*/ 1937455 h 2323145"/>
              <a:gd name="connsiteX113" fmla="*/ 5710186 w 11269336"/>
              <a:gd name="connsiteY113" fmla="*/ 1941370 h 2323145"/>
              <a:gd name="connsiteX114" fmla="*/ 5704910 w 11269336"/>
              <a:gd name="connsiteY114" fmla="*/ 1943663 h 2323145"/>
              <a:gd name="connsiteX115" fmla="*/ 5696836 w 11269336"/>
              <a:gd name="connsiteY115" fmla="*/ 1945271 h 2323145"/>
              <a:gd name="connsiteX116" fmla="*/ 5696583 w 11269336"/>
              <a:gd name="connsiteY116" fmla="*/ 1945050 h 2323145"/>
              <a:gd name="connsiteX117" fmla="*/ 5689123 w 11269336"/>
              <a:gd name="connsiteY117" fmla="*/ 1947067 h 2323145"/>
              <a:gd name="connsiteX118" fmla="*/ 5653291 w 11269336"/>
              <a:gd name="connsiteY118" fmla="*/ 1960245 h 2323145"/>
              <a:gd name="connsiteX119" fmla="*/ 5599385 w 11269336"/>
              <a:gd name="connsiteY119" fmla="*/ 1945198 h 2323145"/>
              <a:gd name="connsiteX120" fmla="*/ 5578300 w 11269336"/>
              <a:gd name="connsiteY120" fmla="*/ 1944963 h 2323145"/>
              <a:gd name="connsiteX121" fmla="*/ 5566758 w 11269336"/>
              <a:gd name="connsiteY121" fmla="*/ 1943441 h 2323145"/>
              <a:gd name="connsiteX122" fmla="*/ 5565857 w 11269336"/>
              <a:gd name="connsiteY122" fmla="*/ 1942445 h 2323145"/>
              <a:gd name="connsiteX123" fmla="*/ 5531534 w 11269336"/>
              <a:gd name="connsiteY123" fmla="*/ 1955208 h 2323145"/>
              <a:gd name="connsiteX124" fmla="*/ 5526552 w 11269336"/>
              <a:gd name="connsiteY124" fmla="*/ 1954799 h 2323145"/>
              <a:gd name="connsiteX125" fmla="*/ 5504723 w 11269336"/>
              <a:gd name="connsiteY125" fmla="*/ 1965811 h 2323145"/>
              <a:gd name="connsiteX126" fmla="*/ 5493156 w 11269336"/>
              <a:gd name="connsiteY126" fmla="*/ 1970063 h 2323145"/>
              <a:gd name="connsiteX127" fmla="*/ 5490486 w 11269336"/>
              <a:gd name="connsiteY127" fmla="*/ 1974227 h 2323145"/>
              <a:gd name="connsiteX128" fmla="*/ 5473107 w 11269336"/>
              <a:gd name="connsiteY128" fmla="*/ 1979001 h 2323145"/>
              <a:gd name="connsiteX129" fmla="*/ 5470885 w 11269336"/>
              <a:gd name="connsiteY129" fmla="*/ 1978432 h 2323145"/>
              <a:gd name="connsiteX130" fmla="*/ 5457393 w 11269336"/>
              <a:gd name="connsiteY130" fmla="*/ 1986525 h 2323145"/>
              <a:gd name="connsiteX131" fmla="*/ 5447102 w 11269336"/>
              <a:gd name="connsiteY131" fmla="*/ 1998329 h 2323145"/>
              <a:gd name="connsiteX132" fmla="*/ 5159151 w 11269336"/>
              <a:gd name="connsiteY132" fmla="*/ 2029640 h 2323145"/>
              <a:gd name="connsiteX133" fmla="*/ 5098838 w 11269336"/>
              <a:gd name="connsiteY133" fmla="*/ 2062961 h 2323145"/>
              <a:gd name="connsiteX134" fmla="*/ 4860988 w 11269336"/>
              <a:gd name="connsiteY134" fmla="*/ 2135698 h 2323145"/>
              <a:gd name="connsiteX135" fmla="*/ 4765388 w 11269336"/>
              <a:gd name="connsiteY135" fmla="*/ 2162525 h 2323145"/>
              <a:gd name="connsiteX136" fmla="*/ 4745033 w 11269336"/>
              <a:gd name="connsiteY136" fmla="*/ 2158859 h 2323145"/>
              <a:gd name="connsiteX137" fmla="*/ 4741475 w 11269336"/>
              <a:gd name="connsiteY137" fmla="*/ 2157998 h 2323145"/>
              <a:gd name="connsiteX138" fmla="*/ 4728247 w 11269336"/>
              <a:gd name="connsiteY138" fmla="*/ 2159526 h 2323145"/>
              <a:gd name="connsiteX139" fmla="*/ 4723263 w 11269336"/>
              <a:gd name="connsiteY139" fmla="*/ 2153742 h 2323145"/>
              <a:gd name="connsiteX140" fmla="*/ 4593061 w 11269336"/>
              <a:gd name="connsiteY140" fmla="*/ 2171597 h 2323145"/>
              <a:gd name="connsiteX141" fmla="*/ 4533444 w 11269336"/>
              <a:gd name="connsiteY141" fmla="*/ 2181200 h 2323145"/>
              <a:gd name="connsiteX142" fmla="*/ 4467257 w 11269336"/>
              <a:gd name="connsiteY142" fmla="*/ 2196121 h 2323145"/>
              <a:gd name="connsiteX143" fmla="*/ 4405765 w 11269336"/>
              <a:gd name="connsiteY143" fmla="*/ 2199902 h 2323145"/>
              <a:gd name="connsiteX144" fmla="*/ 4401354 w 11269336"/>
              <a:gd name="connsiteY144" fmla="*/ 2194745 h 2323145"/>
              <a:gd name="connsiteX145" fmla="*/ 4366646 w 11269336"/>
              <a:gd name="connsiteY145" fmla="*/ 2198564 h 2323145"/>
              <a:gd name="connsiteX146" fmla="*/ 4354009 w 11269336"/>
              <a:gd name="connsiteY146" fmla="*/ 2204984 h 2323145"/>
              <a:gd name="connsiteX147" fmla="*/ 4348284 w 11269336"/>
              <a:gd name="connsiteY147" fmla="*/ 2205270 h 2323145"/>
              <a:gd name="connsiteX148" fmla="*/ 4333906 w 11269336"/>
              <a:gd name="connsiteY148" fmla="*/ 2205251 h 2323145"/>
              <a:gd name="connsiteX149" fmla="*/ 4308819 w 11269336"/>
              <a:gd name="connsiteY149" fmla="*/ 2203822 h 2323145"/>
              <a:gd name="connsiteX150" fmla="*/ 4301210 w 11269336"/>
              <a:gd name="connsiteY150" fmla="*/ 2204456 h 2323145"/>
              <a:gd name="connsiteX151" fmla="*/ 4283095 w 11269336"/>
              <a:gd name="connsiteY151" fmla="*/ 2198177 h 2323145"/>
              <a:gd name="connsiteX152" fmla="*/ 4250119 w 11269336"/>
              <a:gd name="connsiteY152" fmla="*/ 2196342 h 2323145"/>
              <a:gd name="connsiteX153" fmla="*/ 4189203 w 11269336"/>
              <a:gd name="connsiteY153" fmla="*/ 2178994 h 2323145"/>
              <a:gd name="connsiteX154" fmla="*/ 4154035 w 11269336"/>
              <a:gd name="connsiteY154" fmla="*/ 2171950 h 2323145"/>
              <a:gd name="connsiteX155" fmla="*/ 4129569 w 11269336"/>
              <a:gd name="connsiteY155" fmla="*/ 2163850 h 2323145"/>
              <a:gd name="connsiteX156" fmla="*/ 4061250 w 11269336"/>
              <a:gd name="connsiteY156" fmla="*/ 2159236 h 2323145"/>
              <a:gd name="connsiteX157" fmla="*/ 3945480 w 11269336"/>
              <a:gd name="connsiteY157" fmla="*/ 2158279 h 2323145"/>
              <a:gd name="connsiteX158" fmla="*/ 3921468 w 11269336"/>
              <a:gd name="connsiteY158" fmla="*/ 2156588 h 2323145"/>
              <a:gd name="connsiteX159" fmla="*/ 3903348 w 11269336"/>
              <a:gd name="connsiteY159" fmla="*/ 2149220 h 2323145"/>
              <a:gd name="connsiteX160" fmla="*/ 3901342 w 11269336"/>
              <a:gd name="connsiteY160" fmla="*/ 2142355 h 2323145"/>
              <a:gd name="connsiteX161" fmla="*/ 3888539 w 11269336"/>
              <a:gd name="connsiteY161" fmla="*/ 2140476 h 2323145"/>
              <a:gd name="connsiteX162" fmla="*/ 3885662 w 11269336"/>
              <a:gd name="connsiteY162" fmla="*/ 2138740 h 2323145"/>
              <a:gd name="connsiteX163" fmla="*/ 3868627 w 11269336"/>
              <a:gd name="connsiteY163" fmla="*/ 2130023 h 2323145"/>
              <a:gd name="connsiteX164" fmla="*/ 3819177 w 11269336"/>
              <a:gd name="connsiteY164" fmla="*/ 2142111 h 2323145"/>
              <a:gd name="connsiteX165" fmla="*/ 3769100 w 11269336"/>
              <a:gd name="connsiteY165" fmla="*/ 2131731 h 2323145"/>
              <a:gd name="connsiteX166" fmla="*/ 3562752 w 11269336"/>
              <a:gd name="connsiteY166" fmla="*/ 2131785 h 2323145"/>
              <a:gd name="connsiteX167" fmla="*/ 3541402 w 11269336"/>
              <a:gd name="connsiteY167" fmla="*/ 2106821 h 2323145"/>
              <a:gd name="connsiteX168" fmla="*/ 3365341 w 11269336"/>
              <a:gd name="connsiteY168" fmla="*/ 2077638 h 2323145"/>
              <a:gd name="connsiteX169" fmla="*/ 3170922 w 11269336"/>
              <a:gd name="connsiteY169" fmla="*/ 2115957 h 2323145"/>
              <a:gd name="connsiteX170" fmla="*/ 3156256 w 11269336"/>
              <a:gd name="connsiteY170" fmla="*/ 2124773 h 2323145"/>
              <a:gd name="connsiteX171" fmla="*/ 3140298 w 11269336"/>
              <a:gd name="connsiteY171" fmla="*/ 2129182 h 2323145"/>
              <a:gd name="connsiteX172" fmla="*/ 3138514 w 11269336"/>
              <a:gd name="connsiteY172" fmla="*/ 2128069 h 2323145"/>
              <a:gd name="connsiteX173" fmla="*/ 3120467 w 11269336"/>
              <a:gd name="connsiteY173" fmla="*/ 2128281 h 2323145"/>
              <a:gd name="connsiteX174" fmla="*/ 3116175 w 11269336"/>
              <a:gd name="connsiteY174" fmla="*/ 2131633 h 2323145"/>
              <a:gd name="connsiteX175" fmla="*/ 3103685 w 11269336"/>
              <a:gd name="connsiteY175" fmla="*/ 2132814 h 2323145"/>
              <a:gd name="connsiteX176" fmla="*/ 3078794 w 11269336"/>
              <a:gd name="connsiteY176" fmla="*/ 2137935 h 2323145"/>
              <a:gd name="connsiteX177" fmla="*/ 3074407 w 11269336"/>
              <a:gd name="connsiteY177" fmla="*/ 2136274 h 2323145"/>
              <a:gd name="connsiteX178" fmla="*/ 3037285 w 11269336"/>
              <a:gd name="connsiteY178" fmla="*/ 2139919 h 2323145"/>
              <a:gd name="connsiteX179" fmla="*/ 3036901 w 11269336"/>
              <a:gd name="connsiteY179" fmla="*/ 2138726 h 2323145"/>
              <a:gd name="connsiteX180" fmla="*/ 3026996 w 11269336"/>
              <a:gd name="connsiteY180" fmla="*/ 2134322 h 2323145"/>
              <a:gd name="connsiteX181" fmla="*/ 3007772 w 11269336"/>
              <a:gd name="connsiteY181" fmla="*/ 2128742 h 2323145"/>
              <a:gd name="connsiteX182" fmla="*/ 2965030 w 11269336"/>
              <a:gd name="connsiteY182" fmla="*/ 2100494 h 2323145"/>
              <a:gd name="connsiteX183" fmla="*/ 2926342 w 11269336"/>
              <a:gd name="connsiteY183" fmla="*/ 2104155 h 2323145"/>
              <a:gd name="connsiteX184" fmla="*/ 2918608 w 11269336"/>
              <a:gd name="connsiteY184" fmla="*/ 2104215 h 2323145"/>
              <a:gd name="connsiteX185" fmla="*/ 2918475 w 11269336"/>
              <a:gd name="connsiteY185" fmla="*/ 2103937 h 2323145"/>
              <a:gd name="connsiteX186" fmla="*/ 2910360 w 11269336"/>
              <a:gd name="connsiteY186" fmla="*/ 2103444 h 2323145"/>
              <a:gd name="connsiteX187" fmla="*/ 2904507 w 11269336"/>
              <a:gd name="connsiteY187" fmla="*/ 2104326 h 2323145"/>
              <a:gd name="connsiteX188" fmla="*/ 2889503 w 11269336"/>
              <a:gd name="connsiteY188" fmla="*/ 2104443 h 2323145"/>
              <a:gd name="connsiteX189" fmla="*/ 2884480 w 11269336"/>
              <a:gd name="connsiteY189" fmla="*/ 2102626 h 2323145"/>
              <a:gd name="connsiteX190" fmla="*/ 2882689 w 11269336"/>
              <a:gd name="connsiteY190" fmla="*/ 2099228 h 2323145"/>
              <a:gd name="connsiteX191" fmla="*/ 2881291 w 11269336"/>
              <a:gd name="connsiteY191" fmla="*/ 2099618 h 2323145"/>
              <a:gd name="connsiteX192" fmla="*/ 2853979 w 11269336"/>
              <a:gd name="connsiteY192" fmla="*/ 2090388 h 2323145"/>
              <a:gd name="connsiteX193" fmla="*/ 2791790 w 11269336"/>
              <a:gd name="connsiteY193" fmla="*/ 2080332 h 2323145"/>
              <a:gd name="connsiteX194" fmla="*/ 2755844 w 11269336"/>
              <a:gd name="connsiteY194" fmla="*/ 2078874 h 2323145"/>
              <a:gd name="connsiteX195" fmla="*/ 2657742 w 11269336"/>
              <a:gd name="connsiteY195" fmla="*/ 2070179 h 2323145"/>
              <a:gd name="connsiteX196" fmla="*/ 2559549 w 11269336"/>
              <a:gd name="connsiteY196" fmla="*/ 2057873 h 2323145"/>
              <a:gd name="connsiteX197" fmla="*/ 2512054 w 11269336"/>
              <a:gd name="connsiteY197" fmla="*/ 2031671 h 2323145"/>
              <a:gd name="connsiteX198" fmla="*/ 2506437 w 11269336"/>
              <a:gd name="connsiteY198" fmla="*/ 2030918 h 2323145"/>
              <a:gd name="connsiteX199" fmla="*/ 2491752 w 11269336"/>
              <a:gd name="connsiteY199" fmla="*/ 2033906 h 2323145"/>
              <a:gd name="connsiteX200" fmla="*/ 2486338 w 11269336"/>
              <a:gd name="connsiteY200" fmla="*/ 2035862 h 2323145"/>
              <a:gd name="connsiteX201" fmla="*/ 2478186 w 11269336"/>
              <a:gd name="connsiteY201" fmla="*/ 2036953 h 2323145"/>
              <a:gd name="connsiteX202" fmla="*/ 2477950 w 11269336"/>
              <a:gd name="connsiteY202" fmla="*/ 2036715 h 2323145"/>
              <a:gd name="connsiteX203" fmla="*/ 2470381 w 11269336"/>
              <a:gd name="connsiteY203" fmla="*/ 2038256 h 2323145"/>
              <a:gd name="connsiteX204" fmla="*/ 2433781 w 11269336"/>
              <a:gd name="connsiteY204" fmla="*/ 2049140 h 2323145"/>
              <a:gd name="connsiteX205" fmla="*/ 2381172 w 11269336"/>
              <a:gd name="connsiteY205" fmla="*/ 2030645 h 2323145"/>
              <a:gd name="connsiteX206" fmla="*/ 2360198 w 11269336"/>
              <a:gd name="connsiteY206" fmla="*/ 2029059 h 2323145"/>
              <a:gd name="connsiteX207" fmla="*/ 2348815 w 11269336"/>
              <a:gd name="connsiteY207" fmla="*/ 2026798 h 2323145"/>
              <a:gd name="connsiteX208" fmla="*/ 2347988 w 11269336"/>
              <a:gd name="connsiteY208" fmla="*/ 2025745 h 2323145"/>
              <a:gd name="connsiteX209" fmla="*/ 2312920 w 11269336"/>
              <a:gd name="connsiteY209" fmla="*/ 2036311 h 2323145"/>
              <a:gd name="connsiteX210" fmla="*/ 2307986 w 11269336"/>
              <a:gd name="connsiteY210" fmla="*/ 2035583 h 2323145"/>
              <a:gd name="connsiteX211" fmla="*/ 2285481 w 11269336"/>
              <a:gd name="connsiteY211" fmla="*/ 2045197 h 2323145"/>
              <a:gd name="connsiteX212" fmla="*/ 2273666 w 11269336"/>
              <a:gd name="connsiteY212" fmla="*/ 2048710 h 2323145"/>
              <a:gd name="connsiteX213" fmla="*/ 2270719 w 11269336"/>
              <a:gd name="connsiteY213" fmla="*/ 2052702 h 2323145"/>
              <a:gd name="connsiteX214" fmla="*/ 2253080 w 11269336"/>
              <a:gd name="connsiteY214" fmla="*/ 2056363 h 2323145"/>
              <a:gd name="connsiteX215" fmla="*/ 2250906 w 11269336"/>
              <a:gd name="connsiteY215" fmla="*/ 2055654 h 2323145"/>
              <a:gd name="connsiteX216" fmla="*/ 2236905 w 11269336"/>
              <a:gd name="connsiteY216" fmla="*/ 2062882 h 2323145"/>
              <a:gd name="connsiteX217" fmla="*/ 2225830 w 11269336"/>
              <a:gd name="connsiteY217" fmla="*/ 2074027 h 2323145"/>
              <a:gd name="connsiteX218" fmla="*/ 2073776 w 11269336"/>
              <a:gd name="connsiteY218" fmla="*/ 2089244 h 2323145"/>
              <a:gd name="connsiteX219" fmla="*/ 1948256 w 11269336"/>
              <a:gd name="connsiteY219" fmla="*/ 2146616 h 2323145"/>
              <a:gd name="connsiteX220" fmla="*/ 1865582 w 11269336"/>
              <a:gd name="connsiteY220" fmla="*/ 2153738 h 2323145"/>
              <a:gd name="connsiteX221" fmla="*/ 1835210 w 11269336"/>
              <a:gd name="connsiteY221" fmla="*/ 2134244 h 2323145"/>
              <a:gd name="connsiteX222" fmla="*/ 1632661 w 11269336"/>
              <a:gd name="connsiteY222" fmla="*/ 2173882 h 2323145"/>
              <a:gd name="connsiteX223" fmla="*/ 1579590 w 11269336"/>
              <a:gd name="connsiteY223" fmla="*/ 2173680 h 2323145"/>
              <a:gd name="connsiteX224" fmla="*/ 1535601 w 11269336"/>
              <a:gd name="connsiteY224" fmla="*/ 2194590 h 2323145"/>
              <a:gd name="connsiteX225" fmla="*/ 1515594 w 11269336"/>
              <a:gd name="connsiteY225" fmla="*/ 2189622 h 2323145"/>
              <a:gd name="connsiteX226" fmla="*/ 1512113 w 11269336"/>
              <a:gd name="connsiteY226" fmla="*/ 2188534 h 2323145"/>
              <a:gd name="connsiteX227" fmla="*/ 1498838 w 11269336"/>
              <a:gd name="connsiteY227" fmla="*/ 2189213 h 2323145"/>
              <a:gd name="connsiteX228" fmla="*/ 1494279 w 11269336"/>
              <a:gd name="connsiteY228" fmla="*/ 2183112 h 2323145"/>
              <a:gd name="connsiteX229" fmla="*/ 1473714 w 11269336"/>
              <a:gd name="connsiteY229" fmla="*/ 2179625 h 2323145"/>
              <a:gd name="connsiteX230" fmla="*/ 1449503 w 11269336"/>
              <a:gd name="connsiteY230" fmla="*/ 2182633 h 2323145"/>
              <a:gd name="connsiteX231" fmla="*/ 1266687 w 11269336"/>
              <a:gd name="connsiteY231" fmla="*/ 2212688 h 2323145"/>
              <a:gd name="connsiteX232" fmla="*/ 1239614 w 11269336"/>
              <a:gd name="connsiteY232" fmla="*/ 2209727 h 2323145"/>
              <a:gd name="connsiteX233" fmla="*/ 1202436 w 11269336"/>
              <a:gd name="connsiteY233" fmla="*/ 2209817 h 2323145"/>
              <a:gd name="connsiteX234" fmla="*/ 1136097 w 11269336"/>
              <a:gd name="connsiteY234" fmla="*/ 2205112 h 2323145"/>
              <a:gd name="connsiteX235" fmla="*/ 988232 w 11269336"/>
              <a:gd name="connsiteY235" fmla="*/ 2235635 h 2323145"/>
              <a:gd name="connsiteX236" fmla="*/ 981959 w 11269336"/>
              <a:gd name="connsiteY236" fmla="*/ 2231607 h 2323145"/>
              <a:gd name="connsiteX237" fmla="*/ 938600 w 11269336"/>
              <a:gd name="connsiteY237" fmla="*/ 2238113 h 2323145"/>
              <a:gd name="connsiteX238" fmla="*/ 791788 w 11269336"/>
              <a:gd name="connsiteY238" fmla="*/ 2293224 h 2323145"/>
              <a:gd name="connsiteX239" fmla="*/ 706914 w 11269336"/>
              <a:gd name="connsiteY239" fmla="*/ 2305046 h 2323145"/>
              <a:gd name="connsiteX240" fmla="*/ 675971 w 11269336"/>
              <a:gd name="connsiteY240" fmla="*/ 2304030 h 2323145"/>
              <a:gd name="connsiteX241" fmla="*/ 624180 w 11269336"/>
              <a:gd name="connsiteY241" fmla="*/ 2302650 h 2323145"/>
              <a:gd name="connsiteX242" fmla="*/ 583453 w 11269336"/>
              <a:gd name="connsiteY242" fmla="*/ 2288788 h 2323145"/>
              <a:gd name="connsiteX243" fmla="*/ 540946 w 11269336"/>
              <a:gd name="connsiteY243" fmla="*/ 2292721 h 2323145"/>
              <a:gd name="connsiteX244" fmla="*/ 533680 w 11269336"/>
              <a:gd name="connsiteY244" fmla="*/ 2310233 h 2323145"/>
              <a:gd name="connsiteX245" fmla="*/ 487366 w 11269336"/>
              <a:gd name="connsiteY245" fmla="*/ 2309053 h 2323145"/>
              <a:gd name="connsiteX246" fmla="*/ 416820 w 11269336"/>
              <a:gd name="connsiteY246" fmla="*/ 2305443 h 2323145"/>
              <a:gd name="connsiteX247" fmla="*/ 376805 w 11269336"/>
              <a:gd name="connsiteY247" fmla="*/ 2307647 h 2323145"/>
              <a:gd name="connsiteX248" fmla="*/ 266777 w 11269336"/>
              <a:gd name="connsiteY248" fmla="*/ 2309012 h 2323145"/>
              <a:gd name="connsiteX249" fmla="*/ 156013 w 11269336"/>
              <a:gd name="connsiteY249" fmla="*/ 2306832 h 2323145"/>
              <a:gd name="connsiteX250" fmla="*/ 87258 w 11269336"/>
              <a:gd name="connsiteY250" fmla="*/ 2285511 h 2323145"/>
              <a:gd name="connsiteX251" fmla="*/ 23798 w 11269336"/>
              <a:gd name="connsiteY251" fmla="*/ 2281822 h 2323145"/>
              <a:gd name="connsiteX252" fmla="*/ 0 w 11269336"/>
              <a:gd name="connsiteY252" fmla="*/ 2285369 h 2323145"/>
              <a:gd name="connsiteX253" fmla="*/ 0 w 11269336"/>
              <a:gd name="connsiteY253"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561575 w 11269336"/>
              <a:gd name="connsiteY19" fmla="*/ 559978 h 2323145"/>
              <a:gd name="connsiteX20" fmla="*/ 9162278 w 11269336"/>
              <a:gd name="connsiteY20" fmla="*/ 704724 h 2323145"/>
              <a:gd name="connsiteX21" fmla="*/ 9062863 w 11269336"/>
              <a:gd name="connsiteY21" fmla="*/ 754656 h 2323145"/>
              <a:gd name="connsiteX22" fmla="*/ 8914746 w 11269336"/>
              <a:gd name="connsiteY22" fmla="*/ 826428 h 2323145"/>
              <a:gd name="connsiteX23" fmla="*/ 8917778 w 11269336"/>
              <a:gd name="connsiteY23" fmla="*/ 835198 h 2323145"/>
              <a:gd name="connsiteX24" fmla="*/ 8905560 w 11269336"/>
              <a:gd name="connsiteY24" fmla="*/ 838358 h 2323145"/>
              <a:gd name="connsiteX25" fmla="*/ 8897564 w 11269336"/>
              <a:gd name="connsiteY25" fmla="*/ 834287 h 2323145"/>
              <a:gd name="connsiteX26" fmla="*/ 8878040 w 11269336"/>
              <a:gd name="connsiteY26" fmla="*/ 844150 h 2323145"/>
              <a:gd name="connsiteX27" fmla="*/ 8795998 w 11269336"/>
              <a:gd name="connsiteY27" fmla="*/ 863337 h 2323145"/>
              <a:gd name="connsiteX28" fmla="*/ 8776970 w 11269336"/>
              <a:gd name="connsiteY28" fmla="*/ 885177 h 2323145"/>
              <a:gd name="connsiteX29" fmla="*/ 8755719 w 11269336"/>
              <a:gd name="connsiteY29" fmla="*/ 889754 h 2323145"/>
              <a:gd name="connsiteX30" fmla="*/ 8743257 w 11269336"/>
              <a:gd name="connsiteY30" fmla="*/ 904723 h 2323145"/>
              <a:gd name="connsiteX31" fmla="*/ 8721366 w 11269336"/>
              <a:gd name="connsiteY31" fmla="*/ 904711 h 2323145"/>
              <a:gd name="connsiteX32" fmla="*/ 8678353 w 11269336"/>
              <a:gd name="connsiteY32" fmla="*/ 926318 h 2323145"/>
              <a:gd name="connsiteX33" fmla="*/ 8636849 w 11269336"/>
              <a:gd name="connsiteY33" fmla="*/ 937900 h 2323145"/>
              <a:gd name="connsiteX34" fmla="*/ 8620213 w 11269336"/>
              <a:gd name="connsiteY34" fmla="*/ 943068 h 2323145"/>
              <a:gd name="connsiteX35" fmla="*/ 8612581 w 11269336"/>
              <a:gd name="connsiteY35" fmla="*/ 952695 h 2323145"/>
              <a:gd name="connsiteX36" fmla="*/ 8589038 w 11269336"/>
              <a:gd name="connsiteY36" fmla="*/ 963892 h 2323145"/>
              <a:gd name="connsiteX37" fmla="*/ 8579950 w 11269336"/>
              <a:gd name="connsiteY37" fmla="*/ 960899 h 2323145"/>
              <a:gd name="connsiteX38" fmla="*/ 8579319 w 11269336"/>
              <a:gd name="connsiteY38" fmla="*/ 965630 h 2323145"/>
              <a:gd name="connsiteX39" fmla="*/ 8547429 w 11269336"/>
              <a:gd name="connsiteY39" fmla="*/ 984506 h 2323145"/>
              <a:gd name="connsiteX40" fmla="*/ 8478704 w 11269336"/>
              <a:gd name="connsiteY40" fmla="*/ 1025490 h 2323145"/>
              <a:gd name="connsiteX41" fmla="*/ 8461421 w 11269336"/>
              <a:gd name="connsiteY41" fmla="*/ 1035512 h 2323145"/>
              <a:gd name="connsiteX42" fmla="*/ 8445003 w 11269336"/>
              <a:gd name="connsiteY42" fmla="*/ 1036851 h 2323145"/>
              <a:gd name="connsiteX43" fmla="*/ 8357350 w 11269336"/>
              <a:gd name="connsiteY43" fmla="*/ 1060213 h 2323145"/>
              <a:gd name="connsiteX44" fmla="*/ 8335565 w 11269336"/>
              <a:gd name="connsiteY44" fmla="*/ 1061151 h 2323145"/>
              <a:gd name="connsiteX45" fmla="*/ 8325267 w 11269336"/>
              <a:gd name="connsiteY45" fmla="*/ 1055919 h 2323145"/>
              <a:gd name="connsiteX46" fmla="*/ 8293586 w 11269336"/>
              <a:gd name="connsiteY46" fmla="*/ 1076144 h 2323145"/>
              <a:gd name="connsiteX47" fmla="*/ 8242405 w 11269336"/>
              <a:gd name="connsiteY47" fmla="*/ 1095960 h 2323145"/>
              <a:gd name="connsiteX48" fmla="*/ 8197391 w 11269336"/>
              <a:gd name="connsiteY48" fmla="*/ 1107746 h 2323145"/>
              <a:gd name="connsiteX49" fmla="*/ 8081474 w 11269336"/>
              <a:gd name="connsiteY49" fmla="*/ 1130125 h 2323145"/>
              <a:gd name="connsiteX50" fmla="*/ 8053585 w 11269336"/>
              <a:gd name="connsiteY50" fmla="*/ 1129169 h 2323145"/>
              <a:gd name="connsiteX51" fmla="*/ 8038422 w 11269336"/>
              <a:gd name="connsiteY51" fmla="*/ 1119092 h 2323145"/>
              <a:gd name="connsiteX52" fmla="*/ 8029450 w 11269336"/>
              <a:gd name="connsiteY52" fmla="*/ 1125592 h 2323145"/>
              <a:gd name="connsiteX53" fmla="*/ 7959552 w 11269336"/>
              <a:gd name="connsiteY53" fmla="*/ 1140188 h 2323145"/>
              <a:gd name="connsiteX54" fmla="*/ 7914188 w 11269336"/>
              <a:gd name="connsiteY54" fmla="*/ 1150862 h 2323145"/>
              <a:gd name="connsiteX55" fmla="*/ 7914918 w 11269336"/>
              <a:gd name="connsiteY55" fmla="*/ 1168758 h 2323145"/>
              <a:gd name="connsiteX56" fmla="*/ 7875510 w 11269336"/>
              <a:gd name="connsiteY56" fmla="*/ 1183153 h 2323145"/>
              <a:gd name="connsiteX57" fmla="*/ 7829932 w 11269336"/>
              <a:gd name="connsiteY57" fmla="*/ 1180782 h 2323145"/>
              <a:gd name="connsiteX58" fmla="*/ 7779182 w 11269336"/>
              <a:gd name="connsiteY58" fmla="*/ 1192665 h 2323145"/>
              <a:gd name="connsiteX59" fmla="*/ 7748774 w 11269336"/>
              <a:gd name="connsiteY59" fmla="*/ 1199586 h 2323145"/>
              <a:gd name="connsiteX60" fmla="*/ 7671846 w 11269336"/>
              <a:gd name="connsiteY60" fmla="*/ 1231966 h 2323145"/>
              <a:gd name="connsiteX61" fmla="*/ 7554146 w 11269336"/>
              <a:gd name="connsiteY61" fmla="*/ 1319748 h 2323145"/>
              <a:gd name="connsiteX62" fmla="*/ 7515052 w 11269336"/>
              <a:gd name="connsiteY62" fmla="*/ 1336718 h 2323145"/>
              <a:gd name="connsiteX63" fmla="*/ 7507193 w 11269336"/>
              <a:gd name="connsiteY63" fmla="*/ 1334617 h 2323145"/>
              <a:gd name="connsiteX64" fmla="*/ 7461694 w 11269336"/>
              <a:gd name="connsiteY64" fmla="*/ 1375866 h 2323145"/>
              <a:gd name="connsiteX65" fmla="*/ 7377571 w 11269336"/>
              <a:gd name="connsiteY65" fmla="*/ 1400128 h 2323145"/>
              <a:gd name="connsiteX66" fmla="*/ 7311261 w 11269336"/>
              <a:gd name="connsiteY66" fmla="*/ 1412652 h 2323145"/>
              <a:gd name="connsiteX67" fmla="*/ 7275307 w 11269336"/>
              <a:gd name="connsiteY67" fmla="*/ 1422171 h 2323145"/>
              <a:gd name="connsiteX68" fmla="*/ 7247783 w 11269336"/>
              <a:gd name="connsiteY68" fmla="*/ 1426330 h 2323145"/>
              <a:gd name="connsiteX69" fmla="*/ 7185047 w 11269336"/>
              <a:gd name="connsiteY69" fmla="*/ 1451812 h 2323145"/>
              <a:gd name="connsiteX70" fmla="*/ 7084117 w 11269336"/>
              <a:gd name="connsiteY70" fmla="*/ 1500281 h 2323145"/>
              <a:gd name="connsiteX71" fmla="*/ 7062011 w 11269336"/>
              <a:gd name="connsiteY71" fmla="*/ 1509183 h 2323145"/>
              <a:gd name="connsiteX72" fmla="*/ 7040555 w 11269336"/>
              <a:gd name="connsiteY72" fmla="*/ 1511207 h 2323145"/>
              <a:gd name="connsiteX73" fmla="*/ 7033438 w 11269336"/>
              <a:gd name="connsiteY73" fmla="*/ 1506772 h 2323145"/>
              <a:gd name="connsiteX74" fmla="*/ 7020886 w 11269336"/>
              <a:gd name="connsiteY74" fmla="*/ 1510764 h 2323145"/>
              <a:gd name="connsiteX75" fmla="*/ 7017033 w 11269336"/>
              <a:gd name="connsiteY75" fmla="*/ 1510650 h 2323145"/>
              <a:gd name="connsiteX76" fmla="*/ 6995460 w 11269336"/>
              <a:gd name="connsiteY76" fmla="*/ 1511173 h 2323145"/>
              <a:gd name="connsiteX77" fmla="*/ 6962144 w 11269336"/>
              <a:gd name="connsiteY77" fmla="*/ 1541508 h 2323145"/>
              <a:gd name="connsiteX78" fmla="*/ 6910674 w 11269336"/>
              <a:gd name="connsiteY78" fmla="*/ 1554793 h 2323145"/>
              <a:gd name="connsiteX79" fmla="*/ 6732152 w 11269336"/>
              <a:gd name="connsiteY79" fmla="*/ 1642538 h 2323145"/>
              <a:gd name="connsiteX80" fmla="*/ 6694106 w 11269336"/>
              <a:gd name="connsiteY80" fmla="*/ 1632377 h 2323145"/>
              <a:gd name="connsiteX81" fmla="*/ 6617223 w 11269336"/>
              <a:gd name="connsiteY81" fmla="*/ 1659889 h 2323145"/>
              <a:gd name="connsiteX82" fmla="*/ 6521138 w 11269336"/>
              <a:gd name="connsiteY82" fmla="*/ 1744340 h 2323145"/>
              <a:gd name="connsiteX83" fmla="*/ 6380677 w 11269336"/>
              <a:gd name="connsiteY83" fmla="*/ 1796883 h 2323145"/>
              <a:gd name="connsiteX84" fmla="*/ 6374897 w 11269336"/>
              <a:gd name="connsiteY84" fmla="*/ 1809910 h 2323145"/>
              <a:gd name="connsiteX85" fmla="*/ 6364545 w 11269336"/>
              <a:gd name="connsiteY85" fmla="*/ 1820090 h 2323145"/>
              <a:gd name="connsiteX86" fmla="*/ 6362126 w 11269336"/>
              <a:gd name="connsiteY86" fmla="*/ 1819991 h 2323145"/>
              <a:gd name="connsiteX87" fmla="*/ 6346673 w 11269336"/>
              <a:gd name="connsiteY87" fmla="*/ 1827824 h 2323145"/>
              <a:gd name="connsiteX88" fmla="*/ 6345588 w 11269336"/>
              <a:gd name="connsiteY88" fmla="*/ 1832232 h 2323145"/>
              <a:gd name="connsiteX89" fmla="*/ 6335708 w 11269336"/>
              <a:gd name="connsiteY89" fmla="*/ 1838451 h 2323145"/>
              <a:gd name="connsiteX90" fmla="*/ 6318182 w 11269336"/>
              <a:gd name="connsiteY90" fmla="*/ 1852975 h 2323145"/>
              <a:gd name="connsiteX91" fmla="*/ 6313084 w 11269336"/>
              <a:gd name="connsiteY91" fmla="*/ 1853561 h 2323145"/>
              <a:gd name="connsiteX92" fmla="*/ 6283816 w 11269336"/>
              <a:gd name="connsiteY92" fmla="*/ 1872148 h 2323145"/>
              <a:gd name="connsiteX93" fmla="*/ 6282550 w 11269336"/>
              <a:gd name="connsiteY93" fmla="*/ 1871392 h 2323145"/>
              <a:gd name="connsiteX94" fmla="*/ 6270527 w 11269336"/>
              <a:gd name="connsiteY94" fmla="*/ 1872208 h 2323145"/>
              <a:gd name="connsiteX95" fmla="*/ 6249518 w 11269336"/>
              <a:gd name="connsiteY95" fmla="*/ 1876079 h 2323145"/>
              <a:gd name="connsiteX96" fmla="*/ 6190386 w 11269336"/>
              <a:gd name="connsiteY96" fmla="*/ 1872478 h 2323145"/>
              <a:gd name="connsiteX97" fmla="*/ 6159777 w 11269336"/>
              <a:gd name="connsiteY97" fmla="*/ 1891745 h 2323145"/>
              <a:gd name="connsiteX98" fmla="*/ 6153131 w 11269336"/>
              <a:gd name="connsiteY98" fmla="*/ 1895079 h 2323145"/>
              <a:gd name="connsiteX99" fmla="*/ 6152798 w 11269336"/>
              <a:gd name="connsiteY99" fmla="*/ 1894920 h 2323145"/>
              <a:gd name="connsiteX100" fmla="*/ 6145388 w 11269336"/>
              <a:gd name="connsiteY100" fmla="*/ 1897990 h 2323145"/>
              <a:gd name="connsiteX101" fmla="*/ 6141014 w 11269336"/>
              <a:gd name="connsiteY101" fmla="*/ 1901155 h 2323145"/>
              <a:gd name="connsiteX102" fmla="*/ 6128122 w 11269336"/>
              <a:gd name="connsiteY102" fmla="*/ 1907623 h 2323145"/>
              <a:gd name="connsiteX103" fmla="*/ 6122351 w 11269336"/>
              <a:gd name="connsiteY103" fmla="*/ 1908359 h 2323145"/>
              <a:gd name="connsiteX104" fmla="*/ 6064750 w 11269336"/>
              <a:gd name="connsiteY104" fmla="*/ 1896394 h 2323145"/>
              <a:gd name="connsiteX105" fmla="*/ 5964230 w 11269336"/>
              <a:gd name="connsiteY105" fmla="*/ 1910038 h 2323145"/>
              <a:gd name="connsiteX106" fmla="*/ 5865399 w 11269336"/>
              <a:gd name="connsiteY106" fmla="*/ 1926966 h 2323145"/>
              <a:gd name="connsiteX107" fmla="*/ 5829951 w 11269336"/>
              <a:gd name="connsiteY107" fmla="*/ 1934755 h 2323145"/>
              <a:gd name="connsiteX108" fmla="*/ 5765285 w 11269336"/>
              <a:gd name="connsiteY108" fmla="*/ 1941322 h 2323145"/>
              <a:gd name="connsiteX109" fmla="*/ 5734750 w 11269336"/>
              <a:gd name="connsiteY109" fmla="*/ 1939793 h 2323145"/>
              <a:gd name="connsiteX110" fmla="*/ 5733569 w 11269336"/>
              <a:gd name="connsiteY110" fmla="*/ 1940505 h 2323145"/>
              <a:gd name="connsiteX111" fmla="*/ 5730329 w 11269336"/>
              <a:gd name="connsiteY111" fmla="*/ 1937845 h 2323145"/>
              <a:gd name="connsiteX112" fmla="*/ 5724661 w 11269336"/>
              <a:gd name="connsiteY112" fmla="*/ 1937455 h 2323145"/>
              <a:gd name="connsiteX113" fmla="*/ 5710186 w 11269336"/>
              <a:gd name="connsiteY113" fmla="*/ 1941370 h 2323145"/>
              <a:gd name="connsiteX114" fmla="*/ 5704910 w 11269336"/>
              <a:gd name="connsiteY114" fmla="*/ 1943663 h 2323145"/>
              <a:gd name="connsiteX115" fmla="*/ 5696836 w 11269336"/>
              <a:gd name="connsiteY115" fmla="*/ 1945271 h 2323145"/>
              <a:gd name="connsiteX116" fmla="*/ 5696583 w 11269336"/>
              <a:gd name="connsiteY116" fmla="*/ 1945050 h 2323145"/>
              <a:gd name="connsiteX117" fmla="*/ 5689123 w 11269336"/>
              <a:gd name="connsiteY117" fmla="*/ 1947067 h 2323145"/>
              <a:gd name="connsiteX118" fmla="*/ 5653291 w 11269336"/>
              <a:gd name="connsiteY118" fmla="*/ 1960245 h 2323145"/>
              <a:gd name="connsiteX119" fmla="*/ 5599385 w 11269336"/>
              <a:gd name="connsiteY119" fmla="*/ 1945198 h 2323145"/>
              <a:gd name="connsiteX120" fmla="*/ 5578300 w 11269336"/>
              <a:gd name="connsiteY120" fmla="*/ 1944963 h 2323145"/>
              <a:gd name="connsiteX121" fmla="*/ 5566758 w 11269336"/>
              <a:gd name="connsiteY121" fmla="*/ 1943441 h 2323145"/>
              <a:gd name="connsiteX122" fmla="*/ 5565857 w 11269336"/>
              <a:gd name="connsiteY122" fmla="*/ 1942445 h 2323145"/>
              <a:gd name="connsiteX123" fmla="*/ 5531534 w 11269336"/>
              <a:gd name="connsiteY123" fmla="*/ 1955208 h 2323145"/>
              <a:gd name="connsiteX124" fmla="*/ 5526552 w 11269336"/>
              <a:gd name="connsiteY124" fmla="*/ 1954799 h 2323145"/>
              <a:gd name="connsiteX125" fmla="*/ 5504723 w 11269336"/>
              <a:gd name="connsiteY125" fmla="*/ 1965811 h 2323145"/>
              <a:gd name="connsiteX126" fmla="*/ 5493156 w 11269336"/>
              <a:gd name="connsiteY126" fmla="*/ 1970063 h 2323145"/>
              <a:gd name="connsiteX127" fmla="*/ 5490486 w 11269336"/>
              <a:gd name="connsiteY127" fmla="*/ 1974227 h 2323145"/>
              <a:gd name="connsiteX128" fmla="*/ 5473107 w 11269336"/>
              <a:gd name="connsiteY128" fmla="*/ 1979001 h 2323145"/>
              <a:gd name="connsiteX129" fmla="*/ 5470885 w 11269336"/>
              <a:gd name="connsiteY129" fmla="*/ 1978432 h 2323145"/>
              <a:gd name="connsiteX130" fmla="*/ 5457393 w 11269336"/>
              <a:gd name="connsiteY130" fmla="*/ 1986525 h 2323145"/>
              <a:gd name="connsiteX131" fmla="*/ 5447102 w 11269336"/>
              <a:gd name="connsiteY131" fmla="*/ 1998329 h 2323145"/>
              <a:gd name="connsiteX132" fmla="*/ 5159151 w 11269336"/>
              <a:gd name="connsiteY132" fmla="*/ 2029640 h 2323145"/>
              <a:gd name="connsiteX133" fmla="*/ 5098838 w 11269336"/>
              <a:gd name="connsiteY133" fmla="*/ 2062961 h 2323145"/>
              <a:gd name="connsiteX134" fmla="*/ 4860988 w 11269336"/>
              <a:gd name="connsiteY134" fmla="*/ 2135698 h 2323145"/>
              <a:gd name="connsiteX135" fmla="*/ 4765388 w 11269336"/>
              <a:gd name="connsiteY135" fmla="*/ 2162525 h 2323145"/>
              <a:gd name="connsiteX136" fmla="*/ 4745033 w 11269336"/>
              <a:gd name="connsiteY136" fmla="*/ 2158859 h 2323145"/>
              <a:gd name="connsiteX137" fmla="*/ 4741475 w 11269336"/>
              <a:gd name="connsiteY137" fmla="*/ 2157998 h 2323145"/>
              <a:gd name="connsiteX138" fmla="*/ 4728247 w 11269336"/>
              <a:gd name="connsiteY138" fmla="*/ 2159526 h 2323145"/>
              <a:gd name="connsiteX139" fmla="*/ 4723263 w 11269336"/>
              <a:gd name="connsiteY139" fmla="*/ 2153742 h 2323145"/>
              <a:gd name="connsiteX140" fmla="*/ 4593061 w 11269336"/>
              <a:gd name="connsiteY140" fmla="*/ 2171597 h 2323145"/>
              <a:gd name="connsiteX141" fmla="*/ 4467257 w 11269336"/>
              <a:gd name="connsiteY141" fmla="*/ 2196121 h 2323145"/>
              <a:gd name="connsiteX142" fmla="*/ 4405765 w 11269336"/>
              <a:gd name="connsiteY142" fmla="*/ 2199902 h 2323145"/>
              <a:gd name="connsiteX143" fmla="*/ 4401354 w 11269336"/>
              <a:gd name="connsiteY143" fmla="*/ 2194745 h 2323145"/>
              <a:gd name="connsiteX144" fmla="*/ 4366646 w 11269336"/>
              <a:gd name="connsiteY144" fmla="*/ 2198564 h 2323145"/>
              <a:gd name="connsiteX145" fmla="*/ 4354009 w 11269336"/>
              <a:gd name="connsiteY145" fmla="*/ 2204984 h 2323145"/>
              <a:gd name="connsiteX146" fmla="*/ 4348284 w 11269336"/>
              <a:gd name="connsiteY146" fmla="*/ 2205270 h 2323145"/>
              <a:gd name="connsiteX147" fmla="*/ 4333906 w 11269336"/>
              <a:gd name="connsiteY147" fmla="*/ 2205251 h 2323145"/>
              <a:gd name="connsiteX148" fmla="*/ 4308819 w 11269336"/>
              <a:gd name="connsiteY148" fmla="*/ 2203822 h 2323145"/>
              <a:gd name="connsiteX149" fmla="*/ 4301210 w 11269336"/>
              <a:gd name="connsiteY149" fmla="*/ 2204456 h 2323145"/>
              <a:gd name="connsiteX150" fmla="*/ 4283095 w 11269336"/>
              <a:gd name="connsiteY150" fmla="*/ 2198177 h 2323145"/>
              <a:gd name="connsiteX151" fmla="*/ 4250119 w 11269336"/>
              <a:gd name="connsiteY151" fmla="*/ 2196342 h 2323145"/>
              <a:gd name="connsiteX152" fmla="*/ 4189203 w 11269336"/>
              <a:gd name="connsiteY152" fmla="*/ 2178994 h 2323145"/>
              <a:gd name="connsiteX153" fmla="*/ 4154035 w 11269336"/>
              <a:gd name="connsiteY153" fmla="*/ 2171950 h 2323145"/>
              <a:gd name="connsiteX154" fmla="*/ 4129569 w 11269336"/>
              <a:gd name="connsiteY154" fmla="*/ 2163850 h 2323145"/>
              <a:gd name="connsiteX155" fmla="*/ 4061250 w 11269336"/>
              <a:gd name="connsiteY155" fmla="*/ 2159236 h 2323145"/>
              <a:gd name="connsiteX156" fmla="*/ 3945480 w 11269336"/>
              <a:gd name="connsiteY156" fmla="*/ 2158279 h 2323145"/>
              <a:gd name="connsiteX157" fmla="*/ 3921468 w 11269336"/>
              <a:gd name="connsiteY157" fmla="*/ 2156588 h 2323145"/>
              <a:gd name="connsiteX158" fmla="*/ 3903348 w 11269336"/>
              <a:gd name="connsiteY158" fmla="*/ 2149220 h 2323145"/>
              <a:gd name="connsiteX159" fmla="*/ 3901342 w 11269336"/>
              <a:gd name="connsiteY159" fmla="*/ 2142355 h 2323145"/>
              <a:gd name="connsiteX160" fmla="*/ 3888539 w 11269336"/>
              <a:gd name="connsiteY160" fmla="*/ 2140476 h 2323145"/>
              <a:gd name="connsiteX161" fmla="*/ 3885662 w 11269336"/>
              <a:gd name="connsiteY161" fmla="*/ 2138740 h 2323145"/>
              <a:gd name="connsiteX162" fmla="*/ 3868627 w 11269336"/>
              <a:gd name="connsiteY162" fmla="*/ 2130023 h 2323145"/>
              <a:gd name="connsiteX163" fmla="*/ 3819177 w 11269336"/>
              <a:gd name="connsiteY163" fmla="*/ 2142111 h 2323145"/>
              <a:gd name="connsiteX164" fmla="*/ 3769100 w 11269336"/>
              <a:gd name="connsiteY164" fmla="*/ 2131731 h 2323145"/>
              <a:gd name="connsiteX165" fmla="*/ 3562752 w 11269336"/>
              <a:gd name="connsiteY165" fmla="*/ 2131785 h 2323145"/>
              <a:gd name="connsiteX166" fmla="*/ 3541402 w 11269336"/>
              <a:gd name="connsiteY166" fmla="*/ 2106821 h 2323145"/>
              <a:gd name="connsiteX167" fmla="*/ 3365341 w 11269336"/>
              <a:gd name="connsiteY167" fmla="*/ 2077638 h 2323145"/>
              <a:gd name="connsiteX168" fmla="*/ 3170922 w 11269336"/>
              <a:gd name="connsiteY168" fmla="*/ 2115957 h 2323145"/>
              <a:gd name="connsiteX169" fmla="*/ 3156256 w 11269336"/>
              <a:gd name="connsiteY169" fmla="*/ 2124773 h 2323145"/>
              <a:gd name="connsiteX170" fmla="*/ 3140298 w 11269336"/>
              <a:gd name="connsiteY170" fmla="*/ 2129182 h 2323145"/>
              <a:gd name="connsiteX171" fmla="*/ 3138514 w 11269336"/>
              <a:gd name="connsiteY171" fmla="*/ 2128069 h 2323145"/>
              <a:gd name="connsiteX172" fmla="*/ 3120467 w 11269336"/>
              <a:gd name="connsiteY172" fmla="*/ 2128281 h 2323145"/>
              <a:gd name="connsiteX173" fmla="*/ 3116175 w 11269336"/>
              <a:gd name="connsiteY173" fmla="*/ 2131633 h 2323145"/>
              <a:gd name="connsiteX174" fmla="*/ 3103685 w 11269336"/>
              <a:gd name="connsiteY174" fmla="*/ 2132814 h 2323145"/>
              <a:gd name="connsiteX175" fmla="*/ 3078794 w 11269336"/>
              <a:gd name="connsiteY175" fmla="*/ 2137935 h 2323145"/>
              <a:gd name="connsiteX176" fmla="*/ 3074407 w 11269336"/>
              <a:gd name="connsiteY176" fmla="*/ 2136274 h 2323145"/>
              <a:gd name="connsiteX177" fmla="*/ 3037285 w 11269336"/>
              <a:gd name="connsiteY177" fmla="*/ 2139919 h 2323145"/>
              <a:gd name="connsiteX178" fmla="*/ 3036901 w 11269336"/>
              <a:gd name="connsiteY178" fmla="*/ 2138726 h 2323145"/>
              <a:gd name="connsiteX179" fmla="*/ 3026996 w 11269336"/>
              <a:gd name="connsiteY179" fmla="*/ 2134322 h 2323145"/>
              <a:gd name="connsiteX180" fmla="*/ 3007772 w 11269336"/>
              <a:gd name="connsiteY180" fmla="*/ 2128742 h 2323145"/>
              <a:gd name="connsiteX181" fmla="*/ 2965030 w 11269336"/>
              <a:gd name="connsiteY181" fmla="*/ 2100494 h 2323145"/>
              <a:gd name="connsiteX182" fmla="*/ 2926342 w 11269336"/>
              <a:gd name="connsiteY182" fmla="*/ 2104155 h 2323145"/>
              <a:gd name="connsiteX183" fmla="*/ 2918608 w 11269336"/>
              <a:gd name="connsiteY183" fmla="*/ 2104215 h 2323145"/>
              <a:gd name="connsiteX184" fmla="*/ 2918475 w 11269336"/>
              <a:gd name="connsiteY184" fmla="*/ 2103937 h 2323145"/>
              <a:gd name="connsiteX185" fmla="*/ 2910360 w 11269336"/>
              <a:gd name="connsiteY185" fmla="*/ 2103444 h 2323145"/>
              <a:gd name="connsiteX186" fmla="*/ 2904507 w 11269336"/>
              <a:gd name="connsiteY186" fmla="*/ 2104326 h 2323145"/>
              <a:gd name="connsiteX187" fmla="*/ 2889503 w 11269336"/>
              <a:gd name="connsiteY187" fmla="*/ 2104443 h 2323145"/>
              <a:gd name="connsiteX188" fmla="*/ 2884480 w 11269336"/>
              <a:gd name="connsiteY188" fmla="*/ 2102626 h 2323145"/>
              <a:gd name="connsiteX189" fmla="*/ 2882689 w 11269336"/>
              <a:gd name="connsiteY189" fmla="*/ 2099228 h 2323145"/>
              <a:gd name="connsiteX190" fmla="*/ 2881291 w 11269336"/>
              <a:gd name="connsiteY190" fmla="*/ 2099618 h 2323145"/>
              <a:gd name="connsiteX191" fmla="*/ 2853979 w 11269336"/>
              <a:gd name="connsiteY191" fmla="*/ 2090388 h 2323145"/>
              <a:gd name="connsiteX192" fmla="*/ 2791790 w 11269336"/>
              <a:gd name="connsiteY192" fmla="*/ 2080332 h 2323145"/>
              <a:gd name="connsiteX193" fmla="*/ 2755844 w 11269336"/>
              <a:gd name="connsiteY193" fmla="*/ 2078874 h 2323145"/>
              <a:gd name="connsiteX194" fmla="*/ 2657742 w 11269336"/>
              <a:gd name="connsiteY194" fmla="*/ 2070179 h 2323145"/>
              <a:gd name="connsiteX195" fmla="*/ 2559549 w 11269336"/>
              <a:gd name="connsiteY195" fmla="*/ 2057873 h 2323145"/>
              <a:gd name="connsiteX196" fmla="*/ 2512054 w 11269336"/>
              <a:gd name="connsiteY196" fmla="*/ 2031671 h 2323145"/>
              <a:gd name="connsiteX197" fmla="*/ 2506437 w 11269336"/>
              <a:gd name="connsiteY197" fmla="*/ 2030918 h 2323145"/>
              <a:gd name="connsiteX198" fmla="*/ 2491752 w 11269336"/>
              <a:gd name="connsiteY198" fmla="*/ 2033906 h 2323145"/>
              <a:gd name="connsiteX199" fmla="*/ 2486338 w 11269336"/>
              <a:gd name="connsiteY199" fmla="*/ 2035862 h 2323145"/>
              <a:gd name="connsiteX200" fmla="*/ 2478186 w 11269336"/>
              <a:gd name="connsiteY200" fmla="*/ 2036953 h 2323145"/>
              <a:gd name="connsiteX201" fmla="*/ 2477950 w 11269336"/>
              <a:gd name="connsiteY201" fmla="*/ 2036715 h 2323145"/>
              <a:gd name="connsiteX202" fmla="*/ 2470381 w 11269336"/>
              <a:gd name="connsiteY202" fmla="*/ 2038256 h 2323145"/>
              <a:gd name="connsiteX203" fmla="*/ 2433781 w 11269336"/>
              <a:gd name="connsiteY203" fmla="*/ 2049140 h 2323145"/>
              <a:gd name="connsiteX204" fmla="*/ 2381172 w 11269336"/>
              <a:gd name="connsiteY204" fmla="*/ 2030645 h 2323145"/>
              <a:gd name="connsiteX205" fmla="*/ 2360198 w 11269336"/>
              <a:gd name="connsiteY205" fmla="*/ 2029059 h 2323145"/>
              <a:gd name="connsiteX206" fmla="*/ 2348815 w 11269336"/>
              <a:gd name="connsiteY206" fmla="*/ 2026798 h 2323145"/>
              <a:gd name="connsiteX207" fmla="*/ 2347988 w 11269336"/>
              <a:gd name="connsiteY207" fmla="*/ 2025745 h 2323145"/>
              <a:gd name="connsiteX208" fmla="*/ 2312920 w 11269336"/>
              <a:gd name="connsiteY208" fmla="*/ 2036311 h 2323145"/>
              <a:gd name="connsiteX209" fmla="*/ 2307986 w 11269336"/>
              <a:gd name="connsiteY209" fmla="*/ 2035583 h 2323145"/>
              <a:gd name="connsiteX210" fmla="*/ 2285481 w 11269336"/>
              <a:gd name="connsiteY210" fmla="*/ 2045197 h 2323145"/>
              <a:gd name="connsiteX211" fmla="*/ 2273666 w 11269336"/>
              <a:gd name="connsiteY211" fmla="*/ 2048710 h 2323145"/>
              <a:gd name="connsiteX212" fmla="*/ 2270719 w 11269336"/>
              <a:gd name="connsiteY212" fmla="*/ 2052702 h 2323145"/>
              <a:gd name="connsiteX213" fmla="*/ 2253080 w 11269336"/>
              <a:gd name="connsiteY213" fmla="*/ 2056363 h 2323145"/>
              <a:gd name="connsiteX214" fmla="*/ 2250906 w 11269336"/>
              <a:gd name="connsiteY214" fmla="*/ 2055654 h 2323145"/>
              <a:gd name="connsiteX215" fmla="*/ 2236905 w 11269336"/>
              <a:gd name="connsiteY215" fmla="*/ 2062882 h 2323145"/>
              <a:gd name="connsiteX216" fmla="*/ 2225830 w 11269336"/>
              <a:gd name="connsiteY216" fmla="*/ 2074027 h 2323145"/>
              <a:gd name="connsiteX217" fmla="*/ 2073776 w 11269336"/>
              <a:gd name="connsiteY217" fmla="*/ 2089244 h 2323145"/>
              <a:gd name="connsiteX218" fmla="*/ 1948256 w 11269336"/>
              <a:gd name="connsiteY218" fmla="*/ 2146616 h 2323145"/>
              <a:gd name="connsiteX219" fmla="*/ 1865582 w 11269336"/>
              <a:gd name="connsiteY219" fmla="*/ 2153738 h 2323145"/>
              <a:gd name="connsiteX220" fmla="*/ 1835210 w 11269336"/>
              <a:gd name="connsiteY220" fmla="*/ 2134244 h 2323145"/>
              <a:gd name="connsiteX221" fmla="*/ 1632661 w 11269336"/>
              <a:gd name="connsiteY221" fmla="*/ 2173882 h 2323145"/>
              <a:gd name="connsiteX222" fmla="*/ 1579590 w 11269336"/>
              <a:gd name="connsiteY222" fmla="*/ 2173680 h 2323145"/>
              <a:gd name="connsiteX223" fmla="*/ 1535601 w 11269336"/>
              <a:gd name="connsiteY223" fmla="*/ 2194590 h 2323145"/>
              <a:gd name="connsiteX224" fmla="*/ 1515594 w 11269336"/>
              <a:gd name="connsiteY224" fmla="*/ 2189622 h 2323145"/>
              <a:gd name="connsiteX225" fmla="*/ 1512113 w 11269336"/>
              <a:gd name="connsiteY225" fmla="*/ 2188534 h 2323145"/>
              <a:gd name="connsiteX226" fmla="*/ 1498838 w 11269336"/>
              <a:gd name="connsiteY226" fmla="*/ 2189213 h 2323145"/>
              <a:gd name="connsiteX227" fmla="*/ 1494279 w 11269336"/>
              <a:gd name="connsiteY227" fmla="*/ 2183112 h 2323145"/>
              <a:gd name="connsiteX228" fmla="*/ 1473714 w 11269336"/>
              <a:gd name="connsiteY228" fmla="*/ 2179625 h 2323145"/>
              <a:gd name="connsiteX229" fmla="*/ 1449503 w 11269336"/>
              <a:gd name="connsiteY229" fmla="*/ 2182633 h 2323145"/>
              <a:gd name="connsiteX230" fmla="*/ 1266687 w 11269336"/>
              <a:gd name="connsiteY230" fmla="*/ 2212688 h 2323145"/>
              <a:gd name="connsiteX231" fmla="*/ 1239614 w 11269336"/>
              <a:gd name="connsiteY231" fmla="*/ 2209727 h 2323145"/>
              <a:gd name="connsiteX232" fmla="*/ 1202436 w 11269336"/>
              <a:gd name="connsiteY232" fmla="*/ 2209817 h 2323145"/>
              <a:gd name="connsiteX233" fmla="*/ 1136097 w 11269336"/>
              <a:gd name="connsiteY233" fmla="*/ 2205112 h 2323145"/>
              <a:gd name="connsiteX234" fmla="*/ 988232 w 11269336"/>
              <a:gd name="connsiteY234" fmla="*/ 2235635 h 2323145"/>
              <a:gd name="connsiteX235" fmla="*/ 981959 w 11269336"/>
              <a:gd name="connsiteY235" fmla="*/ 2231607 h 2323145"/>
              <a:gd name="connsiteX236" fmla="*/ 938600 w 11269336"/>
              <a:gd name="connsiteY236" fmla="*/ 2238113 h 2323145"/>
              <a:gd name="connsiteX237" fmla="*/ 791788 w 11269336"/>
              <a:gd name="connsiteY237" fmla="*/ 2293224 h 2323145"/>
              <a:gd name="connsiteX238" fmla="*/ 706914 w 11269336"/>
              <a:gd name="connsiteY238" fmla="*/ 2305046 h 2323145"/>
              <a:gd name="connsiteX239" fmla="*/ 675971 w 11269336"/>
              <a:gd name="connsiteY239" fmla="*/ 2304030 h 2323145"/>
              <a:gd name="connsiteX240" fmla="*/ 624180 w 11269336"/>
              <a:gd name="connsiteY240" fmla="*/ 2302650 h 2323145"/>
              <a:gd name="connsiteX241" fmla="*/ 583453 w 11269336"/>
              <a:gd name="connsiteY241" fmla="*/ 2288788 h 2323145"/>
              <a:gd name="connsiteX242" fmla="*/ 540946 w 11269336"/>
              <a:gd name="connsiteY242" fmla="*/ 2292721 h 2323145"/>
              <a:gd name="connsiteX243" fmla="*/ 533680 w 11269336"/>
              <a:gd name="connsiteY243" fmla="*/ 2310233 h 2323145"/>
              <a:gd name="connsiteX244" fmla="*/ 487366 w 11269336"/>
              <a:gd name="connsiteY244" fmla="*/ 2309053 h 2323145"/>
              <a:gd name="connsiteX245" fmla="*/ 416820 w 11269336"/>
              <a:gd name="connsiteY245" fmla="*/ 2305443 h 2323145"/>
              <a:gd name="connsiteX246" fmla="*/ 376805 w 11269336"/>
              <a:gd name="connsiteY246" fmla="*/ 2307647 h 2323145"/>
              <a:gd name="connsiteX247" fmla="*/ 266777 w 11269336"/>
              <a:gd name="connsiteY247" fmla="*/ 2309012 h 2323145"/>
              <a:gd name="connsiteX248" fmla="*/ 156013 w 11269336"/>
              <a:gd name="connsiteY248" fmla="*/ 2306832 h 2323145"/>
              <a:gd name="connsiteX249" fmla="*/ 87258 w 11269336"/>
              <a:gd name="connsiteY249" fmla="*/ 2285511 h 2323145"/>
              <a:gd name="connsiteX250" fmla="*/ 23798 w 11269336"/>
              <a:gd name="connsiteY250" fmla="*/ 2281822 h 2323145"/>
              <a:gd name="connsiteX251" fmla="*/ 0 w 11269336"/>
              <a:gd name="connsiteY251" fmla="*/ 2285369 h 2323145"/>
              <a:gd name="connsiteX252" fmla="*/ 0 w 11269336"/>
              <a:gd name="connsiteY252"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561575 w 11269336"/>
              <a:gd name="connsiteY19" fmla="*/ 559978 h 2323145"/>
              <a:gd name="connsiteX20" fmla="*/ 9162278 w 11269336"/>
              <a:gd name="connsiteY20" fmla="*/ 704724 h 2323145"/>
              <a:gd name="connsiteX21" fmla="*/ 9062863 w 11269336"/>
              <a:gd name="connsiteY21" fmla="*/ 754656 h 2323145"/>
              <a:gd name="connsiteX22" fmla="*/ 8914746 w 11269336"/>
              <a:gd name="connsiteY22" fmla="*/ 826428 h 2323145"/>
              <a:gd name="connsiteX23" fmla="*/ 8917778 w 11269336"/>
              <a:gd name="connsiteY23" fmla="*/ 835198 h 2323145"/>
              <a:gd name="connsiteX24" fmla="*/ 8905560 w 11269336"/>
              <a:gd name="connsiteY24" fmla="*/ 838358 h 2323145"/>
              <a:gd name="connsiteX25" fmla="*/ 8897564 w 11269336"/>
              <a:gd name="connsiteY25" fmla="*/ 834287 h 2323145"/>
              <a:gd name="connsiteX26" fmla="*/ 8878040 w 11269336"/>
              <a:gd name="connsiteY26" fmla="*/ 844150 h 2323145"/>
              <a:gd name="connsiteX27" fmla="*/ 8795998 w 11269336"/>
              <a:gd name="connsiteY27" fmla="*/ 863337 h 2323145"/>
              <a:gd name="connsiteX28" fmla="*/ 8776970 w 11269336"/>
              <a:gd name="connsiteY28" fmla="*/ 885177 h 2323145"/>
              <a:gd name="connsiteX29" fmla="*/ 8755719 w 11269336"/>
              <a:gd name="connsiteY29" fmla="*/ 889754 h 2323145"/>
              <a:gd name="connsiteX30" fmla="*/ 8743257 w 11269336"/>
              <a:gd name="connsiteY30" fmla="*/ 904723 h 2323145"/>
              <a:gd name="connsiteX31" fmla="*/ 8721366 w 11269336"/>
              <a:gd name="connsiteY31" fmla="*/ 904711 h 2323145"/>
              <a:gd name="connsiteX32" fmla="*/ 8678353 w 11269336"/>
              <a:gd name="connsiteY32" fmla="*/ 926318 h 2323145"/>
              <a:gd name="connsiteX33" fmla="*/ 8636849 w 11269336"/>
              <a:gd name="connsiteY33" fmla="*/ 937900 h 2323145"/>
              <a:gd name="connsiteX34" fmla="*/ 8620213 w 11269336"/>
              <a:gd name="connsiteY34" fmla="*/ 943068 h 2323145"/>
              <a:gd name="connsiteX35" fmla="*/ 8612581 w 11269336"/>
              <a:gd name="connsiteY35" fmla="*/ 952695 h 2323145"/>
              <a:gd name="connsiteX36" fmla="*/ 8589038 w 11269336"/>
              <a:gd name="connsiteY36" fmla="*/ 963892 h 2323145"/>
              <a:gd name="connsiteX37" fmla="*/ 8579950 w 11269336"/>
              <a:gd name="connsiteY37" fmla="*/ 960899 h 2323145"/>
              <a:gd name="connsiteX38" fmla="*/ 8579319 w 11269336"/>
              <a:gd name="connsiteY38" fmla="*/ 965630 h 2323145"/>
              <a:gd name="connsiteX39" fmla="*/ 8547429 w 11269336"/>
              <a:gd name="connsiteY39" fmla="*/ 984506 h 2323145"/>
              <a:gd name="connsiteX40" fmla="*/ 8478704 w 11269336"/>
              <a:gd name="connsiteY40" fmla="*/ 1025490 h 2323145"/>
              <a:gd name="connsiteX41" fmla="*/ 8461421 w 11269336"/>
              <a:gd name="connsiteY41" fmla="*/ 1035512 h 2323145"/>
              <a:gd name="connsiteX42" fmla="*/ 8445003 w 11269336"/>
              <a:gd name="connsiteY42" fmla="*/ 1036851 h 2323145"/>
              <a:gd name="connsiteX43" fmla="*/ 8357350 w 11269336"/>
              <a:gd name="connsiteY43" fmla="*/ 1060213 h 2323145"/>
              <a:gd name="connsiteX44" fmla="*/ 8335565 w 11269336"/>
              <a:gd name="connsiteY44" fmla="*/ 1061151 h 2323145"/>
              <a:gd name="connsiteX45" fmla="*/ 8325267 w 11269336"/>
              <a:gd name="connsiteY45" fmla="*/ 1055919 h 2323145"/>
              <a:gd name="connsiteX46" fmla="*/ 8293586 w 11269336"/>
              <a:gd name="connsiteY46" fmla="*/ 1076144 h 2323145"/>
              <a:gd name="connsiteX47" fmla="*/ 8242405 w 11269336"/>
              <a:gd name="connsiteY47" fmla="*/ 1095960 h 2323145"/>
              <a:gd name="connsiteX48" fmla="*/ 8197391 w 11269336"/>
              <a:gd name="connsiteY48" fmla="*/ 1107746 h 2323145"/>
              <a:gd name="connsiteX49" fmla="*/ 8081474 w 11269336"/>
              <a:gd name="connsiteY49" fmla="*/ 1130125 h 2323145"/>
              <a:gd name="connsiteX50" fmla="*/ 8053585 w 11269336"/>
              <a:gd name="connsiteY50" fmla="*/ 1129169 h 2323145"/>
              <a:gd name="connsiteX51" fmla="*/ 8038422 w 11269336"/>
              <a:gd name="connsiteY51" fmla="*/ 1119092 h 2323145"/>
              <a:gd name="connsiteX52" fmla="*/ 8029450 w 11269336"/>
              <a:gd name="connsiteY52" fmla="*/ 1125592 h 2323145"/>
              <a:gd name="connsiteX53" fmla="*/ 7959552 w 11269336"/>
              <a:gd name="connsiteY53" fmla="*/ 1140188 h 2323145"/>
              <a:gd name="connsiteX54" fmla="*/ 7914188 w 11269336"/>
              <a:gd name="connsiteY54" fmla="*/ 1150862 h 2323145"/>
              <a:gd name="connsiteX55" fmla="*/ 7914918 w 11269336"/>
              <a:gd name="connsiteY55" fmla="*/ 1168758 h 2323145"/>
              <a:gd name="connsiteX56" fmla="*/ 7875510 w 11269336"/>
              <a:gd name="connsiteY56" fmla="*/ 1183153 h 2323145"/>
              <a:gd name="connsiteX57" fmla="*/ 7829932 w 11269336"/>
              <a:gd name="connsiteY57" fmla="*/ 1180782 h 2323145"/>
              <a:gd name="connsiteX58" fmla="*/ 7779182 w 11269336"/>
              <a:gd name="connsiteY58" fmla="*/ 1192665 h 2323145"/>
              <a:gd name="connsiteX59" fmla="*/ 7748774 w 11269336"/>
              <a:gd name="connsiteY59" fmla="*/ 1199586 h 2323145"/>
              <a:gd name="connsiteX60" fmla="*/ 7671846 w 11269336"/>
              <a:gd name="connsiteY60" fmla="*/ 1231966 h 2323145"/>
              <a:gd name="connsiteX61" fmla="*/ 7554146 w 11269336"/>
              <a:gd name="connsiteY61" fmla="*/ 1319748 h 2323145"/>
              <a:gd name="connsiteX62" fmla="*/ 7515052 w 11269336"/>
              <a:gd name="connsiteY62" fmla="*/ 1336718 h 2323145"/>
              <a:gd name="connsiteX63" fmla="*/ 7507193 w 11269336"/>
              <a:gd name="connsiteY63" fmla="*/ 1334617 h 2323145"/>
              <a:gd name="connsiteX64" fmla="*/ 7461694 w 11269336"/>
              <a:gd name="connsiteY64" fmla="*/ 1375866 h 2323145"/>
              <a:gd name="connsiteX65" fmla="*/ 7377571 w 11269336"/>
              <a:gd name="connsiteY65" fmla="*/ 1400128 h 2323145"/>
              <a:gd name="connsiteX66" fmla="*/ 7311261 w 11269336"/>
              <a:gd name="connsiteY66" fmla="*/ 1412652 h 2323145"/>
              <a:gd name="connsiteX67" fmla="*/ 7275307 w 11269336"/>
              <a:gd name="connsiteY67" fmla="*/ 1422171 h 2323145"/>
              <a:gd name="connsiteX68" fmla="*/ 7247783 w 11269336"/>
              <a:gd name="connsiteY68" fmla="*/ 1426330 h 2323145"/>
              <a:gd name="connsiteX69" fmla="*/ 7185047 w 11269336"/>
              <a:gd name="connsiteY69" fmla="*/ 1451812 h 2323145"/>
              <a:gd name="connsiteX70" fmla="*/ 7084117 w 11269336"/>
              <a:gd name="connsiteY70" fmla="*/ 1500281 h 2323145"/>
              <a:gd name="connsiteX71" fmla="*/ 7062011 w 11269336"/>
              <a:gd name="connsiteY71" fmla="*/ 1509183 h 2323145"/>
              <a:gd name="connsiteX72" fmla="*/ 7040555 w 11269336"/>
              <a:gd name="connsiteY72" fmla="*/ 1511207 h 2323145"/>
              <a:gd name="connsiteX73" fmla="*/ 7033438 w 11269336"/>
              <a:gd name="connsiteY73" fmla="*/ 1506772 h 2323145"/>
              <a:gd name="connsiteX74" fmla="*/ 7020886 w 11269336"/>
              <a:gd name="connsiteY74" fmla="*/ 1510764 h 2323145"/>
              <a:gd name="connsiteX75" fmla="*/ 7017033 w 11269336"/>
              <a:gd name="connsiteY75" fmla="*/ 1510650 h 2323145"/>
              <a:gd name="connsiteX76" fmla="*/ 6995460 w 11269336"/>
              <a:gd name="connsiteY76" fmla="*/ 1511173 h 2323145"/>
              <a:gd name="connsiteX77" fmla="*/ 6962144 w 11269336"/>
              <a:gd name="connsiteY77" fmla="*/ 1541508 h 2323145"/>
              <a:gd name="connsiteX78" fmla="*/ 6910674 w 11269336"/>
              <a:gd name="connsiteY78" fmla="*/ 1554793 h 2323145"/>
              <a:gd name="connsiteX79" fmla="*/ 6732152 w 11269336"/>
              <a:gd name="connsiteY79" fmla="*/ 1642538 h 2323145"/>
              <a:gd name="connsiteX80" fmla="*/ 6694106 w 11269336"/>
              <a:gd name="connsiteY80" fmla="*/ 1632377 h 2323145"/>
              <a:gd name="connsiteX81" fmla="*/ 6617223 w 11269336"/>
              <a:gd name="connsiteY81" fmla="*/ 1659889 h 2323145"/>
              <a:gd name="connsiteX82" fmla="*/ 6521138 w 11269336"/>
              <a:gd name="connsiteY82" fmla="*/ 1744340 h 2323145"/>
              <a:gd name="connsiteX83" fmla="*/ 6380677 w 11269336"/>
              <a:gd name="connsiteY83" fmla="*/ 1796883 h 2323145"/>
              <a:gd name="connsiteX84" fmla="*/ 6374897 w 11269336"/>
              <a:gd name="connsiteY84" fmla="*/ 1809910 h 2323145"/>
              <a:gd name="connsiteX85" fmla="*/ 6364545 w 11269336"/>
              <a:gd name="connsiteY85" fmla="*/ 1820090 h 2323145"/>
              <a:gd name="connsiteX86" fmla="*/ 6362126 w 11269336"/>
              <a:gd name="connsiteY86" fmla="*/ 1819991 h 2323145"/>
              <a:gd name="connsiteX87" fmla="*/ 6346673 w 11269336"/>
              <a:gd name="connsiteY87" fmla="*/ 1827824 h 2323145"/>
              <a:gd name="connsiteX88" fmla="*/ 6345588 w 11269336"/>
              <a:gd name="connsiteY88" fmla="*/ 1832232 h 2323145"/>
              <a:gd name="connsiteX89" fmla="*/ 6335708 w 11269336"/>
              <a:gd name="connsiteY89" fmla="*/ 1838451 h 2323145"/>
              <a:gd name="connsiteX90" fmla="*/ 6318182 w 11269336"/>
              <a:gd name="connsiteY90" fmla="*/ 1852975 h 2323145"/>
              <a:gd name="connsiteX91" fmla="*/ 6313084 w 11269336"/>
              <a:gd name="connsiteY91" fmla="*/ 1853561 h 2323145"/>
              <a:gd name="connsiteX92" fmla="*/ 6283816 w 11269336"/>
              <a:gd name="connsiteY92" fmla="*/ 1872148 h 2323145"/>
              <a:gd name="connsiteX93" fmla="*/ 6282550 w 11269336"/>
              <a:gd name="connsiteY93" fmla="*/ 1871392 h 2323145"/>
              <a:gd name="connsiteX94" fmla="*/ 6270527 w 11269336"/>
              <a:gd name="connsiteY94" fmla="*/ 1872208 h 2323145"/>
              <a:gd name="connsiteX95" fmla="*/ 6249518 w 11269336"/>
              <a:gd name="connsiteY95" fmla="*/ 1876079 h 2323145"/>
              <a:gd name="connsiteX96" fmla="*/ 6190386 w 11269336"/>
              <a:gd name="connsiteY96" fmla="*/ 1872478 h 2323145"/>
              <a:gd name="connsiteX97" fmla="*/ 6159777 w 11269336"/>
              <a:gd name="connsiteY97" fmla="*/ 1891745 h 2323145"/>
              <a:gd name="connsiteX98" fmla="*/ 6153131 w 11269336"/>
              <a:gd name="connsiteY98" fmla="*/ 1895079 h 2323145"/>
              <a:gd name="connsiteX99" fmla="*/ 6152798 w 11269336"/>
              <a:gd name="connsiteY99" fmla="*/ 1894920 h 2323145"/>
              <a:gd name="connsiteX100" fmla="*/ 6145388 w 11269336"/>
              <a:gd name="connsiteY100" fmla="*/ 1897990 h 2323145"/>
              <a:gd name="connsiteX101" fmla="*/ 6141014 w 11269336"/>
              <a:gd name="connsiteY101" fmla="*/ 1901155 h 2323145"/>
              <a:gd name="connsiteX102" fmla="*/ 6128122 w 11269336"/>
              <a:gd name="connsiteY102" fmla="*/ 1907623 h 2323145"/>
              <a:gd name="connsiteX103" fmla="*/ 6122351 w 11269336"/>
              <a:gd name="connsiteY103" fmla="*/ 1908359 h 2323145"/>
              <a:gd name="connsiteX104" fmla="*/ 6064750 w 11269336"/>
              <a:gd name="connsiteY104" fmla="*/ 1896394 h 2323145"/>
              <a:gd name="connsiteX105" fmla="*/ 5964230 w 11269336"/>
              <a:gd name="connsiteY105" fmla="*/ 1910038 h 2323145"/>
              <a:gd name="connsiteX106" fmla="*/ 5865399 w 11269336"/>
              <a:gd name="connsiteY106" fmla="*/ 1926966 h 2323145"/>
              <a:gd name="connsiteX107" fmla="*/ 5829951 w 11269336"/>
              <a:gd name="connsiteY107" fmla="*/ 1934755 h 2323145"/>
              <a:gd name="connsiteX108" fmla="*/ 5765285 w 11269336"/>
              <a:gd name="connsiteY108" fmla="*/ 1941322 h 2323145"/>
              <a:gd name="connsiteX109" fmla="*/ 5734750 w 11269336"/>
              <a:gd name="connsiteY109" fmla="*/ 1939793 h 2323145"/>
              <a:gd name="connsiteX110" fmla="*/ 5733569 w 11269336"/>
              <a:gd name="connsiteY110" fmla="*/ 1940505 h 2323145"/>
              <a:gd name="connsiteX111" fmla="*/ 5730329 w 11269336"/>
              <a:gd name="connsiteY111" fmla="*/ 1937845 h 2323145"/>
              <a:gd name="connsiteX112" fmla="*/ 5724661 w 11269336"/>
              <a:gd name="connsiteY112" fmla="*/ 1937455 h 2323145"/>
              <a:gd name="connsiteX113" fmla="*/ 5710186 w 11269336"/>
              <a:gd name="connsiteY113" fmla="*/ 1941370 h 2323145"/>
              <a:gd name="connsiteX114" fmla="*/ 5704910 w 11269336"/>
              <a:gd name="connsiteY114" fmla="*/ 1943663 h 2323145"/>
              <a:gd name="connsiteX115" fmla="*/ 5696836 w 11269336"/>
              <a:gd name="connsiteY115" fmla="*/ 1945271 h 2323145"/>
              <a:gd name="connsiteX116" fmla="*/ 5696583 w 11269336"/>
              <a:gd name="connsiteY116" fmla="*/ 1945050 h 2323145"/>
              <a:gd name="connsiteX117" fmla="*/ 5689123 w 11269336"/>
              <a:gd name="connsiteY117" fmla="*/ 1947067 h 2323145"/>
              <a:gd name="connsiteX118" fmla="*/ 5653291 w 11269336"/>
              <a:gd name="connsiteY118" fmla="*/ 1960245 h 2323145"/>
              <a:gd name="connsiteX119" fmla="*/ 5599385 w 11269336"/>
              <a:gd name="connsiteY119" fmla="*/ 1945198 h 2323145"/>
              <a:gd name="connsiteX120" fmla="*/ 5578300 w 11269336"/>
              <a:gd name="connsiteY120" fmla="*/ 1944963 h 2323145"/>
              <a:gd name="connsiteX121" fmla="*/ 5566758 w 11269336"/>
              <a:gd name="connsiteY121" fmla="*/ 1943441 h 2323145"/>
              <a:gd name="connsiteX122" fmla="*/ 5565857 w 11269336"/>
              <a:gd name="connsiteY122" fmla="*/ 1942445 h 2323145"/>
              <a:gd name="connsiteX123" fmla="*/ 5531534 w 11269336"/>
              <a:gd name="connsiteY123" fmla="*/ 1955208 h 2323145"/>
              <a:gd name="connsiteX124" fmla="*/ 5526552 w 11269336"/>
              <a:gd name="connsiteY124" fmla="*/ 1954799 h 2323145"/>
              <a:gd name="connsiteX125" fmla="*/ 5504723 w 11269336"/>
              <a:gd name="connsiteY125" fmla="*/ 1965811 h 2323145"/>
              <a:gd name="connsiteX126" fmla="*/ 5493156 w 11269336"/>
              <a:gd name="connsiteY126" fmla="*/ 1970063 h 2323145"/>
              <a:gd name="connsiteX127" fmla="*/ 5490486 w 11269336"/>
              <a:gd name="connsiteY127" fmla="*/ 1974227 h 2323145"/>
              <a:gd name="connsiteX128" fmla="*/ 5473107 w 11269336"/>
              <a:gd name="connsiteY128" fmla="*/ 1979001 h 2323145"/>
              <a:gd name="connsiteX129" fmla="*/ 5470885 w 11269336"/>
              <a:gd name="connsiteY129" fmla="*/ 1978432 h 2323145"/>
              <a:gd name="connsiteX130" fmla="*/ 5457393 w 11269336"/>
              <a:gd name="connsiteY130" fmla="*/ 1986525 h 2323145"/>
              <a:gd name="connsiteX131" fmla="*/ 5447102 w 11269336"/>
              <a:gd name="connsiteY131" fmla="*/ 1998329 h 2323145"/>
              <a:gd name="connsiteX132" fmla="*/ 5159151 w 11269336"/>
              <a:gd name="connsiteY132" fmla="*/ 2029640 h 2323145"/>
              <a:gd name="connsiteX133" fmla="*/ 5098838 w 11269336"/>
              <a:gd name="connsiteY133" fmla="*/ 2062961 h 2323145"/>
              <a:gd name="connsiteX134" fmla="*/ 4860988 w 11269336"/>
              <a:gd name="connsiteY134" fmla="*/ 2135698 h 2323145"/>
              <a:gd name="connsiteX135" fmla="*/ 4765388 w 11269336"/>
              <a:gd name="connsiteY135" fmla="*/ 2162525 h 2323145"/>
              <a:gd name="connsiteX136" fmla="*/ 4745033 w 11269336"/>
              <a:gd name="connsiteY136" fmla="*/ 2158859 h 2323145"/>
              <a:gd name="connsiteX137" fmla="*/ 4741475 w 11269336"/>
              <a:gd name="connsiteY137" fmla="*/ 2157998 h 2323145"/>
              <a:gd name="connsiteX138" fmla="*/ 4728247 w 11269336"/>
              <a:gd name="connsiteY138" fmla="*/ 2159526 h 2323145"/>
              <a:gd name="connsiteX139" fmla="*/ 4723263 w 11269336"/>
              <a:gd name="connsiteY139" fmla="*/ 2153742 h 2323145"/>
              <a:gd name="connsiteX140" fmla="*/ 4593061 w 11269336"/>
              <a:gd name="connsiteY140" fmla="*/ 2171597 h 2323145"/>
              <a:gd name="connsiteX141" fmla="*/ 4405765 w 11269336"/>
              <a:gd name="connsiteY141" fmla="*/ 2199902 h 2323145"/>
              <a:gd name="connsiteX142" fmla="*/ 4401354 w 11269336"/>
              <a:gd name="connsiteY142" fmla="*/ 2194745 h 2323145"/>
              <a:gd name="connsiteX143" fmla="*/ 4366646 w 11269336"/>
              <a:gd name="connsiteY143" fmla="*/ 2198564 h 2323145"/>
              <a:gd name="connsiteX144" fmla="*/ 4354009 w 11269336"/>
              <a:gd name="connsiteY144" fmla="*/ 2204984 h 2323145"/>
              <a:gd name="connsiteX145" fmla="*/ 4348284 w 11269336"/>
              <a:gd name="connsiteY145" fmla="*/ 2205270 h 2323145"/>
              <a:gd name="connsiteX146" fmla="*/ 4333906 w 11269336"/>
              <a:gd name="connsiteY146" fmla="*/ 2205251 h 2323145"/>
              <a:gd name="connsiteX147" fmla="*/ 4308819 w 11269336"/>
              <a:gd name="connsiteY147" fmla="*/ 2203822 h 2323145"/>
              <a:gd name="connsiteX148" fmla="*/ 4301210 w 11269336"/>
              <a:gd name="connsiteY148" fmla="*/ 2204456 h 2323145"/>
              <a:gd name="connsiteX149" fmla="*/ 4283095 w 11269336"/>
              <a:gd name="connsiteY149" fmla="*/ 2198177 h 2323145"/>
              <a:gd name="connsiteX150" fmla="*/ 4250119 w 11269336"/>
              <a:gd name="connsiteY150" fmla="*/ 2196342 h 2323145"/>
              <a:gd name="connsiteX151" fmla="*/ 4189203 w 11269336"/>
              <a:gd name="connsiteY151" fmla="*/ 2178994 h 2323145"/>
              <a:gd name="connsiteX152" fmla="*/ 4154035 w 11269336"/>
              <a:gd name="connsiteY152" fmla="*/ 2171950 h 2323145"/>
              <a:gd name="connsiteX153" fmla="*/ 4129569 w 11269336"/>
              <a:gd name="connsiteY153" fmla="*/ 2163850 h 2323145"/>
              <a:gd name="connsiteX154" fmla="*/ 4061250 w 11269336"/>
              <a:gd name="connsiteY154" fmla="*/ 2159236 h 2323145"/>
              <a:gd name="connsiteX155" fmla="*/ 3945480 w 11269336"/>
              <a:gd name="connsiteY155" fmla="*/ 2158279 h 2323145"/>
              <a:gd name="connsiteX156" fmla="*/ 3921468 w 11269336"/>
              <a:gd name="connsiteY156" fmla="*/ 2156588 h 2323145"/>
              <a:gd name="connsiteX157" fmla="*/ 3903348 w 11269336"/>
              <a:gd name="connsiteY157" fmla="*/ 2149220 h 2323145"/>
              <a:gd name="connsiteX158" fmla="*/ 3901342 w 11269336"/>
              <a:gd name="connsiteY158" fmla="*/ 2142355 h 2323145"/>
              <a:gd name="connsiteX159" fmla="*/ 3888539 w 11269336"/>
              <a:gd name="connsiteY159" fmla="*/ 2140476 h 2323145"/>
              <a:gd name="connsiteX160" fmla="*/ 3885662 w 11269336"/>
              <a:gd name="connsiteY160" fmla="*/ 2138740 h 2323145"/>
              <a:gd name="connsiteX161" fmla="*/ 3868627 w 11269336"/>
              <a:gd name="connsiteY161" fmla="*/ 2130023 h 2323145"/>
              <a:gd name="connsiteX162" fmla="*/ 3819177 w 11269336"/>
              <a:gd name="connsiteY162" fmla="*/ 2142111 h 2323145"/>
              <a:gd name="connsiteX163" fmla="*/ 3769100 w 11269336"/>
              <a:gd name="connsiteY163" fmla="*/ 2131731 h 2323145"/>
              <a:gd name="connsiteX164" fmla="*/ 3562752 w 11269336"/>
              <a:gd name="connsiteY164" fmla="*/ 2131785 h 2323145"/>
              <a:gd name="connsiteX165" fmla="*/ 3541402 w 11269336"/>
              <a:gd name="connsiteY165" fmla="*/ 2106821 h 2323145"/>
              <a:gd name="connsiteX166" fmla="*/ 3365341 w 11269336"/>
              <a:gd name="connsiteY166" fmla="*/ 2077638 h 2323145"/>
              <a:gd name="connsiteX167" fmla="*/ 3170922 w 11269336"/>
              <a:gd name="connsiteY167" fmla="*/ 2115957 h 2323145"/>
              <a:gd name="connsiteX168" fmla="*/ 3156256 w 11269336"/>
              <a:gd name="connsiteY168" fmla="*/ 2124773 h 2323145"/>
              <a:gd name="connsiteX169" fmla="*/ 3140298 w 11269336"/>
              <a:gd name="connsiteY169" fmla="*/ 2129182 h 2323145"/>
              <a:gd name="connsiteX170" fmla="*/ 3138514 w 11269336"/>
              <a:gd name="connsiteY170" fmla="*/ 2128069 h 2323145"/>
              <a:gd name="connsiteX171" fmla="*/ 3120467 w 11269336"/>
              <a:gd name="connsiteY171" fmla="*/ 2128281 h 2323145"/>
              <a:gd name="connsiteX172" fmla="*/ 3116175 w 11269336"/>
              <a:gd name="connsiteY172" fmla="*/ 2131633 h 2323145"/>
              <a:gd name="connsiteX173" fmla="*/ 3103685 w 11269336"/>
              <a:gd name="connsiteY173" fmla="*/ 2132814 h 2323145"/>
              <a:gd name="connsiteX174" fmla="*/ 3078794 w 11269336"/>
              <a:gd name="connsiteY174" fmla="*/ 2137935 h 2323145"/>
              <a:gd name="connsiteX175" fmla="*/ 3074407 w 11269336"/>
              <a:gd name="connsiteY175" fmla="*/ 2136274 h 2323145"/>
              <a:gd name="connsiteX176" fmla="*/ 3037285 w 11269336"/>
              <a:gd name="connsiteY176" fmla="*/ 2139919 h 2323145"/>
              <a:gd name="connsiteX177" fmla="*/ 3036901 w 11269336"/>
              <a:gd name="connsiteY177" fmla="*/ 2138726 h 2323145"/>
              <a:gd name="connsiteX178" fmla="*/ 3026996 w 11269336"/>
              <a:gd name="connsiteY178" fmla="*/ 2134322 h 2323145"/>
              <a:gd name="connsiteX179" fmla="*/ 3007772 w 11269336"/>
              <a:gd name="connsiteY179" fmla="*/ 2128742 h 2323145"/>
              <a:gd name="connsiteX180" fmla="*/ 2965030 w 11269336"/>
              <a:gd name="connsiteY180" fmla="*/ 2100494 h 2323145"/>
              <a:gd name="connsiteX181" fmla="*/ 2926342 w 11269336"/>
              <a:gd name="connsiteY181" fmla="*/ 2104155 h 2323145"/>
              <a:gd name="connsiteX182" fmla="*/ 2918608 w 11269336"/>
              <a:gd name="connsiteY182" fmla="*/ 2104215 h 2323145"/>
              <a:gd name="connsiteX183" fmla="*/ 2918475 w 11269336"/>
              <a:gd name="connsiteY183" fmla="*/ 2103937 h 2323145"/>
              <a:gd name="connsiteX184" fmla="*/ 2910360 w 11269336"/>
              <a:gd name="connsiteY184" fmla="*/ 2103444 h 2323145"/>
              <a:gd name="connsiteX185" fmla="*/ 2904507 w 11269336"/>
              <a:gd name="connsiteY185" fmla="*/ 2104326 h 2323145"/>
              <a:gd name="connsiteX186" fmla="*/ 2889503 w 11269336"/>
              <a:gd name="connsiteY186" fmla="*/ 2104443 h 2323145"/>
              <a:gd name="connsiteX187" fmla="*/ 2884480 w 11269336"/>
              <a:gd name="connsiteY187" fmla="*/ 2102626 h 2323145"/>
              <a:gd name="connsiteX188" fmla="*/ 2882689 w 11269336"/>
              <a:gd name="connsiteY188" fmla="*/ 2099228 h 2323145"/>
              <a:gd name="connsiteX189" fmla="*/ 2881291 w 11269336"/>
              <a:gd name="connsiteY189" fmla="*/ 2099618 h 2323145"/>
              <a:gd name="connsiteX190" fmla="*/ 2853979 w 11269336"/>
              <a:gd name="connsiteY190" fmla="*/ 2090388 h 2323145"/>
              <a:gd name="connsiteX191" fmla="*/ 2791790 w 11269336"/>
              <a:gd name="connsiteY191" fmla="*/ 2080332 h 2323145"/>
              <a:gd name="connsiteX192" fmla="*/ 2755844 w 11269336"/>
              <a:gd name="connsiteY192" fmla="*/ 2078874 h 2323145"/>
              <a:gd name="connsiteX193" fmla="*/ 2657742 w 11269336"/>
              <a:gd name="connsiteY193" fmla="*/ 2070179 h 2323145"/>
              <a:gd name="connsiteX194" fmla="*/ 2559549 w 11269336"/>
              <a:gd name="connsiteY194" fmla="*/ 2057873 h 2323145"/>
              <a:gd name="connsiteX195" fmla="*/ 2512054 w 11269336"/>
              <a:gd name="connsiteY195" fmla="*/ 2031671 h 2323145"/>
              <a:gd name="connsiteX196" fmla="*/ 2506437 w 11269336"/>
              <a:gd name="connsiteY196" fmla="*/ 2030918 h 2323145"/>
              <a:gd name="connsiteX197" fmla="*/ 2491752 w 11269336"/>
              <a:gd name="connsiteY197" fmla="*/ 2033906 h 2323145"/>
              <a:gd name="connsiteX198" fmla="*/ 2486338 w 11269336"/>
              <a:gd name="connsiteY198" fmla="*/ 2035862 h 2323145"/>
              <a:gd name="connsiteX199" fmla="*/ 2478186 w 11269336"/>
              <a:gd name="connsiteY199" fmla="*/ 2036953 h 2323145"/>
              <a:gd name="connsiteX200" fmla="*/ 2477950 w 11269336"/>
              <a:gd name="connsiteY200" fmla="*/ 2036715 h 2323145"/>
              <a:gd name="connsiteX201" fmla="*/ 2470381 w 11269336"/>
              <a:gd name="connsiteY201" fmla="*/ 2038256 h 2323145"/>
              <a:gd name="connsiteX202" fmla="*/ 2433781 w 11269336"/>
              <a:gd name="connsiteY202" fmla="*/ 2049140 h 2323145"/>
              <a:gd name="connsiteX203" fmla="*/ 2381172 w 11269336"/>
              <a:gd name="connsiteY203" fmla="*/ 2030645 h 2323145"/>
              <a:gd name="connsiteX204" fmla="*/ 2360198 w 11269336"/>
              <a:gd name="connsiteY204" fmla="*/ 2029059 h 2323145"/>
              <a:gd name="connsiteX205" fmla="*/ 2348815 w 11269336"/>
              <a:gd name="connsiteY205" fmla="*/ 2026798 h 2323145"/>
              <a:gd name="connsiteX206" fmla="*/ 2347988 w 11269336"/>
              <a:gd name="connsiteY206" fmla="*/ 2025745 h 2323145"/>
              <a:gd name="connsiteX207" fmla="*/ 2312920 w 11269336"/>
              <a:gd name="connsiteY207" fmla="*/ 2036311 h 2323145"/>
              <a:gd name="connsiteX208" fmla="*/ 2307986 w 11269336"/>
              <a:gd name="connsiteY208" fmla="*/ 2035583 h 2323145"/>
              <a:gd name="connsiteX209" fmla="*/ 2285481 w 11269336"/>
              <a:gd name="connsiteY209" fmla="*/ 2045197 h 2323145"/>
              <a:gd name="connsiteX210" fmla="*/ 2273666 w 11269336"/>
              <a:gd name="connsiteY210" fmla="*/ 2048710 h 2323145"/>
              <a:gd name="connsiteX211" fmla="*/ 2270719 w 11269336"/>
              <a:gd name="connsiteY211" fmla="*/ 2052702 h 2323145"/>
              <a:gd name="connsiteX212" fmla="*/ 2253080 w 11269336"/>
              <a:gd name="connsiteY212" fmla="*/ 2056363 h 2323145"/>
              <a:gd name="connsiteX213" fmla="*/ 2250906 w 11269336"/>
              <a:gd name="connsiteY213" fmla="*/ 2055654 h 2323145"/>
              <a:gd name="connsiteX214" fmla="*/ 2236905 w 11269336"/>
              <a:gd name="connsiteY214" fmla="*/ 2062882 h 2323145"/>
              <a:gd name="connsiteX215" fmla="*/ 2225830 w 11269336"/>
              <a:gd name="connsiteY215" fmla="*/ 2074027 h 2323145"/>
              <a:gd name="connsiteX216" fmla="*/ 2073776 w 11269336"/>
              <a:gd name="connsiteY216" fmla="*/ 2089244 h 2323145"/>
              <a:gd name="connsiteX217" fmla="*/ 1948256 w 11269336"/>
              <a:gd name="connsiteY217" fmla="*/ 2146616 h 2323145"/>
              <a:gd name="connsiteX218" fmla="*/ 1865582 w 11269336"/>
              <a:gd name="connsiteY218" fmla="*/ 2153738 h 2323145"/>
              <a:gd name="connsiteX219" fmla="*/ 1835210 w 11269336"/>
              <a:gd name="connsiteY219" fmla="*/ 2134244 h 2323145"/>
              <a:gd name="connsiteX220" fmla="*/ 1632661 w 11269336"/>
              <a:gd name="connsiteY220" fmla="*/ 2173882 h 2323145"/>
              <a:gd name="connsiteX221" fmla="*/ 1579590 w 11269336"/>
              <a:gd name="connsiteY221" fmla="*/ 2173680 h 2323145"/>
              <a:gd name="connsiteX222" fmla="*/ 1535601 w 11269336"/>
              <a:gd name="connsiteY222" fmla="*/ 2194590 h 2323145"/>
              <a:gd name="connsiteX223" fmla="*/ 1515594 w 11269336"/>
              <a:gd name="connsiteY223" fmla="*/ 2189622 h 2323145"/>
              <a:gd name="connsiteX224" fmla="*/ 1512113 w 11269336"/>
              <a:gd name="connsiteY224" fmla="*/ 2188534 h 2323145"/>
              <a:gd name="connsiteX225" fmla="*/ 1498838 w 11269336"/>
              <a:gd name="connsiteY225" fmla="*/ 2189213 h 2323145"/>
              <a:gd name="connsiteX226" fmla="*/ 1494279 w 11269336"/>
              <a:gd name="connsiteY226" fmla="*/ 2183112 h 2323145"/>
              <a:gd name="connsiteX227" fmla="*/ 1473714 w 11269336"/>
              <a:gd name="connsiteY227" fmla="*/ 2179625 h 2323145"/>
              <a:gd name="connsiteX228" fmla="*/ 1449503 w 11269336"/>
              <a:gd name="connsiteY228" fmla="*/ 2182633 h 2323145"/>
              <a:gd name="connsiteX229" fmla="*/ 1266687 w 11269336"/>
              <a:gd name="connsiteY229" fmla="*/ 2212688 h 2323145"/>
              <a:gd name="connsiteX230" fmla="*/ 1239614 w 11269336"/>
              <a:gd name="connsiteY230" fmla="*/ 2209727 h 2323145"/>
              <a:gd name="connsiteX231" fmla="*/ 1202436 w 11269336"/>
              <a:gd name="connsiteY231" fmla="*/ 2209817 h 2323145"/>
              <a:gd name="connsiteX232" fmla="*/ 1136097 w 11269336"/>
              <a:gd name="connsiteY232" fmla="*/ 2205112 h 2323145"/>
              <a:gd name="connsiteX233" fmla="*/ 988232 w 11269336"/>
              <a:gd name="connsiteY233" fmla="*/ 2235635 h 2323145"/>
              <a:gd name="connsiteX234" fmla="*/ 981959 w 11269336"/>
              <a:gd name="connsiteY234" fmla="*/ 2231607 h 2323145"/>
              <a:gd name="connsiteX235" fmla="*/ 938600 w 11269336"/>
              <a:gd name="connsiteY235" fmla="*/ 2238113 h 2323145"/>
              <a:gd name="connsiteX236" fmla="*/ 791788 w 11269336"/>
              <a:gd name="connsiteY236" fmla="*/ 2293224 h 2323145"/>
              <a:gd name="connsiteX237" fmla="*/ 706914 w 11269336"/>
              <a:gd name="connsiteY237" fmla="*/ 2305046 h 2323145"/>
              <a:gd name="connsiteX238" fmla="*/ 675971 w 11269336"/>
              <a:gd name="connsiteY238" fmla="*/ 2304030 h 2323145"/>
              <a:gd name="connsiteX239" fmla="*/ 624180 w 11269336"/>
              <a:gd name="connsiteY239" fmla="*/ 2302650 h 2323145"/>
              <a:gd name="connsiteX240" fmla="*/ 583453 w 11269336"/>
              <a:gd name="connsiteY240" fmla="*/ 2288788 h 2323145"/>
              <a:gd name="connsiteX241" fmla="*/ 540946 w 11269336"/>
              <a:gd name="connsiteY241" fmla="*/ 2292721 h 2323145"/>
              <a:gd name="connsiteX242" fmla="*/ 533680 w 11269336"/>
              <a:gd name="connsiteY242" fmla="*/ 2310233 h 2323145"/>
              <a:gd name="connsiteX243" fmla="*/ 487366 w 11269336"/>
              <a:gd name="connsiteY243" fmla="*/ 2309053 h 2323145"/>
              <a:gd name="connsiteX244" fmla="*/ 416820 w 11269336"/>
              <a:gd name="connsiteY244" fmla="*/ 2305443 h 2323145"/>
              <a:gd name="connsiteX245" fmla="*/ 376805 w 11269336"/>
              <a:gd name="connsiteY245" fmla="*/ 2307647 h 2323145"/>
              <a:gd name="connsiteX246" fmla="*/ 266777 w 11269336"/>
              <a:gd name="connsiteY246" fmla="*/ 2309012 h 2323145"/>
              <a:gd name="connsiteX247" fmla="*/ 156013 w 11269336"/>
              <a:gd name="connsiteY247" fmla="*/ 2306832 h 2323145"/>
              <a:gd name="connsiteX248" fmla="*/ 87258 w 11269336"/>
              <a:gd name="connsiteY248" fmla="*/ 2285511 h 2323145"/>
              <a:gd name="connsiteX249" fmla="*/ 23798 w 11269336"/>
              <a:gd name="connsiteY249" fmla="*/ 2281822 h 2323145"/>
              <a:gd name="connsiteX250" fmla="*/ 0 w 11269336"/>
              <a:gd name="connsiteY250" fmla="*/ 2285369 h 2323145"/>
              <a:gd name="connsiteX251" fmla="*/ 0 w 11269336"/>
              <a:gd name="connsiteY251" fmla="*/ 0 h 23231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Lst>
            <a:rect l="l" t="t" r="r" b="b"/>
            <a:pathLst>
              <a:path w="11269336" h="2323145">
                <a:moveTo>
                  <a:pt x="0" y="0"/>
                </a:moveTo>
                <a:lnTo>
                  <a:pt x="11269336" y="0"/>
                </a:lnTo>
                <a:lnTo>
                  <a:pt x="11268645" y="511"/>
                </a:lnTo>
                <a:cubicBezTo>
                  <a:pt x="11257520" y="14091"/>
                  <a:pt x="11248967" y="32073"/>
                  <a:pt x="11230739" y="37096"/>
                </a:cubicBezTo>
                <a:cubicBezTo>
                  <a:pt x="11194283" y="47141"/>
                  <a:pt x="11124351" y="55013"/>
                  <a:pt x="11082485" y="78590"/>
                </a:cubicBezTo>
                <a:cubicBezTo>
                  <a:pt x="11064655" y="69818"/>
                  <a:pt x="11049588" y="97621"/>
                  <a:pt x="11031776" y="79197"/>
                </a:cubicBezTo>
                <a:cubicBezTo>
                  <a:pt x="11016683" y="85023"/>
                  <a:pt x="11009945" y="92832"/>
                  <a:pt x="10995894" y="83459"/>
                </a:cubicBezTo>
                <a:cubicBezTo>
                  <a:pt x="10971843" y="134740"/>
                  <a:pt x="10888992" y="106042"/>
                  <a:pt x="10861177" y="147419"/>
                </a:cubicBezTo>
                <a:cubicBezTo>
                  <a:pt x="10850370" y="129415"/>
                  <a:pt x="10807086" y="138624"/>
                  <a:pt x="10782732" y="135645"/>
                </a:cubicBezTo>
                <a:cubicBezTo>
                  <a:pt x="10869014" y="196205"/>
                  <a:pt x="10693356" y="147304"/>
                  <a:pt x="10660773" y="179312"/>
                </a:cubicBezTo>
                <a:cubicBezTo>
                  <a:pt x="10667385" y="121467"/>
                  <a:pt x="10595265" y="182241"/>
                  <a:pt x="10564442" y="160738"/>
                </a:cubicBezTo>
                <a:cubicBezTo>
                  <a:pt x="10544419" y="190949"/>
                  <a:pt x="10518436" y="167191"/>
                  <a:pt x="10490200" y="183533"/>
                </a:cubicBezTo>
                <a:cubicBezTo>
                  <a:pt x="10423905" y="202688"/>
                  <a:pt x="10362764" y="244779"/>
                  <a:pt x="10271351" y="243104"/>
                </a:cubicBezTo>
                <a:cubicBezTo>
                  <a:pt x="10247818" y="329775"/>
                  <a:pt x="10135674" y="303068"/>
                  <a:pt x="10061033" y="364937"/>
                </a:cubicBezTo>
                <a:cubicBezTo>
                  <a:pt x="10014289" y="383940"/>
                  <a:pt x="9930032" y="360289"/>
                  <a:pt x="9921770" y="406154"/>
                </a:cubicBezTo>
                <a:cubicBezTo>
                  <a:pt x="9894276" y="384665"/>
                  <a:pt x="9881945" y="430851"/>
                  <a:pt x="9858388" y="439489"/>
                </a:cubicBezTo>
                <a:cubicBezTo>
                  <a:pt x="9835642" y="426888"/>
                  <a:pt x="9828901" y="443125"/>
                  <a:pt x="9811914" y="449865"/>
                </a:cubicBezTo>
                <a:cubicBezTo>
                  <a:pt x="9801869" y="441287"/>
                  <a:pt x="9787055" y="444835"/>
                  <a:pt x="9784394" y="457816"/>
                </a:cubicBezTo>
                <a:cubicBezTo>
                  <a:pt x="9797169" y="483924"/>
                  <a:pt x="9656844" y="450179"/>
                  <a:pt x="9656836" y="469967"/>
                </a:cubicBezTo>
                <a:cubicBezTo>
                  <a:pt x="9589537" y="485301"/>
                  <a:pt x="9662097" y="527310"/>
                  <a:pt x="9561575" y="559978"/>
                </a:cubicBezTo>
                <a:cubicBezTo>
                  <a:pt x="9479149" y="599104"/>
                  <a:pt x="9215234" y="670585"/>
                  <a:pt x="9162278" y="704724"/>
                </a:cubicBezTo>
                <a:cubicBezTo>
                  <a:pt x="9173017" y="730567"/>
                  <a:pt x="9063215" y="727685"/>
                  <a:pt x="9062863" y="754656"/>
                </a:cubicBezTo>
                <a:cubicBezTo>
                  <a:pt x="9021608" y="774940"/>
                  <a:pt x="8924639" y="816390"/>
                  <a:pt x="8914746" y="826428"/>
                </a:cubicBezTo>
                <a:lnTo>
                  <a:pt x="8917778" y="835198"/>
                </a:lnTo>
                <a:lnTo>
                  <a:pt x="8905560" y="838358"/>
                </a:lnTo>
                <a:lnTo>
                  <a:pt x="8897564" y="834287"/>
                </a:lnTo>
                <a:lnTo>
                  <a:pt x="8878040" y="844150"/>
                </a:lnTo>
                <a:cubicBezTo>
                  <a:pt x="8861112" y="848992"/>
                  <a:pt x="8812843" y="856499"/>
                  <a:pt x="8795998" y="863337"/>
                </a:cubicBezTo>
                <a:cubicBezTo>
                  <a:pt x="8792888" y="873975"/>
                  <a:pt x="8786153" y="880792"/>
                  <a:pt x="8776970" y="885177"/>
                </a:cubicBezTo>
                <a:lnTo>
                  <a:pt x="8755719" y="889754"/>
                </a:lnTo>
                <a:lnTo>
                  <a:pt x="8743257" y="904723"/>
                </a:lnTo>
                <a:cubicBezTo>
                  <a:pt x="8737642" y="908108"/>
                  <a:pt x="8730651" y="908759"/>
                  <a:pt x="8721366" y="904711"/>
                </a:cubicBezTo>
                <a:cubicBezTo>
                  <a:pt x="8711895" y="915873"/>
                  <a:pt x="8676250" y="900745"/>
                  <a:pt x="8678353" y="926318"/>
                </a:cubicBezTo>
                <a:cubicBezTo>
                  <a:pt x="8658506" y="928813"/>
                  <a:pt x="8647569" y="933735"/>
                  <a:pt x="8636849" y="937900"/>
                </a:cubicBezTo>
                <a:lnTo>
                  <a:pt x="8620213" y="943068"/>
                </a:lnTo>
                <a:lnTo>
                  <a:pt x="8612581" y="952695"/>
                </a:lnTo>
                <a:cubicBezTo>
                  <a:pt x="8605836" y="959769"/>
                  <a:pt x="8598255" y="964412"/>
                  <a:pt x="8589038" y="963892"/>
                </a:cubicBezTo>
                <a:lnTo>
                  <a:pt x="8579950" y="960899"/>
                </a:lnTo>
                <a:cubicBezTo>
                  <a:pt x="8579740" y="962476"/>
                  <a:pt x="8579529" y="964053"/>
                  <a:pt x="8579319" y="965630"/>
                </a:cubicBezTo>
                <a:cubicBezTo>
                  <a:pt x="8579138" y="972972"/>
                  <a:pt x="8576531" y="980010"/>
                  <a:pt x="8547429" y="984506"/>
                </a:cubicBezTo>
                <a:cubicBezTo>
                  <a:pt x="8529238" y="1001725"/>
                  <a:pt x="8505565" y="1015840"/>
                  <a:pt x="8478704" y="1025490"/>
                </a:cubicBezTo>
                <a:cubicBezTo>
                  <a:pt x="8473109" y="1019545"/>
                  <a:pt x="8465819" y="1032194"/>
                  <a:pt x="8461421" y="1035512"/>
                </a:cubicBezTo>
                <a:cubicBezTo>
                  <a:pt x="8459739" y="1031087"/>
                  <a:pt x="8447663" y="1032074"/>
                  <a:pt x="8445003" y="1036851"/>
                </a:cubicBezTo>
                <a:cubicBezTo>
                  <a:pt x="8366593" y="1075951"/>
                  <a:pt x="8398773" y="1021402"/>
                  <a:pt x="8357350" y="1060213"/>
                </a:cubicBezTo>
                <a:cubicBezTo>
                  <a:pt x="8349366" y="1063843"/>
                  <a:pt x="8342208" y="1063367"/>
                  <a:pt x="8335565" y="1061151"/>
                </a:cubicBezTo>
                <a:lnTo>
                  <a:pt x="8325267" y="1055919"/>
                </a:lnTo>
                <a:lnTo>
                  <a:pt x="8293586" y="1076144"/>
                </a:lnTo>
                <a:cubicBezTo>
                  <a:pt x="8277595" y="1084193"/>
                  <a:pt x="8260401" y="1090863"/>
                  <a:pt x="8242405" y="1095960"/>
                </a:cubicBezTo>
                <a:cubicBezTo>
                  <a:pt x="8226373" y="1101227"/>
                  <a:pt x="8224213" y="1102052"/>
                  <a:pt x="8197391" y="1107746"/>
                </a:cubicBezTo>
                <a:cubicBezTo>
                  <a:pt x="8090266" y="1152133"/>
                  <a:pt x="8141491" y="1082372"/>
                  <a:pt x="8081474" y="1130125"/>
                </a:cubicBezTo>
                <a:cubicBezTo>
                  <a:pt x="8070634" y="1134173"/>
                  <a:pt x="8061619" y="1132810"/>
                  <a:pt x="8053585" y="1129169"/>
                </a:cubicBezTo>
                <a:lnTo>
                  <a:pt x="8038422" y="1119092"/>
                </a:lnTo>
                <a:lnTo>
                  <a:pt x="8029450" y="1125592"/>
                </a:lnTo>
                <a:cubicBezTo>
                  <a:pt x="7992226" y="1133484"/>
                  <a:pt x="7978616" y="1122765"/>
                  <a:pt x="7959552" y="1140188"/>
                </a:cubicBezTo>
                <a:cubicBezTo>
                  <a:pt x="7922008" y="1119572"/>
                  <a:pt x="7937737" y="1141786"/>
                  <a:pt x="7914188" y="1150862"/>
                </a:cubicBezTo>
                <a:cubicBezTo>
                  <a:pt x="7896037" y="1160155"/>
                  <a:pt x="7933463" y="1163411"/>
                  <a:pt x="7914918" y="1168758"/>
                </a:cubicBezTo>
                <a:cubicBezTo>
                  <a:pt x="7893102" y="1165887"/>
                  <a:pt x="7898453" y="1187420"/>
                  <a:pt x="7875510" y="1183153"/>
                </a:cubicBezTo>
                <a:cubicBezTo>
                  <a:pt x="7877354" y="1165743"/>
                  <a:pt x="7834286" y="1194789"/>
                  <a:pt x="7829932" y="1180782"/>
                </a:cubicBezTo>
                <a:cubicBezTo>
                  <a:pt x="7816047" y="1204874"/>
                  <a:pt x="7801901" y="1181513"/>
                  <a:pt x="7779182" y="1192665"/>
                </a:cubicBezTo>
                <a:cubicBezTo>
                  <a:pt x="7769446" y="1202686"/>
                  <a:pt x="7761564" y="1205661"/>
                  <a:pt x="7748774" y="1199586"/>
                </a:cubicBezTo>
                <a:cubicBezTo>
                  <a:pt x="7704339" y="1247771"/>
                  <a:pt x="7717626" y="1207638"/>
                  <a:pt x="7671846" y="1231966"/>
                </a:cubicBezTo>
                <a:cubicBezTo>
                  <a:pt x="7632956" y="1255682"/>
                  <a:pt x="7587383" y="1275180"/>
                  <a:pt x="7554146" y="1319748"/>
                </a:cubicBezTo>
                <a:cubicBezTo>
                  <a:pt x="7548775" y="1331557"/>
                  <a:pt x="7531272" y="1339155"/>
                  <a:pt x="7515052" y="1336718"/>
                </a:cubicBezTo>
                <a:cubicBezTo>
                  <a:pt x="7512260" y="1336298"/>
                  <a:pt x="7509613" y="1335590"/>
                  <a:pt x="7507193" y="1334617"/>
                </a:cubicBezTo>
                <a:cubicBezTo>
                  <a:pt x="7488273" y="1365207"/>
                  <a:pt x="7468925" y="1356298"/>
                  <a:pt x="7461694" y="1375866"/>
                </a:cubicBezTo>
                <a:cubicBezTo>
                  <a:pt x="7422434" y="1391917"/>
                  <a:pt x="7384603" y="1382819"/>
                  <a:pt x="7377571" y="1400128"/>
                </a:cubicBezTo>
                <a:cubicBezTo>
                  <a:pt x="7356236" y="1403926"/>
                  <a:pt x="7322509" y="1393138"/>
                  <a:pt x="7311261" y="1412652"/>
                </a:cubicBezTo>
                <a:cubicBezTo>
                  <a:pt x="7305349" y="1400071"/>
                  <a:pt x="7289966" y="1428039"/>
                  <a:pt x="7275307" y="1422171"/>
                </a:cubicBezTo>
                <a:cubicBezTo>
                  <a:pt x="7264529" y="1416601"/>
                  <a:pt x="7257348" y="1423786"/>
                  <a:pt x="7247783" y="1426330"/>
                </a:cubicBezTo>
                <a:cubicBezTo>
                  <a:pt x="7233839" y="1423056"/>
                  <a:pt x="7194363" y="1442037"/>
                  <a:pt x="7185047" y="1451812"/>
                </a:cubicBezTo>
                <a:cubicBezTo>
                  <a:pt x="7164447" y="1483396"/>
                  <a:pt x="7101577" y="1475742"/>
                  <a:pt x="7084117" y="1500281"/>
                </a:cubicBezTo>
                <a:cubicBezTo>
                  <a:pt x="7076899" y="1504821"/>
                  <a:pt x="7069494" y="1507565"/>
                  <a:pt x="7062011" y="1509183"/>
                </a:cubicBezTo>
                <a:lnTo>
                  <a:pt x="7040555" y="1511207"/>
                </a:lnTo>
                <a:lnTo>
                  <a:pt x="7033438" y="1506772"/>
                </a:lnTo>
                <a:lnTo>
                  <a:pt x="7020886" y="1510764"/>
                </a:lnTo>
                <a:lnTo>
                  <a:pt x="7017033" y="1510650"/>
                </a:lnTo>
                <a:lnTo>
                  <a:pt x="6995460" y="1511173"/>
                </a:lnTo>
                <a:cubicBezTo>
                  <a:pt x="7010208" y="1537643"/>
                  <a:pt x="6938512" y="1522467"/>
                  <a:pt x="6962144" y="1541508"/>
                </a:cubicBezTo>
                <a:cubicBezTo>
                  <a:pt x="6926351" y="1550586"/>
                  <a:pt x="6958236" y="1566326"/>
                  <a:pt x="6910674" y="1554793"/>
                </a:cubicBezTo>
                <a:cubicBezTo>
                  <a:pt x="6859225" y="1589274"/>
                  <a:pt x="6769015" y="1598548"/>
                  <a:pt x="6732152" y="1642538"/>
                </a:cubicBezTo>
                <a:cubicBezTo>
                  <a:pt x="6734901" y="1628031"/>
                  <a:pt x="6709146" y="1622413"/>
                  <a:pt x="6694106" y="1632377"/>
                </a:cubicBezTo>
                <a:cubicBezTo>
                  <a:pt x="6702628" y="1575914"/>
                  <a:pt x="6638899" y="1692862"/>
                  <a:pt x="6617223" y="1659889"/>
                </a:cubicBezTo>
                <a:cubicBezTo>
                  <a:pt x="6623246" y="1693349"/>
                  <a:pt x="6561228" y="1764690"/>
                  <a:pt x="6521138" y="1744340"/>
                </a:cubicBezTo>
                <a:cubicBezTo>
                  <a:pt x="6469831" y="1761656"/>
                  <a:pt x="6438109" y="1796731"/>
                  <a:pt x="6380677" y="1796883"/>
                </a:cubicBezTo>
                <a:cubicBezTo>
                  <a:pt x="6379865" y="1801686"/>
                  <a:pt x="6377810" y="1805986"/>
                  <a:pt x="6374897" y="1809910"/>
                </a:cubicBezTo>
                <a:lnTo>
                  <a:pt x="6364545" y="1820090"/>
                </a:lnTo>
                <a:lnTo>
                  <a:pt x="6362126" y="1819991"/>
                </a:lnTo>
                <a:cubicBezTo>
                  <a:pt x="6353055" y="1821720"/>
                  <a:pt x="6348796" y="1824537"/>
                  <a:pt x="6346673" y="1827824"/>
                </a:cubicBezTo>
                <a:lnTo>
                  <a:pt x="6345588" y="1832232"/>
                </a:lnTo>
                <a:lnTo>
                  <a:pt x="6335708" y="1838451"/>
                </a:lnTo>
                <a:lnTo>
                  <a:pt x="6318182" y="1852975"/>
                </a:lnTo>
                <a:lnTo>
                  <a:pt x="6313084" y="1853561"/>
                </a:lnTo>
                <a:lnTo>
                  <a:pt x="6283816" y="1872148"/>
                </a:lnTo>
                <a:lnTo>
                  <a:pt x="6282550" y="1871392"/>
                </a:lnTo>
                <a:cubicBezTo>
                  <a:pt x="6279041" y="1870121"/>
                  <a:pt x="6275192" y="1869982"/>
                  <a:pt x="6270527" y="1872208"/>
                </a:cubicBezTo>
                <a:cubicBezTo>
                  <a:pt x="6265029" y="1853962"/>
                  <a:pt x="6262790" y="1867903"/>
                  <a:pt x="6249518" y="1876079"/>
                </a:cubicBezTo>
                <a:cubicBezTo>
                  <a:pt x="6238019" y="1849564"/>
                  <a:pt x="6207959" y="1881750"/>
                  <a:pt x="6190386" y="1872478"/>
                </a:cubicBezTo>
                <a:cubicBezTo>
                  <a:pt x="6180893" y="1879083"/>
                  <a:pt x="6170646" y="1885584"/>
                  <a:pt x="6159777" y="1891745"/>
                </a:cubicBezTo>
                <a:lnTo>
                  <a:pt x="6153131" y="1895079"/>
                </a:lnTo>
                <a:lnTo>
                  <a:pt x="6152798" y="1894920"/>
                </a:lnTo>
                <a:cubicBezTo>
                  <a:pt x="6150925" y="1895166"/>
                  <a:pt x="6148578" y="1896082"/>
                  <a:pt x="6145388" y="1897990"/>
                </a:cubicBezTo>
                <a:lnTo>
                  <a:pt x="6141014" y="1901155"/>
                </a:lnTo>
                <a:lnTo>
                  <a:pt x="6128122" y="1907623"/>
                </a:lnTo>
                <a:lnTo>
                  <a:pt x="6122351" y="1908359"/>
                </a:lnTo>
                <a:cubicBezTo>
                  <a:pt x="6099508" y="1905910"/>
                  <a:pt x="6088334" y="1869006"/>
                  <a:pt x="6064750" y="1896394"/>
                </a:cubicBezTo>
                <a:cubicBezTo>
                  <a:pt x="6025977" y="1903785"/>
                  <a:pt x="5997095" y="1889190"/>
                  <a:pt x="5964230" y="1910038"/>
                </a:cubicBezTo>
                <a:cubicBezTo>
                  <a:pt x="5927910" y="1916874"/>
                  <a:pt x="5894873" y="1914928"/>
                  <a:pt x="5865399" y="1926966"/>
                </a:cubicBezTo>
                <a:cubicBezTo>
                  <a:pt x="5851644" y="1923038"/>
                  <a:pt x="5839380" y="1922808"/>
                  <a:pt x="5829951" y="1934755"/>
                </a:cubicBezTo>
                <a:cubicBezTo>
                  <a:pt x="5795498" y="1938369"/>
                  <a:pt x="5784532" y="1926246"/>
                  <a:pt x="5765285" y="1941322"/>
                </a:cubicBezTo>
                <a:cubicBezTo>
                  <a:pt x="5741789" y="1922874"/>
                  <a:pt x="5742385" y="1931607"/>
                  <a:pt x="5734750" y="1939793"/>
                </a:cubicBezTo>
                <a:lnTo>
                  <a:pt x="5733569" y="1940505"/>
                </a:lnTo>
                <a:lnTo>
                  <a:pt x="5730329" y="1937845"/>
                </a:lnTo>
                <a:lnTo>
                  <a:pt x="5724661" y="1937455"/>
                </a:lnTo>
                <a:lnTo>
                  <a:pt x="5710186" y="1941370"/>
                </a:lnTo>
                <a:lnTo>
                  <a:pt x="5704910" y="1943663"/>
                </a:lnTo>
                <a:cubicBezTo>
                  <a:pt x="5701213" y="1944937"/>
                  <a:pt x="5698678" y="1945391"/>
                  <a:pt x="5696836" y="1945271"/>
                </a:cubicBezTo>
                <a:lnTo>
                  <a:pt x="5696583" y="1945050"/>
                </a:lnTo>
                <a:lnTo>
                  <a:pt x="5689123" y="1947067"/>
                </a:lnTo>
                <a:cubicBezTo>
                  <a:pt x="5676655" y="1951072"/>
                  <a:pt x="5664639" y="1955533"/>
                  <a:pt x="5653291" y="1960245"/>
                </a:cubicBezTo>
                <a:cubicBezTo>
                  <a:pt x="5640346" y="1947636"/>
                  <a:pt x="5600180" y="1973739"/>
                  <a:pt x="5599385" y="1945198"/>
                </a:cubicBezTo>
                <a:cubicBezTo>
                  <a:pt x="5583913" y="1950736"/>
                  <a:pt x="5576590" y="1964134"/>
                  <a:pt x="5578300" y="1944963"/>
                </a:cubicBezTo>
                <a:cubicBezTo>
                  <a:pt x="5573104" y="1946266"/>
                  <a:pt x="5569560" y="1945382"/>
                  <a:pt x="5566758" y="1943441"/>
                </a:cubicBezTo>
                <a:lnTo>
                  <a:pt x="5565857" y="1942445"/>
                </a:lnTo>
                <a:lnTo>
                  <a:pt x="5531534" y="1955208"/>
                </a:lnTo>
                <a:lnTo>
                  <a:pt x="5526552" y="1954799"/>
                </a:lnTo>
                <a:lnTo>
                  <a:pt x="5504723" y="1965811"/>
                </a:lnTo>
                <a:lnTo>
                  <a:pt x="5493156" y="1970063"/>
                </a:lnTo>
                <a:lnTo>
                  <a:pt x="5490486" y="1974227"/>
                </a:lnTo>
                <a:cubicBezTo>
                  <a:pt x="5487271" y="1977077"/>
                  <a:pt x="5482233" y="1979045"/>
                  <a:pt x="5473107" y="1979001"/>
                </a:cubicBezTo>
                <a:lnTo>
                  <a:pt x="5470885" y="1978432"/>
                </a:lnTo>
                <a:lnTo>
                  <a:pt x="5457393" y="1986525"/>
                </a:lnTo>
                <a:cubicBezTo>
                  <a:pt x="5453194" y="1989853"/>
                  <a:pt x="5449663" y="1993721"/>
                  <a:pt x="5447102" y="1998329"/>
                </a:cubicBezTo>
                <a:cubicBezTo>
                  <a:pt x="5386283" y="2017364"/>
                  <a:pt x="5223545" y="2015483"/>
                  <a:pt x="5159151" y="2029640"/>
                </a:cubicBezTo>
                <a:cubicBezTo>
                  <a:pt x="5141359" y="2036610"/>
                  <a:pt x="5090827" y="2076822"/>
                  <a:pt x="5098838" y="2062961"/>
                </a:cubicBezTo>
                <a:cubicBezTo>
                  <a:pt x="5047883" y="2099457"/>
                  <a:pt x="4922007" y="2111466"/>
                  <a:pt x="4860988" y="2135698"/>
                </a:cubicBezTo>
                <a:cubicBezTo>
                  <a:pt x="4805413" y="2152292"/>
                  <a:pt x="4784714" y="2158665"/>
                  <a:pt x="4765388" y="2162525"/>
                </a:cubicBezTo>
                <a:cubicBezTo>
                  <a:pt x="4758560" y="2161978"/>
                  <a:pt x="4751823" y="2160531"/>
                  <a:pt x="4745033" y="2158859"/>
                </a:cubicBezTo>
                <a:lnTo>
                  <a:pt x="4741475" y="2157998"/>
                </a:lnTo>
                <a:lnTo>
                  <a:pt x="4728247" y="2159526"/>
                </a:lnTo>
                <a:lnTo>
                  <a:pt x="4723263" y="2153742"/>
                </a:lnTo>
                <a:lnTo>
                  <a:pt x="4593061" y="2171597"/>
                </a:lnTo>
                <a:lnTo>
                  <a:pt x="4405765" y="2199902"/>
                </a:lnTo>
                <a:cubicBezTo>
                  <a:pt x="4403942" y="2198353"/>
                  <a:pt x="4402457" y="2196614"/>
                  <a:pt x="4401354" y="2194745"/>
                </a:cubicBezTo>
                <a:lnTo>
                  <a:pt x="4366646" y="2198564"/>
                </a:lnTo>
                <a:lnTo>
                  <a:pt x="4354009" y="2204984"/>
                </a:lnTo>
                <a:lnTo>
                  <a:pt x="4348284" y="2205270"/>
                </a:lnTo>
                <a:lnTo>
                  <a:pt x="4333906" y="2205251"/>
                </a:lnTo>
                <a:cubicBezTo>
                  <a:pt x="4326429" y="2204713"/>
                  <a:pt x="4318024" y="2203940"/>
                  <a:pt x="4308819" y="2203822"/>
                </a:cubicBezTo>
                <a:lnTo>
                  <a:pt x="4301210" y="2204456"/>
                </a:lnTo>
                <a:lnTo>
                  <a:pt x="4283095" y="2198177"/>
                </a:lnTo>
                <a:cubicBezTo>
                  <a:pt x="4269863" y="2193337"/>
                  <a:pt x="4259612" y="2190345"/>
                  <a:pt x="4250119" y="2196342"/>
                </a:cubicBezTo>
                <a:cubicBezTo>
                  <a:pt x="4230702" y="2190559"/>
                  <a:pt x="4213171" y="2166890"/>
                  <a:pt x="4189203" y="2178994"/>
                </a:cubicBezTo>
                <a:cubicBezTo>
                  <a:pt x="4194512" y="2165594"/>
                  <a:pt x="4160734" y="2183257"/>
                  <a:pt x="4154035" y="2171950"/>
                </a:cubicBezTo>
                <a:cubicBezTo>
                  <a:pt x="4150098" y="2162547"/>
                  <a:pt x="4138934" y="2165714"/>
                  <a:pt x="4129569" y="2163850"/>
                </a:cubicBezTo>
                <a:cubicBezTo>
                  <a:pt x="4121391" y="2155090"/>
                  <a:pt x="4076089" y="2154737"/>
                  <a:pt x="4061250" y="2159236"/>
                </a:cubicBezTo>
                <a:cubicBezTo>
                  <a:pt x="4020618" y="2177811"/>
                  <a:pt x="3978175" y="2144465"/>
                  <a:pt x="3945480" y="2158279"/>
                </a:cubicBezTo>
                <a:cubicBezTo>
                  <a:pt x="3936362" y="2159139"/>
                  <a:pt x="3928502" y="2158369"/>
                  <a:pt x="3921468" y="2156588"/>
                </a:cubicBezTo>
                <a:lnTo>
                  <a:pt x="3903348" y="2149220"/>
                </a:lnTo>
                <a:lnTo>
                  <a:pt x="3901342" y="2142355"/>
                </a:lnTo>
                <a:lnTo>
                  <a:pt x="3888539" y="2140476"/>
                </a:lnTo>
                <a:lnTo>
                  <a:pt x="3885662" y="2138740"/>
                </a:lnTo>
                <a:cubicBezTo>
                  <a:pt x="3880178" y="2135398"/>
                  <a:pt x="3874645" y="2132286"/>
                  <a:pt x="3868627" y="2130023"/>
                </a:cubicBezTo>
                <a:cubicBezTo>
                  <a:pt x="3859240" y="2159198"/>
                  <a:pt x="3815892" y="2115590"/>
                  <a:pt x="3819177" y="2142111"/>
                </a:cubicBezTo>
                <a:cubicBezTo>
                  <a:pt x="3784478" y="2134756"/>
                  <a:pt x="3796708" y="2161930"/>
                  <a:pt x="3769100" y="2131731"/>
                </a:cubicBezTo>
                <a:cubicBezTo>
                  <a:pt x="3702423" y="2139704"/>
                  <a:pt x="3625642" y="2109386"/>
                  <a:pt x="3562752" y="2131785"/>
                </a:cubicBezTo>
                <a:cubicBezTo>
                  <a:pt x="3576244" y="2120400"/>
                  <a:pt x="3560801" y="2104591"/>
                  <a:pt x="3541402" y="2106821"/>
                </a:cubicBezTo>
                <a:cubicBezTo>
                  <a:pt x="3592232" y="2061584"/>
                  <a:pt x="3356194" y="2115384"/>
                  <a:pt x="3365341" y="2077638"/>
                </a:cubicBezTo>
                <a:cubicBezTo>
                  <a:pt x="3303594" y="2079161"/>
                  <a:pt x="3221644" y="2111487"/>
                  <a:pt x="3170922" y="2115957"/>
                </a:cubicBezTo>
                <a:cubicBezTo>
                  <a:pt x="3166532" y="2119769"/>
                  <a:pt x="3161579" y="2122617"/>
                  <a:pt x="3156256" y="2124773"/>
                </a:cubicBezTo>
                <a:lnTo>
                  <a:pt x="3140298" y="2129182"/>
                </a:lnTo>
                <a:lnTo>
                  <a:pt x="3138514" y="2128069"/>
                </a:lnTo>
                <a:cubicBezTo>
                  <a:pt x="3130169" y="2125710"/>
                  <a:pt x="3124679" y="2126336"/>
                  <a:pt x="3120467" y="2128281"/>
                </a:cubicBezTo>
                <a:lnTo>
                  <a:pt x="3116175" y="2131633"/>
                </a:lnTo>
                <a:lnTo>
                  <a:pt x="3103685" y="2132814"/>
                </a:lnTo>
                <a:lnTo>
                  <a:pt x="3078794" y="2137935"/>
                </a:lnTo>
                <a:lnTo>
                  <a:pt x="3074407" y="2136274"/>
                </a:lnTo>
                <a:lnTo>
                  <a:pt x="3037285" y="2139919"/>
                </a:lnTo>
                <a:lnTo>
                  <a:pt x="3036901" y="2138726"/>
                </a:lnTo>
                <a:cubicBezTo>
                  <a:pt x="3035193" y="2136135"/>
                  <a:pt x="3032337" y="2134379"/>
                  <a:pt x="3026996" y="2134322"/>
                </a:cubicBezTo>
                <a:cubicBezTo>
                  <a:pt x="3037063" y="2116196"/>
                  <a:pt x="3024412" y="2127308"/>
                  <a:pt x="3007772" y="2128742"/>
                </a:cubicBezTo>
                <a:cubicBezTo>
                  <a:pt x="3019697" y="2100910"/>
                  <a:pt x="2971305" y="2115987"/>
                  <a:pt x="2965030" y="2100494"/>
                </a:cubicBezTo>
                <a:cubicBezTo>
                  <a:pt x="2952539" y="2102174"/>
                  <a:pt x="2939545" y="2103445"/>
                  <a:pt x="2926342" y="2104155"/>
                </a:cubicBezTo>
                <a:lnTo>
                  <a:pt x="2918608" y="2104215"/>
                </a:lnTo>
                <a:cubicBezTo>
                  <a:pt x="2918564" y="2104122"/>
                  <a:pt x="2918519" y="2104030"/>
                  <a:pt x="2918475" y="2103937"/>
                </a:cubicBezTo>
                <a:cubicBezTo>
                  <a:pt x="2916840" y="2103354"/>
                  <a:pt x="2914314" y="2103149"/>
                  <a:pt x="2910360" y="2103444"/>
                </a:cubicBezTo>
                <a:lnTo>
                  <a:pt x="2904507" y="2104326"/>
                </a:lnTo>
                <a:lnTo>
                  <a:pt x="2889503" y="2104443"/>
                </a:lnTo>
                <a:lnTo>
                  <a:pt x="2884480" y="2102626"/>
                </a:lnTo>
                <a:lnTo>
                  <a:pt x="2882689" y="2099228"/>
                </a:lnTo>
                <a:lnTo>
                  <a:pt x="2881291" y="2099618"/>
                </a:lnTo>
                <a:cubicBezTo>
                  <a:pt x="2870663" y="2105606"/>
                  <a:pt x="2867338" y="2114210"/>
                  <a:pt x="2853979" y="2090388"/>
                </a:cubicBezTo>
                <a:cubicBezTo>
                  <a:pt x="2829652" y="2100099"/>
                  <a:pt x="2824975" y="2085577"/>
                  <a:pt x="2791790" y="2080332"/>
                </a:cubicBezTo>
                <a:cubicBezTo>
                  <a:pt x="2777850" y="2089504"/>
                  <a:pt x="2766709" y="2086170"/>
                  <a:pt x="2755844" y="2078874"/>
                </a:cubicBezTo>
                <a:cubicBezTo>
                  <a:pt x="2723488" y="2083049"/>
                  <a:pt x="2694065" y="2072780"/>
                  <a:pt x="2657742" y="2070179"/>
                </a:cubicBezTo>
                <a:cubicBezTo>
                  <a:pt x="2618372" y="2082020"/>
                  <a:pt x="2598368" y="2060559"/>
                  <a:pt x="2559549" y="2057873"/>
                </a:cubicBezTo>
                <a:cubicBezTo>
                  <a:pt x="2525789" y="2078403"/>
                  <a:pt x="2531908" y="2039838"/>
                  <a:pt x="2512054" y="2031671"/>
                </a:cubicBezTo>
                <a:lnTo>
                  <a:pt x="2506437" y="2030918"/>
                </a:lnTo>
                <a:lnTo>
                  <a:pt x="2491752" y="2033906"/>
                </a:lnTo>
                <a:lnTo>
                  <a:pt x="2486338" y="2035862"/>
                </a:lnTo>
                <a:cubicBezTo>
                  <a:pt x="2482568" y="2036899"/>
                  <a:pt x="2480011" y="2037191"/>
                  <a:pt x="2478186" y="2036953"/>
                </a:cubicBezTo>
                <a:lnTo>
                  <a:pt x="2477950" y="2036715"/>
                </a:lnTo>
                <a:lnTo>
                  <a:pt x="2470381" y="2038256"/>
                </a:lnTo>
                <a:cubicBezTo>
                  <a:pt x="2457686" y="2041461"/>
                  <a:pt x="2445410" y="2045155"/>
                  <a:pt x="2433781" y="2049140"/>
                </a:cubicBezTo>
                <a:cubicBezTo>
                  <a:pt x="2421781" y="2035703"/>
                  <a:pt x="2379959" y="2059234"/>
                  <a:pt x="2381172" y="2030645"/>
                </a:cubicBezTo>
                <a:cubicBezTo>
                  <a:pt x="2365380" y="2035192"/>
                  <a:pt x="2357148" y="2048120"/>
                  <a:pt x="2360198" y="2029059"/>
                </a:cubicBezTo>
                <a:cubicBezTo>
                  <a:pt x="2354933" y="2030031"/>
                  <a:pt x="2351467" y="2028919"/>
                  <a:pt x="2348815" y="2026798"/>
                </a:cubicBezTo>
                <a:lnTo>
                  <a:pt x="2347988" y="2025745"/>
                </a:lnTo>
                <a:lnTo>
                  <a:pt x="2312920" y="2036311"/>
                </a:lnTo>
                <a:lnTo>
                  <a:pt x="2307986" y="2035583"/>
                </a:lnTo>
                <a:lnTo>
                  <a:pt x="2285481" y="2045197"/>
                </a:lnTo>
                <a:lnTo>
                  <a:pt x="2273666" y="2048710"/>
                </a:lnTo>
                <a:lnTo>
                  <a:pt x="2270719" y="2052702"/>
                </a:lnTo>
                <a:cubicBezTo>
                  <a:pt x="2267315" y="2055347"/>
                  <a:pt x="2262161" y="2056992"/>
                  <a:pt x="2253080" y="2056363"/>
                </a:cubicBezTo>
                <a:lnTo>
                  <a:pt x="2250906" y="2055654"/>
                </a:lnTo>
                <a:lnTo>
                  <a:pt x="2236905" y="2062882"/>
                </a:lnTo>
                <a:cubicBezTo>
                  <a:pt x="2232493" y="2065942"/>
                  <a:pt x="2228705" y="2069583"/>
                  <a:pt x="2225830" y="2074027"/>
                </a:cubicBezTo>
                <a:cubicBezTo>
                  <a:pt x="2173117" y="2059597"/>
                  <a:pt x="2128486" y="2085502"/>
                  <a:pt x="2073776" y="2089244"/>
                </a:cubicBezTo>
                <a:cubicBezTo>
                  <a:pt x="2046050" y="2059365"/>
                  <a:pt x="1957570" y="2112693"/>
                  <a:pt x="1948256" y="2146616"/>
                </a:cubicBezTo>
                <a:cubicBezTo>
                  <a:pt x="1943005" y="2109192"/>
                  <a:pt x="1832736" y="2206239"/>
                  <a:pt x="1865582" y="2153738"/>
                </a:cubicBezTo>
                <a:cubicBezTo>
                  <a:pt x="1847376" y="2159567"/>
                  <a:pt x="1826258" y="2147592"/>
                  <a:pt x="1835210" y="2134244"/>
                </a:cubicBezTo>
                <a:cubicBezTo>
                  <a:pt x="1781916" y="2167476"/>
                  <a:pt x="1695112" y="2153556"/>
                  <a:pt x="1632661" y="2173882"/>
                </a:cubicBezTo>
                <a:cubicBezTo>
                  <a:pt x="1594177" y="2150642"/>
                  <a:pt x="1616426" y="2173975"/>
                  <a:pt x="1579590" y="2173680"/>
                </a:cubicBezTo>
                <a:cubicBezTo>
                  <a:pt x="1592812" y="2198112"/>
                  <a:pt x="1533818" y="2165220"/>
                  <a:pt x="1535601" y="2194590"/>
                </a:cubicBezTo>
                <a:cubicBezTo>
                  <a:pt x="1528840" y="2193608"/>
                  <a:pt x="1522236" y="2191728"/>
                  <a:pt x="1515594" y="2189622"/>
                </a:cubicBezTo>
                <a:lnTo>
                  <a:pt x="1512113" y="2188534"/>
                </a:lnTo>
                <a:lnTo>
                  <a:pt x="1498838" y="2189213"/>
                </a:lnTo>
                <a:lnTo>
                  <a:pt x="1494279" y="2183112"/>
                </a:lnTo>
                <a:lnTo>
                  <a:pt x="1473714" y="2179625"/>
                </a:lnTo>
                <a:cubicBezTo>
                  <a:pt x="1466138" y="2179292"/>
                  <a:pt x="1458132" y="2180071"/>
                  <a:pt x="1449503" y="2182633"/>
                </a:cubicBezTo>
                <a:lnTo>
                  <a:pt x="1266687" y="2212688"/>
                </a:lnTo>
                <a:cubicBezTo>
                  <a:pt x="1256792" y="2212722"/>
                  <a:pt x="1247024" y="2217857"/>
                  <a:pt x="1239614" y="2209727"/>
                </a:cubicBezTo>
                <a:cubicBezTo>
                  <a:pt x="1228778" y="2200326"/>
                  <a:pt x="1202276" y="2223497"/>
                  <a:pt x="1202436" y="2209817"/>
                </a:cubicBezTo>
                <a:cubicBezTo>
                  <a:pt x="1183471" y="2225854"/>
                  <a:pt x="1157340" y="2206849"/>
                  <a:pt x="1136097" y="2205112"/>
                </a:cubicBezTo>
                <a:cubicBezTo>
                  <a:pt x="1100396" y="2209415"/>
                  <a:pt x="1013922" y="2231219"/>
                  <a:pt x="988232" y="2235635"/>
                </a:cubicBezTo>
                <a:cubicBezTo>
                  <a:pt x="986445" y="2234079"/>
                  <a:pt x="984332" y="2232722"/>
                  <a:pt x="981959" y="2231607"/>
                </a:cubicBezTo>
                <a:cubicBezTo>
                  <a:pt x="968170" y="2225130"/>
                  <a:pt x="948759" y="2228043"/>
                  <a:pt x="938600" y="2238113"/>
                </a:cubicBezTo>
                <a:cubicBezTo>
                  <a:pt x="888371" y="2272824"/>
                  <a:pt x="837950" y="2280135"/>
                  <a:pt x="791788" y="2293224"/>
                </a:cubicBezTo>
                <a:cubicBezTo>
                  <a:pt x="739035" y="2305159"/>
                  <a:pt x="769009" y="2269676"/>
                  <a:pt x="706914" y="2305046"/>
                </a:cubicBezTo>
                <a:cubicBezTo>
                  <a:pt x="697882" y="2295919"/>
                  <a:pt x="689339" y="2296797"/>
                  <a:pt x="675971" y="2304030"/>
                </a:cubicBezTo>
                <a:cubicBezTo>
                  <a:pt x="650201" y="2309060"/>
                  <a:pt x="647591" y="2282853"/>
                  <a:pt x="624180" y="2302650"/>
                </a:cubicBezTo>
                <a:cubicBezTo>
                  <a:pt x="626400" y="2287987"/>
                  <a:pt x="574045" y="2305175"/>
                  <a:pt x="583453" y="2288788"/>
                </a:cubicBezTo>
                <a:cubicBezTo>
                  <a:pt x="564313" y="2278832"/>
                  <a:pt x="559671" y="2301039"/>
                  <a:pt x="540946" y="2292721"/>
                </a:cubicBezTo>
                <a:cubicBezTo>
                  <a:pt x="521576" y="2293191"/>
                  <a:pt x="554439" y="2305843"/>
                  <a:pt x="533680" y="2310233"/>
                </a:cubicBezTo>
                <a:cubicBezTo>
                  <a:pt x="508069" y="2313043"/>
                  <a:pt x="512638" y="2338541"/>
                  <a:pt x="487366" y="2309053"/>
                </a:cubicBezTo>
                <a:cubicBezTo>
                  <a:pt x="462164" y="2321083"/>
                  <a:pt x="454441" y="2307251"/>
                  <a:pt x="416820" y="2305443"/>
                </a:cubicBezTo>
                <a:cubicBezTo>
                  <a:pt x="403012" y="2315890"/>
                  <a:pt x="390105" y="2313733"/>
                  <a:pt x="376805" y="2307647"/>
                </a:cubicBezTo>
                <a:cubicBezTo>
                  <a:pt x="341751" y="2315035"/>
                  <a:pt x="307408" y="2307897"/>
                  <a:pt x="266777" y="2309012"/>
                </a:cubicBezTo>
                <a:cubicBezTo>
                  <a:pt x="225310" y="2324664"/>
                  <a:pt x="199419" y="2305548"/>
                  <a:pt x="156013" y="2306832"/>
                </a:cubicBezTo>
                <a:cubicBezTo>
                  <a:pt x="117457" y="2333851"/>
                  <a:pt x="122965" y="2279562"/>
                  <a:pt x="87258" y="2285511"/>
                </a:cubicBezTo>
                <a:cubicBezTo>
                  <a:pt x="38977" y="2309189"/>
                  <a:pt x="74043" y="2277969"/>
                  <a:pt x="23798" y="2281822"/>
                </a:cubicBezTo>
                <a:lnTo>
                  <a:pt x="0" y="2285369"/>
                </a:lnTo>
                <a:lnTo>
                  <a:pt x="0" y="0"/>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bg2"/>
              </a:solidFill>
            </a:endParaRPr>
          </a:p>
        </p:txBody>
      </p:sp>
      <p:sp>
        <p:nvSpPr>
          <p:cNvPr id="2" name="Title 1"/>
          <p:cNvSpPr>
            <a:spLocks noGrp="1"/>
          </p:cNvSpPr>
          <p:nvPr>
            <p:ph type="title"/>
          </p:nvPr>
        </p:nvSpPr>
        <p:spPr>
          <a:xfrm>
            <a:off x="542925" y="509587"/>
            <a:ext cx="5736930" cy="742951"/>
          </a:xfrm>
        </p:spPr>
        <p:txBody>
          <a:bodyPr vert="horz" lIns="91440" tIns="45720" rIns="91440" bIns="45720" rtlCol="0" anchor="ctr">
            <a:normAutofit/>
          </a:bodyPr>
          <a:lstStyle/>
          <a:p>
            <a:pPr algn="l" defTabSz="914400">
              <a:lnSpc>
                <a:spcPct val="90000"/>
              </a:lnSpc>
            </a:pPr>
            <a:r>
              <a:rPr lang="en-US" sz="3100" kern="1200" dirty="0">
                <a:solidFill>
                  <a:schemeClr val="tx1"/>
                </a:solidFill>
                <a:latin typeface="+mj-lt"/>
                <a:ea typeface="+mj-ea"/>
                <a:cs typeface="+mj-cs"/>
              </a:rPr>
              <a:t>Screenshot: project output 7</a:t>
            </a:r>
          </a:p>
        </p:txBody>
      </p:sp>
      <p:pic>
        <p:nvPicPr>
          <p:cNvPr id="3" name="Picture 2" descr="project output 7.png"/>
          <p:cNvPicPr>
            <a:picLocks noChangeAspect="1"/>
          </p:cNvPicPr>
          <p:nvPr/>
        </p:nvPicPr>
        <p:blipFill>
          <a:blip r:embed="rId2"/>
          <a:stretch>
            <a:fillRect/>
          </a:stretch>
        </p:blipFill>
        <p:spPr>
          <a:xfrm>
            <a:off x="529479" y="2319577"/>
            <a:ext cx="8076135" cy="3634261"/>
          </a:xfrm>
          <a:prstGeom prst="rect">
            <a:avLst/>
          </a:prstGeom>
        </p:spPr>
      </p:pic>
      <p:sp>
        <p:nvSpPr>
          <p:cNvPr id="12" name="Freeform: Shape 11">
            <a:extLst>
              <a:ext uri="{FF2B5EF4-FFF2-40B4-BE49-F238E27FC236}">
                <a16:creationId xmlns:a16="http://schemas.microsoft.com/office/drawing/2014/main" id="{DEB62645-D4DA-4E99-8344-B1536F63D1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980316" y="6277971"/>
            <a:ext cx="5163684" cy="580030"/>
          </a:xfrm>
          <a:custGeom>
            <a:avLst/>
            <a:gdLst>
              <a:gd name="connsiteX0" fmla="*/ 6884912 w 6884912"/>
              <a:gd name="connsiteY0" fmla="*/ 0 h 1161397"/>
              <a:gd name="connsiteX1" fmla="*/ 6884912 w 6884912"/>
              <a:gd name="connsiteY1" fmla="*/ 1161397 h 1161397"/>
              <a:gd name="connsiteX2" fmla="*/ 0 w 6884912"/>
              <a:gd name="connsiteY2" fmla="*/ 1161397 h 1161397"/>
              <a:gd name="connsiteX3" fmla="*/ 27135 w 6884912"/>
              <a:gd name="connsiteY3" fmla="*/ 1147460 h 1161397"/>
              <a:gd name="connsiteX4" fmla="*/ 115388 w 6884912"/>
              <a:gd name="connsiteY4" fmla="*/ 1159043 h 1161397"/>
              <a:gd name="connsiteX5" fmla="*/ 119094 w 6884912"/>
              <a:gd name="connsiteY5" fmla="*/ 1148463 h 1161397"/>
              <a:gd name="connsiteX6" fmla="*/ 171824 w 6884912"/>
              <a:gd name="connsiteY6" fmla="*/ 1133224 h 1161397"/>
              <a:gd name="connsiteX7" fmla="*/ 376455 w 6884912"/>
              <a:gd name="connsiteY7" fmla="*/ 1137381 h 1161397"/>
              <a:gd name="connsiteX8" fmla="*/ 478946 w 6884912"/>
              <a:gd name="connsiteY8" fmla="*/ 1106011 h 1161397"/>
              <a:gd name="connsiteX9" fmla="*/ 512111 w 6884912"/>
              <a:gd name="connsiteY9" fmla="*/ 1085599 h 1161397"/>
              <a:gd name="connsiteX10" fmla="*/ 567875 w 6884912"/>
              <a:gd name="connsiteY10" fmla="*/ 1051976 h 1161397"/>
              <a:gd name="connsiteX11" fmla="*/ 601644 w 6884912"/>
              <a:gd name="connsiteY11" fmla="*/ 1003997 h 1161397"/>
              <a:gd name="connsiteX12" fmla="*/ 651408 w 6884912"/>
              <a:gd name="connsiteY12" fmla="*/ 984938 h 1161397"/>
              <a:gd name="connsiteX13" fmla="*/ 673197 w 6884912"/>
              <a:gd name="connsiteY13" fmla="*/ 1010060 h 1161397"/>
              <a:gd name="connsiteX14" fmla="*/ 723108 w 6884912"/>
              <a:gd name="connsiteY14" fmla="*/ 980081 h 1161397"/>
              <a:gd name="connsiteX15" fmla="*/ 797699 w 6884912"/>
              <a:gd name="connsiteY15" fmla="*/ 931362 h 1161397"/>
              <a:gd name="connsiteX16" fmla="*/ 843359 w 6884912"/>
              <a:gd name="connsiteY16" fmla="*/ 910894 h 1161397"/>
              <a:gd name="connsiteX17" fmla="*/ 965215 w 6884912"/>
              <a:gd name="connsiteY17" fmla="*/ 846701 h 1161397"/>
              <a:gd name="connsiteX18" fmla="*/ 1085080 w 6884912"/>
              <a:gd name="connsiteY18" fmla="*/ 776086 h 1161397"/>
              <a:gd name="connsiteX19" fmla="*/ 1131224 w 6884912"/>
              <a:gd name="connsiteY19" fmla="*/ 706160 h 1161397"/>
              <a:gd name="connsiteX20" fmla="*/ 1138051 w 6884912"/>
              <a:gd name="connsiteY20" fmla="*/ 702034 h 1161397"/>
              <a:gd name="connsiteX21" fmla="*/ 1158800 w 6884912"/>
              <a:gd name="connsiteY21" fmla="*/ 700004 h 1161397"/>
              <a:gd name="connsiteX22" fmla="*/ 1166947 w 6884912"/>
              <a:gd name="connsiteY22" fmla="*/ 700762 h 1161397"/>
              <a:gd name="connsiteX23" fmla="*/ 1178135 w 6884912"/>
              <a:gd name="connsiteY23" fmla="*/ 698631 h 1161397"/>
              <a:gd name="connsiteX24" fmla="*/ 1178301 w 6884912"/>
              <a:gd name="connsiteY24" fmla="*/ 698094 h 1161397"/>
              <a:gd name="connsiteX25" fmla="*/ 1188995 w 6884912"/>
              <a:gd name="connsiteY25" fmla="*/ 697048 h 1161397"/>
              <a:gd name="connsiteX26" fmla="*/ 1242716 w 6884912"/>
              <a:gd name="connsiteY26" fmla="*/ 698052 h 1161397"/>
              <a:gd name="connsiteX27" fmla="*/ 1299977 w 6884912"/>
              <a:gd name="connsiteY27" fmla="*/ 639196 h 1161397"/>
              <a:gd name="connsiteX28" fmla="*/ 1326190 w 6884912"/>
              <a:gd name="connsiteY28" fmla="*/ 625955 h 1161397"/>
              <a:gd name="connsiteX29" fmla="*/ 1339600 w 6884912"/>
              <a:gd name="connsiteY29" fmla="*/ 616295 h 1161397"/>
              <a:gd name="connsiteX30" fmla="*/ 1340054 w 6884912"/>
              <a:gd name="connsiteY30" fmla="*/ 614022 h 1161397"/>
              <a:gd name="connsiteX31" fmla="*/ 1391606 w 6884912"/>
              <a:gd name="connsiteY31" fmla="*/ 615229 h 1161397"/>
              <a:gd name="connsiteX32" fmla="*/ 1397565 w 6884912"/>
              <a:gd name="connsiteY32" fmla="*/ 611490 h 1161397"/>
              <a:gd name="connsiteX33" fmla="*/ 1432302 w 6884912"/>
              <a:gd name="connsiteY33" fmla="*/ 617267 h 1161397"/>
              <a:gd name="connsiteX34" fmla="*/ 1449644 w 6884912"/>
              <a:gd name="connsiteY34" fmla="*/ 617591 h 1161397"/>
              <a:gd name="connsiteX35" fmla="*/ 1455793 w 6884912"/>
              <a:gd name="connsiteY35" fmla="*/ 623174 h 1161397"/>
              <a:gd name="connsiteX36" fmla="*/ 1480758 w 6884912"/>
              <a:gd name="connsiteY36" fmla="*/ 620863 h 1161397"/>
              <a:gd name="connsiteX37" fmla="*/ 1483154 w 6884912"/>
              <a:gd name="connsiteY37" fmla="*/ 618527 h 1161397"/>
              <a:gd name="connsiteX38" fmla="*/ 1505495 w 6884912"/>
              <a:gd name="connsiteY38" fmla="*/ 624325 h 1161397"/>
              <a:gd name="connsiteX39" fmla="*/ 1526340 w 6884912"/>
              <a:gd name="connsiteY39" fmla="*/ 638496 h 1161397"/>
              <a:gd name="connsiteX40" fmla="*/ 1731986 w 6884912"/>
              <a:gd name="connsiteY40" fmla="*/ 589682 h 1161397"/>
              <a:gd name="connsiteX41" fmla="*/ 1927935 w 6884912"/>
              <a:gd name="connsiteY41" fmla="*/ 628540 h 1161397"/>
              <a:gd name="connsiteX42" fmla="*/ 2039075 w 6884912"/>
              <a:gd name="connsiteY42" fmla="*/ 599964 h 1161397"/>
              <a:gd name="connsiteX43" fmla="*/ 2066980 w 6884912"/>
              <a:gd name="connsiteY43" fmla="*/ 550413 h 1161397"/>
              <a:gd name="connsiteX44" fmla="*/ 2352236 w 6884912"/>
              <a:gd name="connsiteY44" fmla="*/ 519602 h 1161397"/>
              <a:gd name="connsiteX45" fmla="*/ 2420791 w 6884912"/>
              <a:gd name="connsiteY45" fmla="*/ 492826 h 1161397"/>
              <a:gd name="connsiteX46" fmla="*/ 2489932 w 6884912"/>
              <a:gd name="connsiteY46" fmla="*/ 507864 h 1161397"/>
              <a:gd name="connsiteX47" fmla="*/ 2512917 w 6884912"/>
              <a:gd name="connsiteY47" fmla="*/ 489127 h 1161397"/>
              <a:gd name="connsiteX48" fmla="*/ 2516783 w 6884912"/>
              <a:gd name="connsiteY48" fmla="*/ 485473 h 1161397"/>
              <a:gd name="connsiteX49" fmla="*/ 2534360 w 6884912"/>
              <a:gd name="connsiteY49" fmla="*/ 480064 h 1161397"/>
              <a:gd name="connsiteX50" fmla="*/ 2536691 w 6884912"/>
              <a:gd name="connsiteY50" fmla="*/ 467018 h 1161397"/>
              <a:gd name="connsiteX51" fmla="*/ 2561265 w 6884912"/>
              <a:gd name="connsiteY51" fmla="*/ 450623 h 1161397"/>
              <a:gd name="connsiteX52" fmla="*/ 2594349 w 6884912"/>
              <a:gd name="connsiteY52" fmla="*/ 443884 h 1161397"/>
              <a:gd name="connsiteX53" fmla="*/ 2754324 w 6884912"/>
              <a:gd name="connsiteY53" fmla="*/ 424766 h 1161397"/>
              <a:gd name="connsiteX54" fmla="*/ 2848470 w 6884912"/>
              <a:gd name="connsiteY54" fmla="*/ 405966 h 1161397"/>
              <a:gd name="connsiteX55" fmla="*/ 2881772 w 6884912"/>
              <a:gd name="connsiteY55" fmla="*/ 387260 h 1161397"/>
              <a:gd name="connsiteX56" fmla="*/ 2929932 w 6884912"/>
              <a:gd name="connsiteY56" fmla="*/ 368912 h 1161397"/>
              <a:gd name="connsiteX57" fmla="*/ 3013020 w 6884912"/>
              <a:gd name="connsiteY57" fmla="*/ 327578 h 1161397"/>
              <a:gd name="connsiteX58" fmla="*/ 3127968 w 6884912"/>
              <a:gd name="connsiteY58" fmla="*/ 287613 h 1161397"/>
              <a:gd name="connsiteX59" fmla="*/ 3222191 w 6884912"/>
              <a:gd name="connsiteY59" fmla="*/ 307887 h 1161397"/>
              <a:gd name="connsiteX60" fmla="*/ 3227953 w 6884912"/>
              <a:gd name="connsiteY60" fmla="*/ 297650 h 1161397"/>
              <a:gd name="connsiteX61" fmla="*/ 3287859 w 6884912"/>
              <a:gd name="connsiteY61" fmla="*/ 287558 h 1161397"/>
              <a:gd name="connsiteX62" fmla="*/ 3510042 w 6884912"/>
              <a:gd name="connsiteY62" fmla="*/ 311820 h 1161397"/>
              <a:gd name="connsiteX63" fmla="*/ 3626773 w 6884912"/>
              <a:gd name="connsiteY63" fmla="*/ 290452 h 1161397"/>
              <a:gd name="connsiteX64" fmla="*/ 3666217 w 6884912"/>
              <a:gd name="connsiteY64" fmla="*/ 273255 h 1161397"/>
              <a:gd name="connsiteX65" fmla="*/ 3732427 w 6884912"/>
              <a:gd name="connsiteY65" fmla="*/ 245039 h 1161397"/>
              <a:gd name="connsiteX66" fmla="*/ 3777022 w 6884912"/>
              <a:gd name="connsiteY66" fmla="*/ 200276 h 1161397"/>
              <a:gd name="connsiteX67" fmla="*/ 3791246 w 6884912"/>
              <a:gd name="connsiteY67" fmla="*/ 189996 h 1161397"/>
              <a:gd name="connsiteX68" fmla="*/ 3819864 w 6884912"/>
              <a:gd name="connsiteY68" fmla="*/ 194605 h 1161397"/>
              <a:gd name="connsiteX69" fmla="*/ 3830398 w 6884912"/>
              <a:gd name="connsiteY69" fmla="*/ 188383 h 1161397"/>
              <a:gd name="connsiteX70" fmla="*/ 3834360 w 6884912"/>
              <a:gd name="connsiteY70" fmla="*/ 188992 h 1161397"/>
              <a:gd name="connsiteX71" fmla="*/ 3843715 w 6884912"/>
              <a:gd name="connsiteY71" fmla="*/ 188752 h 1161397"/>
              <a:gd name="connsiteX72" fmla="*/ 3842609 w 6884912"/>
              <a:gd name="connsiteY72" fmla="*/ 197386 h 1161397"/>
              <a:gd name="connsiteX73" fmla="*/ 3853961 w 6884912"/>
              <a:gd name="connsiteY73" fmla="*/ 213380 h 1161397"/>
              <a:gd name="connsiteX74" fmla="*/ 3907640 w 6884912"/>
              <a:gd name="connsiteY74" fmla="*/ 207568 h 1161397"/>
              <a:gd name="connsiteX75" fmla="*/ 3910449 w 6884912"/>
              <a:gd name="connsiteY75" fmla="*/ 197808 h 1161397"/>
              <a:gd name="connsiteX76" fmla="*/ 3917197 w 6884912"/>
              <a:gd name="connsiteY76" fmla="*/ 196121 h 1161397"/>
              <a:gd name="connsiteX77" fmla="*/ 3922400 w 6884912"/>
              <a:gd name="connsiteY77" fmla="*/ 205056 h 1161397"/>
              <a:gd name="connsiteX78" fmla="*/ 4013061 w 6884912"/>
              <a:gd name="connsiteY78" fmla="*/ 224874 h 1161397"/>
              <a:gd name="connsiteX79" fmla="*/ 4134285 w 6884912"/>
              <a:gd name="connsiteY79" fmla="*/ 235592 h 1161397"/>
              <a:gd name="connsiteX80" fmla="*/ 4220717 w 6884912"/>
              <a:gd name="connsiteY80" fmla="*/ 192946 h 1161397"/>
              <a:gd name="connsiteX81" fmla="*/ 4228802 w 6884912"/>
              <a:gd name="connsiteY81" fmla="*/ 201468 h 1161397"/>
              <a:gd name="connsiteX82" fmla="*/ 4289361 w 6884912"/>
              <a:gd name="connsiteY82" fmla="*/ 196642 h 1161397"/>
              <a:gd name="connsiteX83" fmla="*/ 4498913 w 6884912"/>
              <a:gd name="connsiteY83" fmla="*/ 118915 h 1161397"/>
              <a:gd name="connsiteX84" fmla="*/ 4617330 w 6884912"/>
              <a:gd name="connsiteY84" fmla="*/ 111163 h 1161397"/>
              <a:gd name="connsiteX85" fmla="*/ 4659778 w 6884912"/>
              <a:gd name="connsiteY85" fmla="*/ 118219 h 1161397"/>
              <a:gd name="connsiteX86" fmla="*/ 4730870 w 6884912"/>
              <a:gd name="connsiteY86" fmla="*/ 129432 h 1161397"/>
              <a:gd name="connsiteX87" fmla="*/ 4785037 w 6884912"/>
              <a:gd name="connsiteY87" fmla="*/ 161964 h 1161397"/>
              <a:gd name="connsiteX88" fmla="*/ 4844073 w 6884912"/>
              <a:gd name="connsiteY88" fmla="*/ 161768 h 1161397"/>
              <a:gd name="connsiteX89" fmla="*/ 4856454 w 6884912"/>
              <a:gd name="connsiteY89" fmla="*/ 130488 h 1161397"/>
              <a:gd name="connsiteX90" fmla="*/ 4920038 w 6884912"/>
              <a:gd name="connsiteY90" fmla="*/ 140418 h 1161397"/>
              <a:gd name="connsiteX91" fmla="*/ 5016639 w 6884912"/>
              <a:gd name="connsiteY91" fmla="*/ 158905 h 1161397"/>
              <a:gd name="connsiteX92" fmla="*/ 5072009 w 6884912"/>
              <a:gd name="connsiteY92" fmla="*/ 161502 h 1161397"/>
              <a:gd name="connsiteX93" fmla="*/ 5223626 w 6884912"/>
              <a:gd name="connsiteY93" fmla="*/ 177356 h 1161397"/>
              <a:gd name="connsiteX94" fmla="*/ 5375773 w 6884912"/>
              <a:gd name="connsiteY94" fmla="*/ 199913 h 1161397"/>
              <a:gd name="connsiteX95" fmla="*/ 5467502 w 6884912"/>
              <a:gd name="connsiteY95" fmla="*/ 250963 h 1161397"/>
              <a:gd name="connsiteX96" fmla="*/ 5592395 w 6884912"/>
              <a:gd name="connsiteY96" fmla="*/ 265434 h 1161397"/>
              <a:gd name="connsiteX97" fmla="*/ 5613532 w 6884912"/>
              <a:gd name="connsiteY97" fmla="*/ 273379 h 1161397"/>
              <a:gd name="connsiteX98" fmla="*/ 5642173 w 6884912"/>
              <a:gd name="connsiteY98" fmla="*/ 266904 h 1161397"/>
              <a:gd name="connsiteX99" fmla="*/ 5756910 w 6884912"/>
              <a:gd name="connsiteY99" fmla="*/ 239211 h 1161397"/>
              <a:gd name="connsiteX100" fmla="*/ 5846667 w 6884912"/>
              <a:gd name="connsiteY100" fmla="*/ 201786 h 1161397"/>
              <a:gd name="connsiteX101" fmla="*/ 5960732 w 6884912"/>
              <a:gd name="connsiteY101" fmla="*/ 220708 h 1161397"/>
              <a:gd name="connsiteX102" fmla="*/ 6029542 w 6884912"/>
              <a:gd name="connsiteY102" fmla="*/ 210339 h 1161397"/>
              <a:gd name="connsiteX103" fmla="*/ 6141123 w 6884912"/>
              <a:gd name="connsiteY103" fmla="*/ 159923 h 1161397"/>
              <a:gd name="connsiteX104" fmla="*/ 6290640 w 6884912"/>
              <a:gd name="connsiteY104" fmla="*/ 167441 h 1161397"/>
              <a:gd name="connsiteX105" fmla="*/ 6322806 w 6884912"/>
              <a:gd name="connsiteY105" fmla="*/ 213293 h 1161397"/>
              <a:gd name="connsiteX106" fmla="*/ 6364914 w 6884912"/>
              <a:gd name="connsiteY106" fmla="*/ 240140 h 1161397"/>
              <a:gd name="connsiteX107" fmla="*/ 6380420 w 6884912"/>
              <a:gd name="connsiteY107" fmla="*/ 173195 h 1161397"/>
              <a:gd name="connsiteX108" fmla="*/ 6507891 w 6884912"/>
              <a:gd name="connsiteY108" fmla="*/ 118474 h 1161397"/>
              <a:gd name="connsiteX109" fmla="*/ 6571807 w 6884912"/>
              <a:gd name="connsiteY109" fmla="*/ 98636 h 1161397"/>
              <a:gd name="connsiteX110" fmla="*/ 6671880 w 6884912"/>
              <a:gd name="connsiteY110" fmla="*/ 82931 h 1161397"/>
              <a:gd name="connsiteX111" fmla="*/ 6702266 w 6884912"/>
              <a:gd name="connsiteY111" fmla="*/ 75470 h 1161397"/>
              <a:gd name="connsiteX112" fmla="*/ 6845802 w 6884912"/>
              <a:gd name="connsiteY112" fmla="*/ 24496 h 1161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Lst>
            <a:rect l="l" t="t" r="r" b="b"/>
            <a:pathLst>
              <a:path w="6884912" h="1161397">
                <a:moveTo>
                  <a:pt x="6884912" y="0"/>
                </a:moveTo>
                <a:lnTo>
                  <a:pt x="6884912" y="1161397"/>
                </a:lnTo>
                <a:lnTo>
                  <a:pt x="0" y="1161397"/>
                </a:lnTo>
                <a:lnTo>
                  <a:pt x="27135" y="1147460"/>
                </a:lnTo>
                <a:cubicBezTo>
                  <a:pt x="57431" y="1167048"/>
                  <a:pt x="61886" y="1135904"/>
                  <a:pt x="115388" y="1159043"/>
                </a:cubicBezTo>
                <a:cubicBezTo>
                  <a:pt x="116121" y="1155340"/>
                  <a:pt x="117370" y="1151777"/>
                  <a:pt x="119094" y="1148463"/>
                </a:cubicBezTo>
                <a:cubicBezTo>
                  <a:pt x="129121" y="1129214"/>
                  <a:pt x="152727" y="1122391"/>
                  <a:pt x="171824" y="1133224"/>
                </a:cubicBezTo>
                <a:cubicBezTo>
                  <a:pt x="254344" y="1161369"/>
                  <a:pt x="315458" y="1143220"/>
                  <a:pt x="376455" y="1137381"/>
                </a:cubicBezTo>
                <a:cubicBezTo>
                  <a:pt x="443775" y="1125614"/>
                  <a:pt x="382885" y="1083927"/>
                  <a:pt x="478946" y="1106011"/>
                </a:cubicBezTo>
                <a:cubicBezTo>
                  <a:pt x="481662" y="1085172"/>
                  <a:pt x="491731" y="1081489"/>
                  <a:pt x="512111" y="1085599"/>
                </a:cubicBezTo>
                <a:cubicBezTo>
                  <a:pt x="544368" y="1078502"/>
                  <a:pt x="526559" y="1032754"/>
                  <a:pt x="567875" y="1051976"/>
                </a:cubicBezTo>
                <a:cubicBezTo>
                  <a:pt x="553871" y="1028602"/>
                  <a:pt x="624901" y="1025930"/>
                  <a:pt x="601644" y="1003997"/>
                </a:cubicBezTo>
                <a:cubicBezTo>
                  <a:pt x="614803" y="975652"/>
                  <a:pt x="637415" y="1010272"/>
                  <a:pt x="651408" y="984938"/>
                </a:cubicBezTo>
                <a:cubicBezTo>
                  <a:pt x="673042" y="974024"/>
                  <a:pt x="646948" y="1015207"/>
                  <a:pt x="673197" y="1010060"/>
                </a:cubicBezTo>
                <a:cubicBezTo>
                  <a:pt x="703527" y="999318"/>
                  <a:pt x="718626" y="1045053"/>
                  <a:pt x="723108" y="980081"/>
                </a:cubicBezTo>
                <a:cubicBezTo>
                  <a:pt x="760262" y="985126"/>
                  <a:pt x="757827" y="957145"/>
                  <a:pt x="797699" y="931362"/>
                </a:cubicBezTo>
                <a:cubicBezTo>
                  <a:pt x="821097" y="940623"/>
                  <a:pt x="833565" y="929189"/>
                  <a:pt x="843359" y="910894"/>
                </a:cubicBezTo>
                <a:cubicBezTo>
                  <a:pt x="887668" y="902160"/>
                  <a:pt x="919738" y="869376"/>
                  <a:pt x="965215" y="846701"/>
                </a:cubicBezTo>
                <a:cubicBezTo>
                  <a:pt x="1023081" y="848019"/>
                  <a:pt x="1036422" y="800154"/>
                  <a:pt x="1085080" y="776086"/>
                </a:cubicBezTo>
                <a:cubicBezTo>
                  <a:pt x="1140763" y="795544"/>
                  <a:pt x="1110309" y="730471"/>
                  <a:pt x="1131224" y="706160"/>
                </a:cubicBezTo>
                <a:lnTo>
                  <a:pt x="1138051" y="702034"/>
                </a:lnTo>
                <a:lnTo>
                  <a:pt x="1158800" y="700004"/>
                </a:lnTo>
                <a:lnTo>
                  <a:pt x="1166947" y="700762"/>
                </a:lnTo>
                <a:cubicBezTo>
                  <a:pt x="1172432" y="700717"/>
                  <a:pt x="1175913" y="699961"/>
                  <a:pt x="1178135" y="698631"/>
                </a:cubicBezTo>
                <a:lnTo>
                  <a:pt x="1178301" y="698094"/>
                </a:lnTo>
                <a:lnTo>
                  <a:pt x="1188995" y="697048"/>
                </a:lnTo>
                <a:cubicBezTo>
                  <a:pt x="1207294" y="696390"/>
                  <a:pt x="1225337" y="696802"/>
                  <a:pt x="1242716" y="698052"/>
                </a:cubicBezTo>
                <a:cubicBezTo>
                  <a:pt x="1250387" y="668345"/>
                  <a:pt x="1318259" y="689091"/>
                  <a:pt x="1299977" y="639196"/>
                </a:cubicBezTo>
                <a:cubicBezTo>
                  <a:pt x="1323072" y="639367"/>
                  <a:pt x="1341279" y="658105"/>
                  <a:pt x="1326190" y="625955"/>
                </a:cubicBezTo>
                <a:cubicBezTo>
                  <a:pt x="1333572" y="625050"/>
                  <a:pt x="1337406" y="621362"/>
                  <a:pt x="1339600" y="616295"/>
                </a:cubicBezTo>
                <a:lnTo>
                  <a:pt x="1340054" y="614022"/>
                </a:lnTo>
                <a:lnTo>
                  <a:pt x="1391606" y="615229"/>
                </a:lnTo>
                <a:lnTo>
                  <a:pt x="1397565" y="611490"/>
                </a:lnTo>
                <a:lnTo>
                  <a:pt x="1432302" y="617267"/>
                </a:lnTo>
                <a:lnTo>
                  <a:pt x="1449644" y="617591"/>
                </a:lnTo>
                <a:lnTo>
                  <a:pt x="1455793" y="623174"/>
                </a:lnTo>
                <a:cubicBezTo>
                  <a:pt x="1461744" y="626151"/>
                  <a:pt x="1469373" y="626493"/>
                  <a:pt x="1480758" y="620863"/>
                </a:cubicBezTo>
                <a:lnTo>
                  <a:pt x="1483154" y="618527"/>
                </a:lnTo>
                <a:lnTo>
                  <a:pt x="1505495" y="624325"/>
                </a:lnTo>
                <a:cubicBezTo>
                  <a:pt x="1512992" y="627532"/>
                  <a:pt x="1520025" y="632078"/>
                  <a:pt x="1526340" y="638496"/>
                </a:cubicBezTo>
                <a:cubicBezTo>
                  <a:pt x="1586113" y="586768"/>
                  <a:pt x="1659006" y="610309"/>
                  <a:pt x="1731986" y="589682"/>
                </a:cubicBezTo>
                <a:cubicBezTo>
                  <a:pt x="1750397" y="523106"/>
                  <a:pt x="1896056" y="573257"/>
                  <a:pt x="1927935" y="628540"/>
                </a:cubicBezTo>
                <a:cubicBezTo>
                  <a:pt x="1912854" y="559823"/>
                  <a:pt x="2112261" y="676347"/>
                  <a:pt x="2039075" y="599964"/>
                </a:cubicBezTo>
                <a:cubicBezTo>
                  <a:pt x="2066036" y="601198"/>
                  <a:pt x="2086366" y="569532"/>
                  <a:pt x="2066980" y="550413"/>
                </a:cubicBezTo>
                <a:cubicBezTo>
                  <a:pt x="2155364" y="582582"/>
                  <a:pt x="2259548" y="514786"/>
                  <a:pt x="2352236" y="519602"/>
                </a:cubicBezTo>
                <a:cubicBezTo>
                  <a:pt x="2388450" y="459394"/>
                  <a:pt x="2373298" y="511682"/>
                  <a:pt x="2420791" y="492826"/>
                </a:cubicBezTo>
                <a:cubicBezTo>
                  <a:pt x="2417962" y="542563"/>
                  <a:pt x="2475071" y="455098"/>
                  <a:pt x="2489932" y="507864"/>
                </a:cubicBezTo>
                <a:cubicBezTo>
                  <a:pt x="2498105" y="502761"/>
                  <a:pt x="2505553" y="496153"/>
                  <a:pt x="2512917" y="489127"/>
                </a:cubicBezTo>
                <a:lnTo>
                  <a:pt x="2516783" y="485473"/>
                </a:lnTo>
                <a:lnTo>
                  <a:pt x="2534360" y="480064"/>
                </a:lnTo>
                <a:lnTo>
                  <a:pt x="2536691" y="467018"/>
                </a:lnTo>
                <a:lnTo>
                  <a:pt x="2561265" y="450623"/>
                </a:lnTo>
                <a:cubicBezTo>
                  <a:pt x="2570872" y="446262"/>
                  <a:pt x="2581686" y="443655"/>
                  <a:pt x="2594349" y="443884"/>
                </a:cubicBezTo>
                <a:cubicBezTo>
                  <a:pt x="2640435" y="464638"/>
                  <a:pt x="2696955" y="396361"/>
                  <a:pt x="2754324" y="424766"/>
                </a:cubicBezTo>
                <a:cubicBezTo>
                  <a:pt x="2775130" y="430896"/>
                  <a:pt x="2837731" y="423458"/>
                  <a:pt x="2848470" y="405966"/>
                </a:cubicBezTo>
                <a:cubicBezTo>
                  <a:pt x="2861295" y="401100"/>
                  <a:pt x="2876936" y="405309"/>
                  <a:pt x="2881772" y="387260"/>
                </a:cubicBezTo>
                <a:cubicBezTo>
                  <a:pt x="2890299" y="365261"/>
                  <a:pt x="2938134" y="392997"/>
                  <a:pt x="2929932" y="368912"/>
                </a:cubicBezTo>
                <a:cubicBezTo>
                  <a:pt x="2963844" y="387799"/>
                  <a:pt x="2986550" y="341223"/>
                  <a:pt x="3013020" y="327578"/>
                </a:cubicBezTo>
                <a:cubicBezTo>
                  <a:pt x="3040041" y="346996"/>
                  <a:pt x="3068934" y="299222"/>
                  <a:pt x="3127968" y="287613"/>
                </a:cubicBezTo>
                <a:cubicBezTo>
                  <a:pt x="3157770" y="310215"/>
                  <a:pt x="3167695" y="279445"/>
                  <a:pt x="3222191" y="307887"/>
                </a:cubicBezTo>
                <a:cubicBezTo>
                  <a:pt x="3223593" y="304249"/>
                  <a:pt x="3225533" y="300801"/>
                  <a:pt x="3227953" y="297650"/>
                </a:cubicBezTo>
                <a:cubicBezTo>
                  <a:pt x="3242008" y="279345"/>
                  <a:pt x="3268831" y="274825"/>
                  <a:pt x="3287859" y="287558"/>
                </a:cubicBezTo>
                <a:cubicBezTo>
                  <a:pt x="3373144" y="323866"/>
                  <a:pt x="3442657" y="311681"/>
                  <a:pt x="3510042" y="311820"/>
                </a:cubicBezTo>
                <a:cubicBezTo>
                  <a:pt x="3585274" y="306641"/>
                  <a:pt x="3525753" y="258887"/>
                  <a:pt x="3626773" y="290452"/>
                </a:cubicBezTo>
                <a:cubicBezTo>
                  <a:pt x="3633124" y="269835"/>
                  <a:pt x="3644693" y="267134"/>
                  <a:pt x="3666217" y="273255"/>
                </a:cubicBezTo>
                <a:cubicBezTo>
                  <a:pt x="3702502" y="269310"/>
                  <a:pt x="3690563" y="221720"/>
                  <a:pt x="3732427" y="245039"/>
                </a:cubicBezTo>
                <a:cubicBezTo>
                  <a:pt x="3720985" y="220241"/>
                  <a:pt x="3798776" y="224539"/>
                  <a:pt x="3777022" y="200276"/>
                </a:cubicBezTo>
                <a:cubicBezTo>
                  <a:pt x="3781759" y="193499"/>
                  <a:pt x="3786499" y="190723"/>
                  <a:pt x="3791246" y="189996"/>
                </a:cubicBezTo>
                <a:cubicBezTo>
                  <a:pt x="3800740" y="188542"/>
                  <a:pt x="3810265" y="195284"/>
                  <a:pt x="3819864" y="194605"/>
                </a:cubicBezTo>
                <a:lnTo>
                  <a:pt x="3830398" y="188383"/>
                </a:lnTo>
                <a:lnTo>
                  <a:pt x="3834360" y="188992"/>
                </a:lnTo>
                <a:lnTo>
                  <a:pt x="3843715" y="188752"/>
                </a:lnTo>
                <a:lnTo>
                  <a:pt x="3842609" y="197386"/>
                </a:lnTo>
                <a:cubicBezTo>
                  <a:pt x="3840673" y="205638"/>
                  <a:pt x="3839248" y="214671"/>
                  <a:pt x="3853961" y="213380"/>
                </a:cubicBezTo>
                <a:cubicBezTo>
                  <a:pt x="3884396" y="206569"/>
                  <a:pt x="3895082" y="241941"/>
                  <a:pt x="3907640" y="207568"/>
                </a:cubicBezTo>
                <a:lnTo>
                  <a:pt x="3910449" y="197808"/>
                </a:lnTo>
                <a:lnTo>
                  <a:pt x="3917197" y="196121"/>
                </a:lnTo>
                <a:cubicBezTo>
                  <a:pt x="3920833" y="196372"/>
                  <a:pt x="3922919" y="198717"/>
                  <a:pt x="3922400" y="205056"/>
                </a:cubicBezTo>
                <a:cubicBezTo>
                  <a:pt x="3950680" y="178467"/>
                  <a:pt x="3984062" y="218098"/>
                  <a:pt x="4013061" y="224874"/>
                </a:cubicBezTo>
                <a:cubicBezTo>
                  <a:pt x="4034530" y="199451"/>
                  <a:pt x="4074202" y="238734"/>
                  <a:pt x="4134285" y="235592"/>
                </a:cubicBezTo>
                <a:cubicBezTo>
                  <a:pt x="4157674" y="206403"/>
                  <a:pt x="4174806" y="233822"/>
                  <a:pt x="4220717" y="192946"/>
                </a:cubicBezTo>
                <a:cubicBezTo>
                  <a:pt x="4222964" y="196132"/>
                  <a:pt x="4225687" y="199002"/>
                  <a:pt x="4228802" y="201468"/>
                </a:cubicBezTo>
                <a:cubicBezTo>
                  <a:pt x="4246898" y="215792"/>
                  <a:pt x="4274013" y="213632"/>
                  <a:pt x="4289361" y="196642"/>
                </a:cubicBezTo>
                <a:cubicBezTo>
                  <a:pt x="4363212" y="140627"/>
                  <a:pt x="4433598" y="135488"/>
                  <a:pt x="4498913" y="118915"/>
                </a:cubicBezTo>
                <a:cubicBezTo>
                  <a:pt x="4573135" y="105586"/>
                  <a:pt x="4527062" y="166416"/>
                  <a:pt x="4617330" y="111163"/>
                </a:cubicBezTo>
                <a:cubicBezTo>
                  <a:pt x="4628518" y="129608"/>
                  <a:pt x="4640397" y="129405"/>
                  <a:pt x="4659778" y="118219"/>
                </a:cubicBezTo>
                <a:cubicBezTo>
                  <a:pt x="4695929" y="113193"/>
                  <a:pt x="4695958" y="162259"/>
                  <a:pt x="4730870" y="129432"/>
                </a:cubicBezTo>
                <a:cubicBezTo>
                  <a:pt x="4725822" y="156271"/>
                  <a:pt x="4800214" y="133127"/>
                  <a:pt x="4785037" y="161964"/>
                </a:cubicBezTo>
                <a:cubicBezTo>
                  <a:pt x="4810025" y="183633"/>
                  <a:pt x="4819434" y="143205"/>
                  <a:pt x="4844073" y="161768"/>
                </a:cubicBezTo>
                <a:cubicBezTo>
                  <a:pt x="4870797" y="164132"/>
                  <a:pt x="4827288" y="135164"/>
                  <a:pt x="4856454" y="130488"/>
                </a:cubicBezTo>
                <a:cubicBezTo>
                  <a:pt x="4892086" y="129553"/>
                  <a:pt x="4889263" y="81477"/>
                  <a:pt x="4920038" y="140418"/>
                </a:cubicBezTo>
                <a:cubicBezTo>
                  <a:pt x="4956358" y="122308"/>
                  <a:pt x="4965108" y="149263"/>
                  <a:pt x="5016639" y="158905"/>
                </a:cubicBezTo>
                <a:cubicBezTo>
                  <a:pt x="5037063" y="141828"/>
                  <a:pt x="5054534" y="147986"/>
                  <a:pt x="5072009" y="161502"/>
                </a:cubicBezTo>
                <a:cubicBezTo>
                  <a:pt x="5121260" y="153653"/>
                  <a:pt x="5167555" y="172635"/>
                  <a:pt x="5223626" y="177356"/>
                </a:cubicBezTo>
                <a:cubicBezTo>
                  <a:pt x="5282824" y="155243"/>
                  <a:pt x="5315859" y="195041"/>
                  <a:pt x="5375773" y="199913"/>
                </a:cubicBezTo>
                <a:cubicBezTo>
                  <a:pt x="5432511" y="156218"/>
                  <a:pt x="5417550" y="256036"/>
                  <a:pt x="5467502" y="250963"/>
                </a:cubicBezTo>
                <a:cubicBezTo>
                  <a:pt x="5547124" y="209975"/>
                  <a:pt x="5467171" y="283839"/>
                  <a:pt x="5592395" y="265434"/>
                </a:cubicBezTo>
                <a:cubicBezTo>
                  <a:pt x="5599201" y="258867"/>
                  <a:pt x="5614752" y="264706"/>
                  <a:pt x="5613532" y="273379"/>
                </a:cubicBezTo>
                <a:cubicBezTo>
                  <a:pt x="5621390" y="270408"/>
                  <a:pt x="5639720" y="253173"/>
                  <a:pt x="5642173" y="266904"/>
                </a:cubicBezTo>
                <a:cubicBezTo>
                  <a:pt x="5682296" y="267049"/>
                  <a:pt x="5721812" y="257513"/>
                  <a:pt x="5756910" y="239211"/>
                </a:cubicBezTo>
                <a:cubicBezTo>
                  <a:pt x="5834998" y="260050"/>
                  <a:pt x="5790596" y="197229"/>
                  <a:pt x="5846667" y="201786"/>
                </a:cubicBezTo>
                <a:cubicBezTo>
                  <a:pt x="5892444" y="227312"/>
                  <a:pt x="5908324" y="204527"/>
                  <a:pt x="5960732" y="220708"/>
                </a:cubicBezTo>
                <a:cubicBezTo>
                  <a:pt x="5977124" y="175349"/>
                  <a:pt x="6009640" y="223654"/>
                  <a:pt x="6029542" y="210339"/>
                </a:cubicBezTo>
                <a:cubicBezTo>
                  <a:pt x="6063108" y="261420"/>
                  <a:pt x="6107411" y="160034"/>
                  <a:pt x="6141123" y="159923"/>
                </a:cubicBezTo>
                <a:cubicBezTo>
                  <a:pt x="6198068" y="167749"/>
                  <a:pt x="6260628" y="219715"/>
                  <a:pt x="6290640" y="167441"/>
                </a:cubicBezTo>
                <a:cubicBezTo>
                  <a:pt x="6295193" y="188689"/>
                  <a:pt x="6290494" y="217816"/>
                  <a:pt x="6322806" y="213293"/>
                </a:cubicBezTo>
                <a:cubicBezTo>
                  <a:pt x="6335911" y="223881"/>
                  <a:pt x="6338726" y="256581"/>
                  <a:pt x="6364914" y="240140"/>
                </a:cubicBezTo>
                <a:cubicBezTo>
                  <a:pt x="6331888" y="211628"/>
                  <a:pt x="6385856" y="207033"/>
                  <a:pt x="6380420" y="173195"/>
                </a:cubicBezTo>
                <a:cubicBezTo>
                  <a:pt x="6420580" y="151473"/>
                  <a:pt x="6513519" y="179296"/>
                  <a:pt x="6507891" y="118474"/>
                </a:cubicBezTo>
                <a:cubicBezTo>
                  <a:pt x="6519398" y="82452"/>
                  <a:pt x="6571830" y="137398"/>
                  <a:pt x="6571807" y="98636"/>
                </a:cubicBezTo>
                <a:cubicBezTo>
                  <a:pt x="6594702" y="123421"/>
                  <a:pt x="6634676" y="82071"/>
                  <a:pt x="6671880" y="82931"/>
                </a:cubicBezTo>
                <a:cubicBezTo>
                  <a:pt x="6678855" y="65407"/>
                  <a:pt x="6687415" y="66196"/>
                  <a:pt x="6702266" y="75470"/>
                </a:cubicBezTo>
                <a:cubicBezTo>
                  <a:pt x="6747004" y="78450"/>
                  <a:pt x="6798307" y="53072"/>
                  <a:pt x="6845802" y="24496"/>
                </a:cubicBez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Screenshot: project output 8.png</a:t>
            </a:r>
          </a:p>
        </p:txBody>
      </p:sp>
      <p:pic>
        <p:nvPicPr>
          <p:cNvPr id="3" name="Picture 2" descr="project output 8.png"/>
          <p:cNvPicPr>
            <a:picLocks noChangeAspect="1"/>
          </p:cNvPicPr>
          <p:nvPr/>
        </p:nvPicPr>
        <p:blipFill>
          <a:blip r:embed="rId2"/>
          <a:stretch>
            <a:fillRect/>
          </a:stretch>
        </p:blipFill>
        <p:spPr>
          <a:xfrm>
            <a:off x="914400" y="1371600"/>
            <a:ext cx="6400800" cy="317438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E914257E-1E2A-4AC7-89EC-1FB65C9C0A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03E1C8F1-97F5-489C-8308-958F096572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
            <a:ext cx="8452002" cy="2008639"/>
          </a:xfrm>
          <a:custGeom>
            <a:avLst/>
            <a:gdLst>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742561 w 11269336"/>
              <a:gd name="connsiteY18" fmla="*/ 500437 h 2323145"/>
              <a:gd name="connsiteX19" fmla="*/ 9561831 w 11269336"/>
              <a:gd name="connsiteY19" fmla="*/ 547649 h 2323145"/>
              <a:gd name="connsiteX20" fmla="*/ 9380600 w 11269336"/>
              <a:gd name="connsiteY20" fmla="*/ 549821 h 2323145"/>
              <a:gd name="connsiteX21" fmla="*/ 9139429 w 11269336"/>
              <a:gd name="connsiteY21" fmla="*/ 696446 h 2323145"/>
              <a:gd name="connsiteX22" fmla="*/ 9114263 w 11269336"/>
              <a:gd name="connsiteY22" fmla="*/ 709213 h 2323145"/>
              <a:gd name="connsiteX23" fmla="*/ 9028928 w 11269336"/>
              <a:gd name="connsiteY23" fmla="*/ 745350 h 2323145"/>
              <a:gd name="connsiteX24" fmla="*/ 8977138 w 11269336"/>
              <a:gd name="connsiteY24" fmla="*/ 774970 h 2323145"/>
              <a:gd name="connsiteX25" fmla="*/ 8947030 w 11269336"/>
              <a:gd name="connsiteY25" fmla="*/ 814934 h 2323145"/>
              <a:gd name="connsiteX26" fmla="*/ 8914746 w 11269336"/>
              <a:gd name="connsiteY26" fmla="*/ 826428 h 2323145"/>
              <a:gd name="connsiteX27" fmla="*/ 8917778 w 11269336"/>
              <a:gd name="connsiteY27" fmla="*/ 835198 h 2323145"/>
              <a:gd name="connsiteX28" fmla="*/ 8905560 w 11269336"/>
              <a:gd name="connsiteY28" fmla="*/ 838358 h 2323145"/>
              <a:gd name="connsiteX29" fmla="*/ 8897564 w 11269336"/>
              <a:gd name="connsiteY29" fmla="*/ 834287 h 2323145"/>
              <a:gd name="connsiteX30" fmla="*/ 8878040 w 11269336"/>
              <a:gd name="connsiteY30" fmla="*/ 844150 h 2323145"/>
              <a:gd name="connsiteX31" fmla="*/ 8882654 w 11269336"/>
              <a:gd name="connsiteY31" fmla="*/ 892768 h 2323145"/>
              <a:gd name="connsiteX32" fmla="*/ 8837498 w 11269336"/>
              <a:gd name="connsiteY32" fmla="*/ 885664 h 2323145"/>
              <a:gd name="connsiteX33" fmla="*/ 8795998 w 11269336"/>
              <a:gd name="connsiteY33" fmla="*/ 863337 h 2323145"/>
              <a:gd name="connsiteX34" fmla="*/ 8776970 w 11269336"/>
              <a:gd name="connsiteY34" fmla="*/ 885177 h 2323145"/>
              <a:gd name="connsiteX35" fmla="*/ 8755719 w 11269336"/>
              <a:gd name="connsiteY35" fmla="*/ 889754 h 2323145"/>
              <a:gd name="connsiteX36" fmla="*/ 8743257 w 11269336"/>
              <a:gd name="connsiteY36" fmla="*/ 904723 h 2323145"/>
              <a:gd name="connsiteX37" fmla="*/ 8721366 w 11269336"/>
              <a:gd name="connsiteY37" fmla="*/ 904711 h 2323145"/>
              <a:gd name="connsiteX38" fmla="*/ 8678353 w 11269336"/>
              <a:gd name="connsiteY38" fmla="*/ 926318 h 2323145"/>
              <a:gd name="connsiteX39" fmla="*/ 8636849 w 11269336"/>
              <a:gd name="connsiteY39" fmla="*/ 937900 h 2323145"/>
              <a:gd name="connsiteX40" fmla="*/ 8620213 w 11269336"/>
              <a:gd name="connsiteY40" fmla="*/ 943068 h 2323145"/>
              <a:gd name="connsiteX41" fmla="*/ 8612581 w 11269336"/>
              <a:gd name="connsiteY41" fmla="*/ 952695 h 2323145"/>
              <a:gd name="connsiteX42" fmla="*/ 8589038 w 11269336"/>
              <a:gd name="connsiteY42" fmla="*/ 963892 h 2323145"/>
              <a:gd name="connsiteX43" fmla="*/ 8579950 w 11269336"/>
              <a:gd name="connsiteY43" fmla="*/ 960899 h 2323145"/>
              <a:gd name="connsiteX44" fmla="*/ 8579319 w 11269336"/>
              <a:gd name="connsiteY44" fmla="*/ 965630 h 2323145"/>
              <a:gd name="connsiteX45" fmla="*/ 8547429 w 11269336"/>
              <a:gd name="connsiteY45" fmla="*/ 984506 h 2323145"/>
              <a:gd name="connsiteX46" fmla="*/ 8478704 w 11269336"/>
              <a:gd name="connsiteY46" fmla="*/ 1025490 h 2323145"/>
              <a:gd name="connsiteX47" fmla="*/ 8461421 w 11269336"/>
              <a:gd name="connsiteY47" fmla="*/ 1035512 h 2323145"/>
              <a:gd name="connsiteX48" fmla="*/ 8445003 w 11269336"/>
              <a:gd name="connsiteY48" fmla="*/ 1036851 h 2323145"/>
              <a:gd name="connsiteX49" fmla="*/ 8357350 w 11269336"/>
              <a:gd name="connsiteY49" fmla="*/ 1060213 h 2323145"/>
              <a:gd name="connsiteX50" fmla="*/ 8335565 w 11269336"/>
              <a:gd name="connsiteY50" fmla="*/ 1061151 h 2323145"/>
              <a:gd name="connsiteX51" fmla="*/ 8325267 w 11269336"/>
              <a:gd name="connsiteY51" fmla="*/ 1055919 h 2323145"/>
              <a:gd name="connsiteX52" fmla="*/ 8293586 w 11269336"/>
              <a:gd name="connsiteY52" fmla="*/ 1076144 h 2323145"/>
              <a:gd name="connsiteX53" fmla="*/ 8242405 w 11269336"/>
              <a:gd name="connsiteY53" fmla="*/ 1095960 h 2323145"/>
              <a:gd name="connsiteX54" fmla="*/ 8218531 w 11269336"/>
              <a:gd name="connsiteY54" fmla="*/ 1107622 h 2323145"/>
              <a:gd name="connsiteX55" fmla="*/ 8197391 w 11269336"/>
              <a:gd name="connsiteY55" fmla="*/ 1107746 h 2323145"/>
              <a:gd name="connsiteX56" fmla="*/ 8081474 w 11269336"/>
              <a:gd name="connsiteY56" fmla="*/ 1130125 h 2323145"/>
              <a:gd name="connsiteX57" fmla="*/ 8053585 w 11269336"/>
              <a:gd name="connsiteY57" fmla="*/ 1129169 h 2323145"/>
              <a:gd name="connsiteX58" fmla="*/ 8038422 w 11269336"/>
              <a:gd name="connsiteY58" fmla="*/ 1119092 h 2323145"/>
              <a:gd name="connsiteX59" fmla="*/ 8029450 w 11269336"/>
              <a:gd name="connsiteY59" fmla="*/ 1125592 h 2323145"/>
              <a:gd name="connsiteX60" fmla="*/ 7959552 w 11269336"/>
              <a:gd name="connsiteY60" fmla="*/ 1140188 h 2323145"/>
              <a:gd name="connsiteX61" fmla="*/ 7914188 w 11269336"/>
              <a:gd name="connsiteY61" fmla="*/ 1150862 h 2323145"/>
              <a:gd name="connsiteX62" fmla="*/ 7914918 w 11269336"/>
              <a:gd name="connsiteY62" fmla="*/ 1168758 h 2323145"/>
              <a:gd name="connsiteX63" fmla="*/ 7875510 w 11269336"/>
              <a:gd name="connsiteY63" fmla="*/ 1183153 h 2323145"/>
              <a:gd name="connsiteX64" fmla="*/ 7829932 w 11269336"/>
              <a:gd name="connsiteY64" fmla="*/ 1180782 h 2323145"/>
              <a:gd name="connsiteX65" fmla="*/ 7779182 w 11269336"/>
              <a:gd name="connsiteY65" fmla="*/ 1192665 h 2323145"/>
              <a:gd name="connsiteX66" fmla="*/ 7748774 w 11269336"/>
              <a:gd name="connsiteY66" fmla="*/ 1199586 h 2323145"/>
              <a:gd name="connsiteX67" fmla="*/ 7671846 w 11269336"/>
              <a:gd name="connsiteY67" fmla="*/ 1231966 h 2323145"/>
              <a:gd name="connsiteX68" fmla="*/ 7554146 w 11269336"/>
              <a:gd name="connsiteY68" fmla="*/ 1319748 h 2323145"/>
              <a:gd name="connsiteX69" fmla="*/ 7515052 w 11269336"/>
              <a:gd name="connsiteY69" fmla="*/ 1336718 h 2323145"/>
              <a:gd name="connsiteX70" fmla="*/ 7507193 w 11269336"/>
              <a:gd name="connsiteY70" fmla="*/ 1334617 h 2323145"/>
              <a:gd name="connsiteX71" fmla="*/ 7461694 w 11269336"/>
              <a:gd name="connsiteY71" fmla="*/ 1375866 h 2323145"/>
              <a:gd name="connsiteX72" fmla="*/ 7377571 w 11269336"/>
              <a:gd name="connsiteY72" fmla="*/ 1400128 h 2323145"/>
              <a:gd name="connsiteX73" fmla="*/ 7311261 w 11269336"/>
              <a:gd name="connsiteY73" fmla="*/ 1412652 h 2323145"/>
              <a:gd name="connsiteX74" fmla="*/ 7275307 w 11269336"/>
              <a:gd name="connsiteY74" fmla="*/ 1422171 h 2323145"/>
              <a:gd name="connsiteX75" fmla="*/ 7247783 w 11269336"/>
              <a:gd name="connsiteY75" fmla="*/ 1426330 h 2323145"/>
              <a:gd name="connsiteX76" fmla="*/ 7185047 w 11269336"/>
              <a:gd name="connsiteY76" fmla="*/ 1451812 h 2323145"/>
              <a:gd name="connsiteX77" fmla="*/ 7084117 w 11269336"/>
              <a:gd name="connsiteY77" fmla="*/ 1500281 h 2323145"/>
              <a:gd name="connsiteX78" fmla="*/ 7062011 w 11269336"/>
              <a:gd name="connsiteY78" fmla="*/ 1509183 h 2323145"/>
              <a:gd name="connsiteX79" fmla="*/ 7040555 w 11269336"/>
              <a:gd name="connsiteY79" fmla="*/ 1511207 h 2323145"/>
              <a:gd name="connsiteX80" fmla="*/ 7033438 w 11269336"/>
              <a:gd name="connsiteY80" fmla="*/ 1506772 h 2323145"/>
              <a:gd name="connsiteX81" fmla="*/ 7020886 w 11269336"/>
              <a:gd name="connsiteY81" fmla="*/ 1510764 h 2323145"/>
              <a:gd name="connsiteX82" fmla="*/ 7017033 w 11269336"/>
              <a:gd name="connsiteY82" fmla="*/ 1510650 h 2323145"/>
              <a:gd name="connsiteX83" fmla="*/ 6995460 w 11269336"/>
              <a:gd name="connsiteY83" fmla="*/ 1511173 h 2323145"/>
              <a:gd name="connsiteX84" fmla="*/ 6962144 w 11269336"/>
              <a:gd name="connsiteY84" fmla="*/ 1541508 h 2323145"/>
              <a:gd name="connsiteX85" fmla="*/ 6910674 w 11269336"/>
              <a:gd name="connsiteY85" fmla="*/ 1554793 h 2323145"/>
              <a:gd name="connsiteX86" fmla="*/ 6732152 w 11269336"/>
              <a:gd name="connsiteY86" fmla="*/ 1642538 h 2323145"/>
              <a:gd name="connsiteX87" fmla="*/ 6694106 w 11269336"/>
              <a:gd name="connsiteY87" fmla="*/ 1632377 h 2323145"/>
              <a:gd name="connsiteX88" fmla="*/ 6617223 w 11269336"/>
              <a:gd name="connsiteY88" fmla="*/ 1659889 h 2323145"/>
              <a:gd name="connsiteX89" fmla="*/ 6521138 w 11269336"/>
              <a:gd name="connsiteY89" fmla="*/ 1744340 h 2323145"/>
              <a:gd name="connsiteX90" fmla="*/ 6380677 w 11269336"/>
              <a:gd name="connsiteY90" fmla="*/ 1796883 h 2323145"/>
              <a:gd name="connsiteX91" fmla="*/ 6374897 w 11269336"/>
              <a:gd name="connsiteY91" fmla="*/ 1809910 h 2323145"/>
              <a:gd name="connsiteX92" fmla="*/ 6364545 w 11269336"/>
              <a:gd name="connsiteY92" fmla="*/ 1820090 h 2323145"/>
              <a:gd name="connsiteX93" fmla="*/ 6362126 w 11269336"/>
              <a:gd name="connsiteY93" fmla="*/ 1819991 h 2323145"/>
              <a:gd name="connsiteX94" fmla="*/ 6346673 w 11269336"/>
              <a:gd name="connsiteY94" fmla="*/ 1827824 h 2323145"/>
              <a:gd name="connsiteX95" fmla="*/ 6345588 w 11269336"/>
              <a:gd name="connsiteY95" fmla="*/ 1832232 h 2323145"/>
              <a:gd name="connsiteX96" fmla="*/ 6335708 w 11269336"/>
              <a:gd name="connsiteY96" fmla="*/ 1838451 h 2323145"/>
              <a:gd name="connsiteX97" fmla="*/ 6318182 w 11269336"/>
              <a:gd name="connsiteY97" fmla="*/ 1852975 h 2323145"/>
              <a:gd name="connsiteX98" fmla="*/ 6313084 w 11269336"/>
              <a:gd name="connsiteY98" fmla="*/ 1853561 h 2323145"/>
              <a:gd name="connsiteX99" fmla="*/ 6283816 w 11269336"/>
              <a:gd name="connsiteY99" fmla="*/ 1872148 h 2323145"/>
              <a:gd name="connsiteX100" fmla="*/ 6282550 w 11269336"/>
              <a:gd name="connsiteY100" fmla="*/ 1871392 h 2323145"/>
              <a:gd name="connsiteX101" fmla="*/ 6270527 w 11269336"/>
              <a:gd name="connsiteY101" fmla="*/ 1872208 h 2323145"/>
              <a:gd name="connsiteX102" fmla="*/ 6249518 w 11269336"/>
              <a:gd name="connsiteY102" fmla="*/ 1876079 h 2323145"/>
              <a:gd name="connsiteX103" fmla="*/ 6190386 w 11269336"/>
              <a:gd name="connsiteY103" fmla="*/ 1872478 h 2323145"/>
              <a:gd name="connsiteX104" fmla="*/ 6159777 w 11269336"/>
              <a:gd name="connsiteY104" fmla="*/ 1891745 h 2323145"/>
              <a:gd name="connsiteX105" fmla="*/ 6153131 w 11269336"/>
              <a:gd name="connsiteY105" fmla="*/ 1895079 h 2323145"/>
              <a:gd name="connsiteX106" fmla="*/ 6152798 w 11269336"/>
              <a:gd name="connsiteY106" fmla="*/ 1894920 h 2323145"/>
              <a:gd name="connsiteX107" fmla="*/ 6145388 w 11269336"/>
              <a:gd name="connsiteY107" fmla="*/ 1897990 h 2323145"/>
              <a:gd name="connsiteX108" fmla="*/ 6141014 w 11269336"/>
              <a:gd name="connsiteY108" fmla="*/ 1901155 h 2323145"/>
              <a:gd name="connsiteX109" fmla="*/ 6128122 w 11269336"/>
              <a:gd name="connsiteY109" fmla="*/ 1907623 h 2323145"/>
              <a:gd name="connsiteX110" fmla="*/ 6122351 w 11269336"/>
              <a:gd name="connsiteY110" fmla="*/ 1908359 h 2323145"/>
              <a:gd name="connsiteX111" fmla="*/ 6064750 w 11269336"/>
              <a:gd name="connsiteY111" fmla="*/ 1896394 h 2323145"/>
              <a:gd name="connsiteX112" fmla="*/ 5964230 w 11269336"/>
              <a:gd name="connsiteY112" fmla="*/ 1910038 h 2323145"/>
              <a:gd name="connsiteX113" fmla="*/ 5865399 w 11269336"/>
              <a:gd name="connsiteY113" fmla="*/ 1926966 h 2323145"/>
              <a:gd name="connsiteX114" fmla="*/ 5829951 w 11269336"/>
              <a:gd name="connsiteY114" fmla="*/ 1934755 h 2323145"/>
              <a:gd name="connsiteX115" fmla="*/ 5765285 w 11269336"/>
              <a:gd name="connsiteY115" fmla="*/ 1941322 h 2323145"/>
              <a:gd name="connsiteX116" fmla="*/ 5734750 w 11269336"/>
              <a:gd name="connsiteY116" fmla="*/ 1939793 h 2323145"/>
              <a:gd name="connsiteX117" fmla="*/ 5733569 w 11269336"/>
              <a:gd name="connsiteY117" fmla="*/ 1940505 h 2323145"/>
              <a:gd name="connsiteX118" fmla="*/ 5730329 w 11269336"/>
              <a:gd name="connsiteY118" fmla="*/ 1937845 h 2323145"/>
              <a:gd name="connsiteX119" fmla="*/ 5724661 w 11269336"/>
              <a:gd name="connsiteY119" fmla="*/ 1937455 h 2323145"/>
              <a:gd name="connsiteX120" fmla="*/ 5710186 w 11269336"/>
              <a:gd name="connsiteY120" fmla="*/ 1941370 h 2323145"/>
              <a:gd name="connsiteX121" fmla="*/ 5704910 w 11269336"/>
              <a:gd name="connsiteY121" fmla="*/ 1943663 h 2323145"/>
              <a:gd name="connsiteX122" fmla="*/ 5696836 w 11269336"/>
              <a:gd name="connsiteY122" fmla="*/ 1945271 h 2323145"/>
              <a:gd name="connsiteX123" fmla="*/ 5696583 w 11269336"/>
              <a:gd name="connsiteY123" fmla="*/ 1945050 h 2323145"/>
              <a:gd name="connsiteX124" fmla="*/ 5689123 w 11269336"/>
              <a:gd name="connsiteY124" fmla="*/ 1947067 h 2323145"/>
              <a:gd name="connsiteX125" fmla="*/ 5653291 w 11269336"/>
              <a:gd name="connsiteY125" fmla="*/ 1960245 h 2323145"/>
              <a:gd name="connsiteX126" fmla="*/ 5599385 w 11269336"/>
              <a:gd name="connsiteY126" fmla="*/ 1945198 h 2323145"/>
              <a:gd name="connsiteX127" fmla="*/ 5578300 w 11269336"/>
              <a:gd name="connsiteY127" fmla="*/ 1944963 h 2323145"/>
              <a:gd name="connsiteX128" fmla="*/ 5566758 w 11269336"/>
              <a:gd name="connsiteY128" fmla="*/ 1943441 h 2323145"/>
              <a:gd name="connsiteX129" fmla="*/ 5565857 w 11269336"/>
              <a:gd name="connsiteY129" fmla="*/ 1942445 h 2323145"/>
              <a:gd name="connsiteX130" fmla="*/ 5531534 w 11269336"/>
              <a:gd name="connsiteY130" fmla="*/ 1955208 h 2323145"/>
              <a:gd name="connsiteX131" fmla="*/ 5526552 w 11269336"/>
              <a:gd name="connsiteY131" fmla="*/ 1954799 h 2323145"/>
              <a:gd name="connsiteX132" fmla="*/ 5504723 w 11269336"/>
              <a:gd name="connsiteY132" fmla="*/ 1965811 h 2323145"/>
              <a:gd name="connsiteX133" fmla="*/ 5493156 w 11269336"/>
              <a:gd name="connsiteY133" fmla="*/ 1970063 h 2323145"/>
              <a:gd name="connsiteX134" fmla="*/ 5490486 w 11269336"/>
              <a:gd name="connsiteY134" fmla="*/ 1974227 h 2323145"/>
              <a:gd name="connsiteX135" fmla="*/ 5473107 w 11269336"/>
              <a:gd name="connsiteY135" fmla="*/ 1979001 h 2323145"/>
              <a:gd name="connsiteX136" fmla="*/ 5470885 w 11269336"/>
              <a:gd name="connsiteY136" fmla="*/ 1978432 h 2323145"/>
              <a:gd name="connsiteX137" fmla="*/ 5457393 w 11269336"/>
              <a:gd name="connsiteY137" fmla="*/ 1986525 h 2323145"/>
              <a:gd name="connsiteX138" fmla="*/ 5447102 w 11269336"/>
              <a:gd name="connsiteY138" fmla="*/ 1998329 h 2323145"/>
              <a:gd name="connsiteX139" fmla="*/ 5296127 w 11269336"/>
              <a:gd name="connsiteY139" fmla="*/ 2023208 h 2323145"/>
              <a:gd name="connsiteX140" fmla="*/ 5174645 w 11269336"/>
              <a:gd name="connsiteY140" fmla="*/ 2088358 h 2323145"/>
              <a:gd name="connsiteX141" fmla="*/ 5092476 w 11269336"/>
              <a:gd name="connsiteY141" fmla="*/ 2100737 h 2323145"/>
              <a:gd name="connsiteX142" fmla="*/ 5060738 w 11269336"/>
              <a:gd name="connsiteY142" fmla="*/ 2083274 h 2323145"/>
              <a:gd name="connsiteX143" fmla="*/ 4860988 w 11269336"/>
              <a:gd name="connsiteY143" fmla="*/ 2135698 h 2323145"/>
              <a:gd name="connsiteX144" fmla="*/ 4807902 w 11269336"/>
              <a:gd name="connsiteY144" fmla="*/ 2138894 h 2323145"/>
              <a:gd name="connsiteX145" fmla="*/ 4765388 w 11269336"/>
              <a:gd name="connsiteY145" fmla="*/ 2162525 h 2323145"/>
              <a:gd name="connsiteX146" fmla="*/ 4745033 w 11269336"/>
              <a:gd name="connsiteY146" fmla="*/ 2158859 h 2323145"/>
              <a:gd name="connsiteX147" fmla="*/ 4741475 w 11269336"/>
              <a:gd name="connsiteY147" fmla="*/ 2157998 h 2323145"/>
              <a:gd name="connsiteX148" fmla="*/ 4728247 w 11269336"/>
              <a:gd name="connsiteY148" fmla="*/ 2159526 h 2323145"/>
              <a:gd name="connsiteX149" fmla="*/ 4723263 w 11269336"/>
              <a:gd name="connsiteY149" fmla="*/ 2153742 h 2323145"/>
              <a:gd name="connsiteX150" fmla="*/ 4702453 w 11269336"/>
              <a:gd name="connsiteY150" fmla="*/ 2151586 h 2323145"/>
              <a:gd name="connsiteX151" fmla="*/ 4678455 w 11269336"/>
              <a:gd name="connsiteY151" fmla="*/ 2156131 h 2323145"/>
              <a:gd name="connsiteX152" fmla="*/ 4593061 w 11269336"/>
              <a:gd name="connsiteY152" fmla="*/ 2171597 h 2323145"/>
              <a:gd name="connsiteX153" fmla="*/ 4579902 w 11269336"/>
              <a:gd name="connsiteY153" fmla="*/ 2177927 h 2323145"/>
              <a:gd name="connsiteX154" fmla="*/ 4533444 w 11269336"/>
              <a:gd name="connsiteY154" fmla="*/ 2181200 h 2323145"/>
              <a:gd name="connsiteX155" fmla="*/ 4492832 w 11269336"/>
              <a:gd name="connsiteY155" fmla="*/ 2188033 h 2323145"/>
              <a:gd name="connsiteX156" fmla="*/ 4467257 w 11269336"/>
              <a:gd name="connsiteY156" fmla="*/ 2196121 h 2323145"/>
              <a:gd name="connsiteX157" fmla="*/ 4459937 w 11269336"/>
              <a:gd name="connsiteY157" fmla="*/ 2195182 h 2323145"/>
              <a:gd name="connsiteX158" fmla="*/ 4433312 w 11269336"/>
              <a:gd name="connsiteY158" fmla="*/ 2199004 h 2323145"/>
              <a:gd name="connsiteX159" fmla="*/ 4420601 w 11269336"/>
              <a:gd name="connsiteY159" fmla="*/ 2205158 h 2323145"/>
              <a:gd name="connsiteX160" fmla="*/ 4405765 w 11269336"/>
              <a:gd name="connsiteY160" fmla="*/ 2199902 h 2323145"/>
              <a:gd name="connsiteX161" fmla="*/ 4401354 w 11269336"/>
              <a:gd name="connsiteY161" fmla="*/ 2194745 h 2323145"/>
              <a:gd name="connsiteX162" fmla="*/ 4383151 w 11269336"/>
              <a:gd name="connsiteY162" fmla="*/ 2201140 h 2323145"/>
              <a:gd name="connsiteX163" fmla="*/ 4366646 w 11269336"/>
              <a:gd name="connsiteY163" fmla="*/ 2198564 h 2323145"/>
              <a:gd name="connsiteX164" fmla="*/ 4354009 w 11269336"/>
              <a:gd name="connsiteY164" fmla="*/ 2204984 h 2323145"/>
              <a:gd name="connsiteX165" fmla="*/ 4348284 w 11269336"/>
              <a:gd name="connsiteY165" fmla="*/ 2205270 h 2323145"/>
              <a:gd name="connsiteX166" fmla="*/ 4333906 w 11269336"/>
              <a:gd name="connsiteY166" fmla="*/ 2205251 h 2323145"/>
              <a:gd name="connsiteX167" fmla="*/ 4308819 w 11269336"/>
              <a:gd name="connsiteY167" fmla="*/ 2203822 h 2323145"/>
              <a:gd name="connsiteX168" fmla="*/ 4301210 w 11269336"/>
              <a:gd name="connsiteY168" fmla="*/ 2204456 h 2323145"/>
              <a:gd name="connsiteX169" fmla="*/ 4283095 w 11269336"/>
              <a:gd name="connsiteY169" fmla="*/ 2198177 h 2323145"/>
              <a:gd name="connsiteX170" fmla="*/ 4250119 w 11269336"/>
              <a:gd name="connsiteY170" fmla="*/ 2196342 h 2323145"/>
              <a:gd name="connsiteX171" fmla="*/ 4189203 w 11269336"/>
              <a:gd name="connsiteY171" fmla="*/ 2178994 h 2323145"/>
              <a:gd name="connsiteX172" fmla="*/ 4154035 w 11269336"/>
              <a:gd name="connsiteY172" fmla="*/ 2171950 h 2323145"/>
              <a:gd name="connsiteX173" fmla="*/ 4129569 w 11269336"/>
              <a:gd name="connsiteY173" fmla="*/ 2163850 h 2323145"/>
              <a:gd name="connsiteX174" fmla="*/ 4061250 w 11269336"/>
              <a:gd name="connsiteY174" fmla="*/ 2159236 h 2323145"/>
              <a:gd name="connsiteX175" fmla="*/ 3945480 w 11269336"/>
              <a:gd name="connsiteY175" fmla="*/ 2158279 h 2323145"/>
              <a:gd name="connsiteX176" fmla="*/ 3921468 w 11269336"/>
              <a:gd name="connsiteY176" fmla="*/ 2156588 h 2323145"/>
              <a:gd name="connsiteX177" fmla="*/ 3903348 w 11269336"/>
              <a:gd name="connsiteY177" fmla="*/ 2149220 h 2323145"/>
              <a:gd name="connsiteX178" fmla="*/ 3901342 w 11269336"/>
              <a:gd name="connsiteY178" fmla="*/ 2142355 h 2323145"/>
              <a:gd name="connsiteX179" fmla="*/ 3888539 w 11269336"/>
              <a:gd name="connsiteY179" fmla="*/ 2140476 h 2323145"/>
              <a:gd name="connsiteX180" fmla="*/ 3885662 w 11269336"/>
              <a:gd name="connsiteY180" fmla="*/ 2138740 h 2323145"/>
              <a:gd name="connsiteX181" fmla="*/ 3868627 w 11269336"/>
              <a:gd name="connsiteY181" fmla="*/ 2130023 h 2323145"/>
              <a:gd name="connsiteX182" fmla="*/ 3819177 w 11269336"/>
              <a:gd name="connsiteY182" fmla="*/ 2142111 h 2323145"/>
              <a:gd name="connsiteX183" fmla="*/ 3769100 w 11269336"/>
              <a:gd name="connsiteY183" fmla="*/ 2131731 h 2323145"/>
              <a:gd name="connsiteX184" fmla="*/ 3562752 w 11269336"/>
              <a:gd name="connsiteY184" fmla="*/ 2131785 h 2323145"/>
              <a:gd name="connsiteX185" fmla="*/ 3541402 w 11269336"/>
              <a:gd name="connsiteY185" fmla="*/ 2106821 h 2323145"/>
              <a:gd name="connsiteX186" fmla="*/ 3460591 w 11269336"/>
              <a:gd name="connsiteY186" fmla="*/ 2097951 h 2323145"/>
              <a:gd name="connsiteX187" fmla="*/ 3320348 w 11269336"/>
              <a:gd name="connsiteY187" fmla="*/ 2130191 h 2323145"/>
              <a:gd name="connsiteX188" fmla="*/ 3170922 w 11269336"/>
              <a:gd name="connsiteY188" fmla="*/ 2115957 h 2323145"/>
              <a:gd name="connsiteX189" fmla="*/ 3156256 w 11269336"/>
              <a:gd name="connsiteY189" fmla="*/ 2124773 h 2323145"/>
              <a:gd name="connsiteX190" fmla="*/ 3140298 w 11269336"/>
              <a:gd name="connsiteY190" fmla="*/ 2129182 h 2323145"/>
              <a:gd name="connsiteX191" fmla="*/ 3138514 w 11269336"/>
              <a:gd name="connsiteY191" fmla="*/ 2128069 h 2323145"/>
              <a:gd name="connsiteX192" fmla="*/ 3120467 w 11269336"/>
              <a:gd name="connsiteY192" fmla="*/ 2128281 h 2323145"/>
              <a:gd name="connsiteX193" fmla="*/ 3116175 w 11269336"/>
              <a:gd name="connsiteY193" fmla="*/ 2131633 h 2323145"/>
              <a:gd name="connsiteX194" fmla="*/ 3103685 w 11269336"/>
              <a:gd name="connsiteY194" fmla="*/ 2132814 h 2323145"/>
              <a:gd name="connsiteX195" fmla="*/ 3078794 w 11269336"/>
              <a:gd name="connsiteY195" fmla="*/ 2137935 h 2323145"/>
              <a:gd name="connsiteX196" fmla="*/ 3074407 w 11269336"/>
              <a:gd name="connsiteY196" fmla="*/ 2136274 h 2323145"/>
              <a:gd name="connsiteX197" fmla="*/ 3037285 w 11269336"/>
              <a:gd name="connsiteY197" fmla="*/ 2139919 h 2323145"/>
              <a:gd name="connsiteX198" fmla="*/ 3036901 w 11269336"/>
              <a:gd name="connsiteY198" fmla="*/ 2138726 h 2323145"/>
              <a:gd name="connsiteX199" fmla="*/ 3026996 w 11269336"/>
              <a:gd name="connsiteY199" fmla="*/ 2134322 h 2323145"/>
              <a:gd name="connsiteX200" fmla="*/ 3007772 w 11269336"/>
              <a:gd name="connsiteY200" fmla="*/ 2128742 h 2323145"/>
              <a:gd name="connsiteX201" fmla="*/ 2965030 w 11269336"/>
              <a:gd name="connsiteY201" fmla="*/ 2100494 h 2323145"/>
              <a:gd name="connsiteX202" fmla="*/ 2926342 w 11269336"/>
              <a:gd name="connsiteY202" fmla="*/ 2104155 h 2323145"/>
              <a:gd name="connsiteX203" fmla="*/ 2918608 w 11269336"/>
              <a:gd name="connsiteY203" fmla="*/ 2104215 h 2323145"/>
              <a:gd name="connsiteX204" fmla="*/ 2918475 w 11269336"/>
              <a:gd name="connsiteY204" fmla="*/ 2103937 h 2323145"/>
              <a:gd name="connsiteX205" fmla="*/ 2910360 w 11269336"/>
              <a:gd name="connsiteY205" fmla="*/ 2103444 h 2323145"/>
              <a:gd name="connsiteX206" fmla="*/ 2904507 w 11269336"/>
              <a:gd name="connsiteY206" fmla="*/ 2104326 h 2323145"/>
              <a:gd name="connsiteX207" fmla="*/ 2889503 w 11269336"/>
              <a:gd name="connsiteY207" fmla="*/ 2104443 h 2323145"/>
              <a:gd name="connsiteX208" fmla="*/ 2884480 w 11269336"/>
              <a:gd name="connsiteY208" fmla="*/ 2102626 h 2323145"/>
              <a:gd name="connsiteX209" fmla="*/ 2882689 w 11269336"/>
              <a:gd name="connsiteY209" fmla="*/ 2099228 h 2323145"/>
              <a:gd name="connsiteX210" fmla="*/ 2881291 w 11269336"/>
              <a:gd name="connsiteY210" fmla="*/ 2099618 h 2323145"/>
              <a:gd name="connsiteX211" fmla="*/ 2853979 w 11269336"/>
              <a:gd name="connsiteY211" fmla="*/ 2090388 h 2323145"/>
              <a:gd name="connsiteX212" fmla="*/ 2791790 w 11269336"/>
              <a:gd name="connsiteY212" fmla="*/ 2080332 h 2323145"/>
              <a:gd name="connsiteX213" fmla="*/ 2755844 w 11269336"/>
              <a:gd name="connsiteY213" fmla="*/ 2078874 h 2323145"/>
              <a:gd name="connsiteX214" fmla="*/ 2657742 w 11269336"/>
              <a:gd name="connsiteY214" fmla="*/ 2070179 h 2323145"/>
              <a:gd name="connsiteX215" fmla="*/ 2559549 w 11269336"/>
              <a:gd name="connsiteY215" fmla="*/ 2057873 h 2323145"/>
              <a:gd name="connsiteX216" fmla="*/ 2512054 w 11269336"/>
              <a:gd name="connsiteY216" fmla="*/ 2031671 h 2323145"/>
              <a:gd name="connsiteX217" fmla="*/ 2506437 w 11269336"/>
              <a:gd name="connsiteY217" fmla="*/ 2030918 h 2323145"/>
              <a:gd name="connsiteX218" fmla="*/ 2491752 w 11269336"/>
              <a:gd name="connsiteY218" fmla="*/ 2033906 h 2323145"/>
              <a:gd name="connsiteX219" fmla="*/ 2486338 w 11269336"/>
              <a:gd name="connsiteY219" fmla="*/ 2035862 h 2323145"/>
              <a:gd name="connsiteX220" fmla="*/ 2478186 w 11269336"/>
              <a:gd name="connsiteY220" fmla="*/ 2036953 h 2323145"/>
              <a:gd name="connsiteX221" fmla="*/ 2477950 w 11269336"/>
              <a:gd name="connsiteY221" fmla="*/ 2036715 h 2323145"/>
              <a:gd name="connsiteX222" fmla="*/ 2470381 w 11269336"/>
              <a:gd name="connsiteY222" fmla="*/ 2038256 h 2323145"/>
              <a:gd name="connsiteX223" fmla="*/ 2433781 w 11269336"/>
              <a:gd name="connsiteY223" fmla="*/ 2049140 h 2323145"/>
              <a:gd name="connsiteX224" fmla="*/ 2381172 w 11269336"/>
              <a:gd name="connsiteY224" fmla="*/ 2030645 h 2323145"/>
              <a:gd name="connsiteX225" fmla="*/ 2360198 w 11269336"/>
              <a:gd name="connsiteY225" fmla="*/ 2029059 h 2323145"/>
              <a:gd name="connsiteX226" fmla="*/ 2348815 w 11269336"/>
              <a:gd name="connsiteY226" fmla="*/ 2026798 h 2323145"/>
              <a:gd name="connsiteX227" fmla="*/ 2347988 w 11269336"/>
              <a:gd name="connsiteY227" fmla="*/ 2025745 h 2323145"/>
              <a:gd name="connsiteX228" fmla="*/ 2312920 w 11269336"/>
              <a:gd name="connsiteY228" fmla="*/ 2036311 h 2323145"/>
              <a:gd name="connsiteX229" fmla="*/ 2307986 w 11269336"/>
              <a:gd name="connsiteY229" fmla="*/ 2035583 h 2323145"/>
              <a:gd name="connsiteX230" fmla="*/ 2285481 w 11269336"/>
              <a:gd name="connsiteY230" fmla="*/ 2045197 h 2323145"/>
              <a:gd name="connsiteX231" fmla="*/ 2273666 w 11269336"/>
              <a:gd name="connsiteY231" fmla="*/ 2048710 h 2323145"/>
              <a:gd name="connsiteX232" fmla="*/ 2270719 w 11269336"/>
              <a:gd name="connsiteY232" fmla="*/ 2052702 h 2323145"/>
              <a:gd name="connsiteX233" fmla="*/ 2253080 w 11269336"/>
              <a:gd name="connsiteY233" fmla="*/ 2056363 h 2323145"/>
              <a:gd name="connsiteX234" fmla="*/ 2250906 w 11269336"/>
              <a:gd name="connsiteY234" fmla="*/ 2055654 h 2323145"/>
              <a:gd name="connsiteX235" fmla="*/ 2236905 w 11269336"/>
              <a:gd name="connsiteY235" fmla="*/ 2062882 h 2323145"/>
              <a:gd name="connsiteX236" fmla="*/ 2225830 w 11269336"/>
              <a:gd name="connsiteY236" fmla="*/ 2074027 h 2323145"/>
              <a:gd name="connsiteX237" fmla="*/ 2073776 w 11269336"/>
              <a:gd name="connsiteY237" fmla="*/ 2089244 h 2323145"/>
              <a:gd name="connsiteX238" fmla="*/ 1948256 w 11269336"/>
              <a:gd name="connsiteY238" fmla="*/ 2146616 h 2323145"/>
              <a:gd name="connsiteX239" fmla="*/ 1865582 w 11269336"/>
              <a:gd name="connsiteY239" fmla="*/ 2153738 h 2323145"/>
              <a:gd name="connsiteX240" fmla="*/ 1835210 w 11269336"/>
              <a:gd name="connsiteY240" fmla="*/ 2134244 h 2323145"/>
              <a:gd name="connsiteX241" fmla="*/ 1632661 w 11269336"/>
              <a:gd name="connsiteY241" fmla="*/ 2173882 h 2323145"/>
              <a:gd name="connsiteX242" fmla="*/ 1579590 w 11269336"/>
              <a:gd name="connsiteY242" fmla="*/ 2173680 h 2323145"/>
              <a:gd name="connsiteX243" fmla="*/ 1535601 w 11269336"/>
              <a:gd name="connsiteY243" fmla="*/ 2194590 h 2323145"/>
              <a:gd name="connsiteX244" fmla="*/ 1515594 w 11269336"/>
              <a:gd name="connsiteY244" fmla="*/ 2189622 h 2323145"/>
              <a:gd name="connsiteX245" fmla="*/ 1512113 w 11269336"/>
              <a:gd name="connsiteY245" fmla="*/ 2188534 h 2323145"/>
              <a:gd name="connsiteX246" fmla="*/ 1498838 w 11269336"/>
              <a:gd name="connsiteY246" fmla="*/ 2189213 h 2323145"/>
              <a:gd name="connsiteX247" fmla="*/ 1494279 w 11269336"/>
              <a:gd name="connsiteY247" fmla="*/ 2183112 h 2323145"/>
              <a:gd name="connsiteX248" fmla="*/ 1473714 w 11269336"/>
              <a:gd name="connsiteY248" fmla="*/ 2179625 h 2323145"/>
              <a:gd name="connsiteX249" fmla="*/ 1449503 w 11269336"/>
              <a:gd name="connsiteY249" fmla="*/ 2182633 h 2323145"/>
              <a:gd name="connsiteX250" fmla="*/ 1335495 w 11269336"/>
              <a:gd name="connsiteY250" fmla="*/ 2203940 h 2323145"/>
              <a:gd name="connsiteX251" fmla="*/ 1266687 w 11269336"/>
              <a:gd name="connsiteY251" fmla="*/ 2212688 h 2323145"/>
              <a:gd name="connsiteX252" fmla="*/ 1239614 w 11269336"/>
              <a:gd name="connsiteY252" fmla="*/ 2209727 h 2323145"/>
              <a:gd name="connsiteX253" fmla="*/ 1202436 w 11269336"/>
              <a:gd name="connsiteY253" fmla="*/ 2209817 h 2323145"/>
              <a:gd name="connsiteX254" fmla="*/ 1136097 w 11269336"/>
              <a:gd name="connsiteY254" fmla="*/ 2205112 h 2323145"/>
              <a:gd name="connsiteX255" fmla="*/ 1048229 w 11269336"/>
              <a:gd name="connsiteY255" fmla="*/ 2207249 h 2323145"/>
              <a:gd name="connsiteX256" fmla="*/ 988232 w 11269336"/>
              <a:gd name="connsiteY256" fmla="*/ 2235635 h 2323145"/>
              <a:gd name="connsiteX257" fmla="*/ 981959 w 11269336"/>
              <a:gd name="connsiteY257" fmla="*/ 2231607 h 2323145"/>
              <a:gd name="connsiteX258" fmla="*/ 938600 w 11269336"/>
              <a:gd name="connsiteY258" fmla="*/ 2238113 h 2323145"/>
              <a:gd name="connsiteX259" fmla="*/ 791788 w 11269336"/>
              <a:gd name="connsiteY259" fmla="*/ 2293224 h 2323145"/>
              <a:gd name="connsiteX260" fmla="*/ 706914 w 11269336"/>
              <a:gd name="connsiteY260" fmla="*/ 2305046 h 2323145"/>
              <a:gd name="connsiteX261" fmla="*/ 675971 w 11269336"/>
              <a:gd name="connsiteY261" fmla="*/ 2304030 h 2323145"/>
              <a:gd name="connsiteX262" fmla="*/ 624180 w 11269336"/>
              <a:gd name="connsiteY262" fmla="*/ 2302650 h 2323145"/>
              <a:gd name="connsiteX263" fmla="*/ 583453 w 11269336"/>
              <a:gd name="connsiteY263" fmla="*/ 2288788 h 2323145"/>
              <a:gd name="connsiteX264" fmla="*/ 540946 w 11269336"/>
              <a:gd name="connsiteY264" fmla="*/ 2292721 h 2323145"/>
              <a:gd name="connsiteX265" fmla="*/ 533680 w 11269336"/>
              <a:gd name="connsiteY265" fmla="*/ 2310233 h 2323145"/>
              <a:gd name="connsiteX266" fmla="*/ 487366 w 11269336"/>
              <a:gd name="connsiteY266" fmla="*/ 2309053 h 2323145"/>
              <a:gd name="connsiteX267" fmla="*/ 416820 w 11269336"/>
              <a:gd name="connsiteY267" fmla="*/ 2305443 h 2323145"/>
              <a:gd name="connsiteX268" fmla="*/ 376805 w 11269336"/>
              <a:gd name="connsiteY268" fmla="*/ 2307647 h 2323145"/>
              <a:gd name="connsiteX269" fmla="*/ 266777 w 11269336"/>
              <a:gd name="connsiteY269" fmla="*/ 2309012 h 2323145"/>
              <a:gd name="connsiteX270" fmla="*/ 156013 w 11269336"/>
              <a:gd name="connsiteY270" fmla="*/ 2306832 h 2323145"/>
              <a:gd name="connsiteX271" fmla="*/ 87258 w 11269336"/>
              <a:gd name="connsiteY271" fmla="*/ 2285511 h 2323145"/>
              <a:gd name="connsiteX272" fmla="*/ 23798 w 11269336"/>
              <a:gd name="connsiteY272" fmla="*/ 2281822 h 2323145"/>
              <a:gd name="connsiteX273" fmla="*/ 0 w 11269336"/>
              <a:gd name="connsiteY273" fmla="*/ 2285369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742561 w 11269336"/>
              <a:gd name="connsiteY18" fmla="*/ 500437 h 2323145"/>
              <a:gd name="connsiteX19" fmla="*/ 9561831 w 11269336"/>
              <a:gd name="connsiteY19" fmla="*/ 547649 h 2323145"/>
              <a:gd name="connsiteX20" fmla="*/ 9380600 w 11269336"/>
              <a:gd name="connsiteY20" fmla="*/ 549821 h 2323145"/>
              <a:gd name="connsiteX21" fmla="*/ 9139429 w 11269336"/>
              <a:gd name="connsiteY21" fmla="*/ 696446 h 2323145"/>
              <a:gd name="connsiteX22" fmla="*/ 9114263 w 11269336"/>
              <a:gd name="connsiteY22" fmla="*/ 709213 h 2323145"/>
              <a:gd name="connsiteX23" fmla="*/ 9028928 w 11269336"/>
              <a:gd name="connsiteY23" fmla="*/ 745350 h 2323145"/>
              <a:gd name="connsiteX24" fmla="*/ 8977138 w 11269336"/>
              <a:gd name="connsiteY24" fmla="*/ 774970 h 2323145"/>
              <a:gd name="connsiteX25" fmla="*/ 8947030 w 11269336"/>
              <a:gd name="connsiteY25" fmla="*/ 814934 h 2323145"/>
              <a:gd name="connsiteX26" fmla="*/ 8914746 w 11269336"/>
              <a:gd name="connsiteY26" fmla="*/ 826428 h 2323145"/>
              <a:gd name="connsiteX27" fmla="*/ 8917778 w 11269336"/>
              <a:gd name="connsiteY27" fmla="*/ 835198 h 2323145"/>
              <a:gd name="connsiteX28" fmla="*/ 8905560 w 11269336"/>
              <a:gd name="connsiteY28" fmla="*/ 838358 h 2323145"/>
              <a:gd name="connsiteX29" fmla="*/ 8897564 w 11269336"/>
              <a:gd name="connsiteY29" fmla="*/ 834287 h 2323145"/>
              <a:gd name="connsiteX30" fmla="*/ 8878040 w 11269336"/>
              <a:gd name="connsiteY30" fmla="*/ 844150 h 2323145"/>
              <a:gd name="connsiteX31" fmla="*/ 8882654 w 11269336"/>
              <a:gd name="connsiteY31" fmla="*/ 892768 h 2323145"/>
              <a:gd name="connsiteX32" fmla="*/ 8837498 w 11269336"/>
              <a:gd name="connsiteY32" fmla="*/ 885664 h 2323145"/>
              <a:gd name="connsiteX33" fmla="*/ 8795998 w 11269336"/>
              <a:gd name="connsiteY33" fmla="*/ 863337 h 2323145"/>
              <a:gd name="connsiteX34" fmla="*/ 8776970 w 11269336"/>
              <a:gd name="connsiteY34" fmla="*/ 885177 h 2323145"/>
              <a:gd name="connsiteX35" fmla="*/ 8755719 w 11269336"/>
              <a:gd name="connsiteY35" fmla="*/ 889754 h 2323145"/>
              <a:gd name="connsiteX36" fmla="*/ 8743257 w 11269336"/>
              <a:gd name="connsiteY36" fmla="*/ 904723 h 2323145"/>
              <a:gd name="connsiteX37" fmla="*/ 8721366 w 11269336"/>
              <a:gd name="connsiteY37" fmla="*/ 904711 h 2323145"/>
              <a:gd name="connsiteX38" fmla="*/ 8678353 w 11269336"/>
              <a:gd name="connsiteY38" fmla="*/ 926318 h 2323145"/>
              <a:gd name="connsiteX39" fmla="*/ 8636849 w 11269336"/>
              <a:gd name="connsiteY39" fmla="*/ 937900 h 2323145"/>
              <a:gd name="connsiteX40" fmla="*/ 8620213 w 11269336"/>
              <a:gd name="connsiteY40" fmla="*/ 943068 h 2323145"/>
              <a:gd name="connsiteX41" fmla="*/ 8612581 w 11269336"/>
              <a:gd name="connsiteY41" fmla="*/ 952695 h 2323145"/>
              <a:gd name="connsiteX42" fmla="*/ 8589038 w 11269336"/>
              <a:gd name="connsiteY42" fmla="*/ 963892 h 2323145"/>
              <a:gd name="connsiteX43" fmla="*/ 8579950 w 11269336"/>
              <a:gd name="connsiteY43" fmla="*/ 960899 h 2323145"/>
              <a:gd name="connsiteX44" fmla="*/ 8579319 w 11269336"/>
              <a:gd name="connsiteY44" fmla="*/ 965630 h 2323145"/>
              <a:gd name="connsiteX45" fmla="*/ 8547429 w 11269336"/>
              <a:gd name="connsiteY45" fmla="*/ 984506 h 2323145"/>
              <a:gd name="connsiteX46" fmla="*/ 8478704 w 11269336"/>
              <a:gd name="connsiteY46" fmla="*/ 1025490 h 2323145"/>
              <a:gd name="connsiteX47" fmla="*/ 8461421 w 11269336"/>
              <a:gd name="connsiteY47" fmla="*/ 1035512 h 2323145"/>
              <a:gd name="connsiteX48" fmla="*/ 8445003 w 11269336"/>
              <a:gd name="connsiteY48" fmla="*/ 1036851 h 2323145"/>
              <a:gd name="connsiteX49" fmla="*/ 8357350 w 11269336"/>
              <a:gd name="connsiteY49" fmla="*/ 1060213 h 2323145"/>
              <a:gd name="connsiteX50" fmla="*/ 8335565 w 11269336"/>
              <a:gd name="connsiteY50" fmla="*/ 1061151 h 2323145"/>
              <a:gd name="connsiteX51" fmla="*/ 8325267 w 11269336"/>
              <a:gd name="connsiteY51" fmla="*/ 1055919 h 2323145"/>
              <a:gd name="connsiteX52" fmla="*/ 8293586 w 11269336"/>
              <a:gd name="connsiteY52" fmla="*/ 1076144 h 2323145"/>
              <a:gd name="connsiteX53" fmla="*/ 8242405 w 11269336"/>
              <a:gd name="connsiteY53" fmla="*/ 1095960 h 2323145"/>
              <a:gd name="connsiteX54" fmla="*/ 8218531 w 11269336"/>
              <a:gd name="connsiteY54" fmla="*/ 1107622 h 2323145"/>
              <a:gd name="connsiteX55" fmla="*/ 8197391 w 11269336"/>
              <a:gd name="connsiteY55" fmla="*/ 1107746 h 2323145"/>
              <a:gd name="connsiteX56" fmla="*/ 8081474 w 11269336"/>
              <a:gd name="connsiteY56" fmla="*/ 1130125 h 2323145"/>
              <a:gd name="connsiteX57" fmla="*/ 8053585 w 11269336"/>
              <a:gd name="connsiteY57" fmla="*/ 1129169 h 2323145"/>
              <a:gd name="connsiteX58" fmla="*/ 8038422 w 11269336"/>
              <a:gd name="connsiteY58" fmla="*/ 1119092 h 2323145"/>
              <a:gd name="connsiteX59" fmla="*/ 8029450 w 11269336"/>
              <a:gd name="connsiteY59" fmla="*/ 1125592 h 2323145"/>
              <a:gd name="connsiteX60" fmla="*/ 7959552 w 11269336"/>
              <a:gd name="connsiteY60" fmla="*/ 1140188 h 2323145"/>
              <a:gd name="connsiteX61" fmla="*/ 7914188 w 11269336"/>
              <a:gd name="connsiteY61" fmla="*/ 1150862 h 2323145"/>
              <a:gd name="connsiteX62" fmla="*/ 7914918 w 11269336"/>
              <a:gd name="connsiteY62" fmla="*/ 1168758 h 2323145"/>
              <a:gd name="connsiteX63" fmla="*/ 7875510 w 11269336"/>
              <a:gd name="connsiteY63" fmla="*/ 1183153 h 2323145"/>
              <a:gd name="connsiteX64" fmla="*/ 7829932 w 11269336"/>
              <a:gd name="connsiteY64" fmla="*/ 1180782 h 2323145"/>
              <a:gd name="connsiteX65" fmla="*/ 7779182 w 11269336"/>
              <a:gd name="connsiteY65" fmla="*/ 1192665 h 2323145"/>
              <a:gd name="connsiteX66" fmla="*/ 7748774 w 11269336"/>
              <a:gd name="connsiteY66" fmla="*/ 1199586 h 2323145"/>
              <a:gd name="connsiteX67" fmla="*/ 7671846 w 11269336"/>
              <a:gd name="connsiteY67" fmla="*/ 1231966 h 2323145"/>
              <a:gd name="connsiteX68" fmla="*/ 7554146 w 11269336"/>
              <a:gd name="connsiteY68" fmla="*/ 1319748 h 2323145"/>
              <a:gd name="connsiteX69" fmla="*/ 7515052 w 11269336"/>
              <a:gd name="connsiteY69" fmla="*/ 1336718 h 2323145"/>
              <a:gd name="connsiteX70" fmla="*/ 7507193 w 11269336"/>
              <a:gd name="connsiteY70" fmla="*/ 1334617 h 2323145"/>
              <a:gd name="connsiteX71" fmla="*/ 7461694 w 11269336"/>
              <a:gd name="connsiteY71" fmla="*/ 1375866 h 2323145"/>
              <a:gd name="connsiteX72" fmla="*/ 7377571 w 11269336"/>
              <a:gd name="connsiteY72" fmla="*/ 1400128 h 2323145"/>
              <a:gd name="connsiteX73" fmla="*/ 7311261 w 11269336"/>
              <a:gd name="connsiteY73" fmla="*/ 1412652 h 2323145"/>
              <a:gd name="connsiteX74" fmla="*/ 7275307 w 11269336"/>
              <a:gd name="connsiteY74" fmla="*/ 1422171 h 2323145"/>
              <a:gd name="connsiteX75" fmla="*/ 7247783 w 11269336"/>
              <a:gd name="connsiteY75" fmla="*/ 1426330 h 2323145"/>
              <a:gd name="connsiteX76" fmla="*/ 7185047 w 11269336"/>
              <a:gd name="connsiteY76" fmla="*/ 1451812 h 2323145"/>
              <a:gd name="connsiteX77" fmla="*/ 7084117 w 11269336"/>
              <a:gd name="connsiteY77" fmla="*/ 1500281 h 2323145"/>
              <a:gd name="connsiteX78" fmla="*/ 7062011 w 11269336"/>
              <a:gd name="connsiteY78" fmla="*/ 1509183 h 2323145"/>
              <a:gd name="connsiteX79" fmla="*/ 7040555 w 11269336"/>
              <a:gd name="connsiteY79" fmla="*/ 1511207 h 2323145"/>
              <a:gd name="connsiteX80" fmla="*/ 7033438 w 11269336"/>
              <a:gd name="connsiteY80" fmla="*/ 1506772 h 2323145"/>
              <a:gd name="connsiteX81" fmla="*/ 7020886 w 11269336"/>
              <a:gd name="connsiteY81" fmla="*/ 1510764 h 2323145"/>
              <a:gd name="connsiteX82" fmla="*/ 7017033 w 11269336"/>
              <a:gd name="connsiteY82" fmla="*/ 1510650 h 2323145"/>
              <a:gd name="connsiteX83" fmla="*/ 6995460 w 11269336"/>
              <a:gd name="connsiteY83" fmla="*/ 1511173 h 2323145"/>
              <a:gd name="connsiteX84" fmla="*/ 6962144 w 11269336"/>
              <a:gd name="connsiteY84" fmla="*/ 1541508 h 2323145"/>
              <a:gd name="connsiteX85" fmla="*/ 6910674 w 11269336"/>
              <a:gd name="connsiteY85" fmla="*/ 1554793 h 2323145"/>
              <a:gd name="connsiteX86" fmla="*/ 6732152 w 11269336"/>
              <a:gd name="connsiteY86" fmla="*/ 1642538 h 2323145"/>
              <a:gd name="connsiteX87" fmla="*/ 6694106 w 11269336"/>
              <a:gd name="connsiteY87" fmla="*/ 1632377 h 2323145"/>
              <a:gd name="connsiteX88" fmla="*/ 6617223 w 11269336"/>
              <a:gd name="connsiteY88" fmla="*/ 1659889 h 2323145"/>
              <a:gd name="connsiteX89" fmla="*/ 6521138 w 11269336"/>
              <a:gd name="connsiteY89" fmla="*/ 1744340 h 2323145"/>
              <a:gd name="connsiteX90" fmla="*/ 6380677 w 11269336"/>
              <a:gd name="connsiteY90" fmla="*/ 1796883 h 2323145"/>
              <a:gd name="connsiteX91" fmla="*/ 6374897 w 11269336"/>
              <a:gd name="connsiteY91" fmla="*/ 1809910 h 2323145"/>
              <a:gd name="connsiteX92" fmla="*/ 6364545 w 11269336"/>
              <a:gd name="connsiteY92" fmla="*/ 1820090 h 2323145"/>
              <a:gd name="connsiteX93" fmla="*/ 6362126 w 11269336"/>
              <a:gd name="connsiteY93" fmla="*/ 1819991 h 2323145"/>
              <a:gd name="connsiteX94" fmla="*/ 6346673 w 11269336"/>
              <a:gd name="connsiteY94" fmla="*/ 1827824 h 2323145"/>
              <a:gd name="connsiteX95" fmla="*/ 6345588 w 11269336"/>
              <a:gd name="connsiteY95" fmla="*/ 1832232 h 2323145"/>
              <a:gd name="connsiteX96" fmla="*/ 6335708 w 11269336"/>
              <a:gd name="connsiteY96" fmla="*/ 1838451 h 2323145"/>
              <a:gd name="connsiteX97" fmla="*/ 6318182 w 11269336"/>
              <a:gd name="connsiteY97" fmla="*/ 1852975 h 2323145"/>
              <a:gd name="connsiteX98" fmla="*/ 6313084 w 11269336"/>
              <a:gd name="connsiteY98" fmla="*/ 1853561 h 2323145"/>
              <a:gd name="connsiteX99" fmla="*/ 6283816 w 11269336"/>
              <a:gd name="connsiteY99" fmla="*/ 1872148 h 2323145"/>
              <a:gd name="connsiteX100" fmla="*/ 6282550 w 11269336"/>
              <a:gd name="connsiteY100" fmla="*/ 1871392 h 2323145"/>
              <a:gd name="connsiteX101" fmla="*/ 6270527 w 11269336"/>
              <a:gd name="connsiteY101" fmla="*/ 1872208 h 2323145"/>
              <a:gd name="connsiteX102" fmla="*/ 6249518 w 11269336"/>
              <a:gd name="connsiteY102" fmla="*/ 1876079 h 2323145"/>
              <a:gd name="connsiteX103" fmla="*/ 6190386 w 11269336"/>
              <a:gd name="connsiteY103" fmla="*/ 1872478 h 2323145"/>
              <a:gd name="connsiteX104" fmla="*/ 6159777 w 11269336"/>
              <a:gd name="connsiteY104" fmla="*/ 1891745 h 2323145"/>
              <a:gd name="connsiteX105" fmla="*/ 6153131 w 11269336"/>
              <a:gd name="connsiteY105" fmla="*/ 1895079 h 2323145"/>
              <a:gd name="connsiteX106" fmla="*/ 6152798 w 11269336"/>
              <a:gd name="connsiteY106" fmla="*/ 1894920 h 2323145"/>
              <a:gd name="connsiteX107" fmla="*/ 6145388 w 11269336"/>
              <a:gd name="connsiteY107" fmla="*/ 1897990 h 2323145"/>
              <a:gd name="connsiteX108" fmla="*/ 6141014 w 11269336"/>
              <a:gd name="connsiteY108" fmla="*/ 1901155 h 2323145"/>
              <a:gd name="connsiteX109" fmla="*/ 6128122 w 11269336"/>
              <a:gd name="connsiteY109" fmla="*/ 1907623 h 2323145"/>
              <a:gd name="connsiteX110" fmla="*/ 6122351 w 11269336"/>
              <a:gd name="connsiteY110" fmla="*/ 1908359 h 2323145"/>
              <a:gd name="connsiteX111" fmla="*/ 6064750 w 11269336"/>
              <a:gd name="connsiteY111" fmla="*/ 1896394 h 2323145"/>
              <a:gd name="connsiteX112" fmla="*/ 5964230 w 11269336"/>
              <a:gd name="connsiteY112" fmla="*/ 1910038 h 2323145"/>
              <a:gd name="connsiteX113" fmla="*/ 5865399 w 11269336"/>
              <a:gd name="connsiteY113" fmla="*/ 1926966 h 2323145"/>
              <a:gd name="connsiteX114" fmla="*/ 5829951 w 11269336"/>
              <a:gd name="connsiteY114" fmla="*/ 1934755 h 2323145"/>
              <a:gd name="connsiteX115" fmla="*/ 5765285 w 11269336"/>
              <a:gd name="connsiteY115" fmla="*/ 1941322 h 2323145"/>
              <a:gd name="connsiteX116" fmla="*/ 5734750 w 11269336"/>
              <a:gd name="connsiteY116" fmla="*/ 1939793 h 2323145"/>
              <a:gd name="connsiteX117" fmla="*/ 5733569 w 11269336"/>
              <a:gd name="connsiteY117" fmla="*/ 1940505 h 2323145"/>
              <a:gd name="connsiteX118" fmla="*/ 5730329 w 11269336"/>
              <a:gd name="connsiteY118" fmla="*/ 1937845 h 2323145"/>
              <a:gd name="connsiteX119" fmla="*/ 5724661 w 11269336"/>
              <a:gd name="connsiteY119" fmla="*/ 1937455 h 2323145"/>
              <a:gd name="connsiteX120" fmla="*/ 5710186 w 11269336"/>
              <a:gd name="connsiteY120" fmla="*/ 1941370 h 2323145"/>
              <a:gd name="connsiteX121" fmla="*/ 5704910 w 11269336"/>
              <a:gd name="connsiteY121" fmla="*/ 1943663 h 2323145"/>
              <a:gd name="connsiteX122" fmla="*/ 5696836 w 11269336"/>
              <a:gd name="connsiteY122" fmla="*/ 1945271 h 2323145"/>
              <a:gd name="connsiteX123" fmla="*/ 5696583 w 11269336"/>
              <a:gd name="connsiteY123" fmla="*/ 1945050 h 2323145"/>
              <a:gd name="connsiteX124" fmla="*/ 5689123 w 11269336"/>
              <a:gd name="connsiteY124" fmla="*/ 1947067 h 2323145"/>
              <a:gd name="connsiteX125" fmla="*/ 5653291 w 11269336"/>
              <a:gd name="connsiteY125" fmla="*/ 1960245 h 2323145"/>
              <a:gd name="connsiteX126" fmla="*/ 5599385 w 11269336"/>
              <a:gd name="connsiteY126" fmla="*/ 1945198 h 2323145"/>
              <a:gd name="connsiteX127" fmla="*/ 5578300 w 11269336"/>
              <a:gd name="connsiteY127" fmla="*/ 1944963 h 2323145"/>
              <a:gd name="connsiteX128" fmla="*/ 5566758 w 11269336"/>
              <a:gd name="connsiteY128" fmla="*/ 1943441 h 2323145"/>
              <a:gd name="connsiteX129" fmla="*/ 5565857 w 11269336"/>
              <a:gd name="connsiteY129" fmla="*/ 1942445 h 2323145"/>
              <a:gd name="connsiteX130" fmla="*/ 5531534 w 11269336"/>
              <a:gd name="connsiteY130" fmla="*/ 1955208 h 2323145"/>
              <a:gd name="connsiteX131" fmla="*/ 5526552 w 11269336"/>
              <a:gd name="connsiteY131" fmla="*/ 1954799 h 2323145"/>
              <a:gd name="connsiteX132" fmla="*/ 5504723 w 11269336"/>
              <a:gd name="connsiteY132" fmla="*/ 1965811 h 2323145"/>
              <a:gd name="connsiteX133" fmla="*/ 5493156 w 11269336"/>
              <a:gd name="connsiteY133" fmla="*/ 1970063 h 2323145"/>
              <a:gd name="connsiteX134" fmla="*/ 5490486 w 11269336"/>
              <a:gd name="connsiteY134" fmla="*/ 1974227 h 2323145"/>
              <a:gd name="connsiteX135" fmla="*/ 5473107 w 11269336"/>
              <a:gd name="connsiteY135" fmla="*/ 1979001 h 2323145"/>
              <a:gd name="connsiteX136" fmla="*/ 5470885 w 11269336"/>
              <a:gd name="connsiteY136" fmla="*/ 1978432 h 2323145"/>
              <a:gd name="connsiteX137" fmla="*/ 5457393 w 11269336"/>
              <a:gd name="connsiteY137" fmla="*/ 1986525 h 2323145"/>
              <a:gd name="connsiteX138" fmla="*/ 5447102 w 11269336"/>
              <a:gd name="connsiteY138" fmla="*/ 1998329 h 2323145"/>
              <a:gd name="connsiteX139" fmla="*/ 5296127 w 11269336"/>
              <a:gd name="connsiteY139" fmla="*/ 2023208 h 2323145"/>
              <a:gd name="connsiteX140" fmla="*/ 5092476 w 11269336"/>
              <a:gd name="connsiteY140" fmla="*/ 2100737 h 2323145"/>
              <a:gd name="connsiteX141" fmla="*/ 5060738 w 11269336"/>
              <a:gd name="connsiteY141" fmla="*/ 2083274 h 2323145"/>
              <a:gd name="connsiteX142" fmla="*/ 4860988 w 11269336"/>
              <a:gd name="connsiteY142" fmla="*/ 2135698 h 2323145"/>
              <a:gd name="connsiteX143" fmla="*/ 4807902 w 11269336"/>
              <a:gd name="connsiteY143" fmla="*/ 2138894 h 2323145"/>
              <a:gd name="connsiteX144" fmla="*/ 4765388 w 11269336"/>
              <a:gd name="connsiteY144" fmla="*/ 2162525 h 2323145"/>
              <a:gd name="connsiteX145" fmla="*/ 4745033 w 11269336"/>
              <a:gd name="connsiteY145" fmla="*/ 2158859 h 2323145"/>
              <a:gd name="connsiteX146" fmla="*/ 4741475 w 11269336"/>
              <a:gd name="connsiteY146" fmla="*/ 2157998 h 2323145"/>
              <a:gd name="connsiteX147" fmla="*/ 4728247 w 11269336"/>
              <a:gd name="connsiteY147" fmla="*/ 2159526 h 2323145"/>
              <a:gd name="connsiteX148" fmla="*/ 4723263 w 11269336"/>
              <a:gd name="connsiteY148" fmla="*/ 2153742 h 2323145"/>
              <a:gd name="connsiteX149" fmla="*/ 4702453 w 11269336"/>
              <a:gd name="connsiteY149" fmla="*/ 2151586 h 2323145"/>
              <a:gd name="connsiteX150" fmla="*/ 4678455 w 11269336"/>
              <a:gd name="connsiteY150" fmla="*/ 2156131 h 2323145"/>
              <a:gd name="connsiteX151" fmla="*/ 4593061 w 11269336"/>
              <a:gd name="connsiteY151" fmla="*/ 2171597 h 2323145"/>
              <a:gd name="connsiteX152" fmla="*/ 4579902 w 11269336"/>
              <a:gd name="connsiteY152" fmla="*/ 2177927 h 2323145"/>
              <a:gd name="connsiteX153" fmla="*/ 4533444 w 11269336"/>
              <a:gd name="connsiteY153" fmla="*/ 2181200 h 2323145"/>
              <a:gd name="connsiteX154" fmla="*/ 4492832 w 11269336"/>
              <a:gd name="connsiteY154" fmla="*/ 2188033 h 2323145"/>
              <a:gd name="connsiteX155" fmla="*/ 4467257 w 11269336"/>
              <a:gd name="connsiteY155" fmla="*/ 2196121 h 2323145"/>
              <a:gd name="connsiteX156" fmla="*/ 4459937 w 11269336"/>
              <a:gd name="connsiteY156" fmla="*/ 2195182 h 2323145"/>
              <a:gd name="connsiteX157" fmla="*/ 4433312 w 11269336"/>
              <a:gd name="connsiteY157" fmla="*/ 2199004 h 2323145"/>
              <a:gd name="connsiteX158" fmla="*/ 4420601 w 11269336"/>
              <a:gd name="connsiteY158" fmla="*/ 2205158 h 2323145"/>
              <a:gd name="connsiteX159" fmla="*/ 4405765 w 11269336"/>
              <a:gd name="connsiteY159" fmla="*/ 2199902 h 2323145"/>
              <a:gd name="connsiteX160" fmla="*/ 4401354 w 11269336"/>
              <a:gd name="connsiteY160" fmla="*/ 2194745 h 2323145"/>
              <a:gd name="connsiteX161" fmla="*/ 4383151 w 11269336"/>
              <a:gd name="connsiteY161" fmla="*/ 2201140 h 2323145"/>
              <a:gd name="connsiteX162" fmla="*/ 4366646 w 11269336"/>
              <a:gd name="connsiteY162" fmla="*/ 2198564 h 2323145"/>
              <a:gd name="connsiteX163" fmla="*/ 4354009 w 11269336"/>
              <a:gd name="connsiteY163" fmla="*/ 2204984 h 2323145"/>
              <a:gd name="connsiteX164" fmla="*/ 4348284 w 11269336"/>
              <a:gd name="connsiteY164" fmla="*/ 2205270 h 2323145"/>
              <a:gd name="connsiteX165" fmla="*/ 4333906 w 11269336"/>
              <a:gd name="connsiteY165" fmla="*/ 2205251 h 2323145"/>
              <a:gd name="connsiteX166" fmla="*/ 4308819 w 11269336"/>
              <a:gd name="connsiteY166" fmla="*/ 2203822 h 2323145"/>
              <a:gd name="connsiteX167" fmla="*/ 4301210 w 11269336"/>
              <a:gd name="connsiteY167" fmla="*/ 2204456 h 2323145"/>
              <a:gd name="connsiteX168" fmla="*/ 4283095 w 11269336"/>
              <a:gd name="connsiteY168" fmla="*/ 2198177 h 2323145"/>
              <a:gd name="connsiteX169" fmla="*/ 4250119 w 11269336"/>
              <a:gd name="connsiteY169" fmla="*/ 2196342 h 2323145"/>
              <a:gd name="connsiteX170" fmla="*/ 4189203 w 11269336"/>
              <a:gd name="connsiteY170" fmla="*/ 2178994 h 2323145"/>
              <a:gd name="connsiteX171" fmla="*/ 4154035 w 11269336"/>
              <a:gd name="connsiteY171" fmla="*/ 2171950 h 2323145"/>
              <a:gd name="connsiteX172" fmla="*/ 4129569 w 11269336"/>
              <a:gd name="connsiteY172" fmla="*/ 2163850 h 2323145"/>
              <a:gd name="connsiteX173" fmla="*/ 4061250 w 11269336"/>
              <a:gd name="connsiteY173" fmla="*/ 2159236 h 2323145"/>
              <a:gd name="connsiteX174" fmla="*/ 3945480 w 11269336"/>
              <a:gd name="connsiteY174" fmla="*/ 2158279 h 2323145"/>
              <a:gd name="connsiteX175" fmla="*/ 3921468 w 11269336"/>
              <a:gd name="connsiteY175" fmla="*/ 2156588 h 2323145"/>
              <a:gd name="connsiteX176" fmla="*/ 3903348 w 11269336"/>
              <a:gd name="connsiteY176" fmla="*/ 2149220 h 2323145"/>
              <a:gd name="connsiteX177" fmla="*/ 3901342 w 11269336"/>
              <a:gd name="connsiteY177" fmla="*/ 2142355 h 2323145"/>
              <a:gd name="connsiteX178" fmla="*/ 3888539 w 11269336"/>
              <a:gd name="connsiteY178" fmla="*/ 2140476 h 2323145"/>
              <a:gd name="connsiteX179" fmla="*/ 3885662 w 11269336"/>
              <a:gd name="connsiteY179" fmla="*/ 2138740 h 2323145"/>
              <a:gd name="connsiteX180" fmla="*/ 3868627 w 11269336"/>
              <a:gd name="connsiteY180" fmla="*/ 2130023 h 2323145"/>
              <a:gd name="connsiteX181" fmla="*/ 3819177 w 11269336"/>
              <a:gd name="connsiteY181" fmla="*/ 2142111 h 2323145"/>
              <a:gd name="connsiteX182" fmla="*/ 3769100 w 11269336"/>
              <a:gd name="connsiteY182" fmla="*/ 2131731 h 2323145"/>
              <a:gd name="connsiteX183" fmla="*/ 3562752 w 11269336"/>
              <a:gd name="connsiteY183" fmla="*/ 2131785 h 2323145"/>
              <a:gd name="connsiteX184" fmla="*/ 3541402 w 11269336"/>
              <a:gd name="connsiteY184" fmla="*/ 2106821 h 2323145"/>
              <a:gd name="connsiteX185" fmla="*/ 3460591 w 11269336"/>
              <a:gd name="connsiteY185" fmla="*/ 2097951 h 2323145"/>
              <a:gd name="connsiteX186" fmla="*/ 3320348 w 11269336"/>
              <a:gd name="connsiteY186" fmla="*/ 2130191 h 2323145"/>
              <a:gd name="connsiteX187" fmla="*/ 3170922 w 11269336"/>
              <a:gd name="connsiteY187" fmla="*/ 2115957 h 2323145"/>
              <a:gd name="connsiteX188" fmla="*/ 3156256 w 11269336"/>
              <a:gd name="connsiteY188" fmla="*/ 2124773 h 2323145"/>
              <a:gd name="connsiteX189" fmla="*/ 3140298 w 11269336"/>
              <a:gd name="connsiteY189" fmla="*/ 2129182 h 2323145"/>
              <a:gd name="connsiteX190" fmla="*/ 3138514 w 11269336"/>
              <a:gd name="connsiteY190" fmla="*/ 2128069 h 2323145"/>
              <a:gd name="connsiteX191" fmla="*/ 3120467 w 11269336"/>
              <a:gd name="connsiteY191" fmla="*/ 2128281 h 2323145"/>
              <a:gd name="connsiteX192" fmla="*/ 3116175 w 11269336"/>
              <a:gd name="connsiteY192" fmla="*/ 2131633 h 2323145"/>
              <a:gd name="connsiteX193" fmla="*/ 3103685 w 11269336"/>
              <a:gd name="connsiteY193" fmla="*/ 2132814 h 2323145"/>
              <a:gd name="connsiteX194" fmla="*/ 3078794 w 11269336"/>
              <a:gd name="connsiteY194" fmla="*/ 2137935 h 2323145"/>
              <a:gd name="connsiteX195" fmla="*/ 3074407 w 11269336"/>
              <a:gd name="connsiteY195" fmla="*/ 2136274 h 2323145"/>
              <a:gd name="connsiteX196" fmla="*/ 3037285 w 11269336"/>
              <a:gd name="connsiteY196" fmla="*/ 2139919 h 2323145"/>
              <a:gd name="connsiteX197" fmla="*/ 3036901 w 11269336"/>
              <a:gd name="connsiteY197" fmla="*/ 2138726 h 2323145"/>
              <a:gd name="connsiteX198" fmla="*/ 3026996 w 11269336"/>
              <a:gd name="connsiteY198" fmla="*/ 2134322 h 2323145"/>
              <a:gd name="connsiteX199" fmla="*/ 3007772 w 11269336"/>
              <a:gd name="connsiteY199" fmla="*/ 2128742 h 2323145"/>
              <a:gd name="connsiteX200" fmla="*/ 2965030 w 11269336"/>
              <a:gd name="connsiteY200" fmla="*/ 2100494 h 2323145"/>
              <a:gd name="connsiteX201" fmla="*/ 2926342 w 11269336"/>
              <a:gd name="connsiteY201" fmla="*/ 2104155 h 2323145"/>
              <a:gd name="connsiteX202" fmla="*/ 2918608 w 11269336"/>
              <a:gd name="connsiteY202" fmla="*/ 2104215 h 2323145"/>
              <a:gd name="connsiteX203" fmla="*/ 2918475 w 11269336"/>
              <a:gd name="connsiteY203" fmla="*/ 2103937 h 2323145"/>
              <a:gd name="connsiteX204" fmla="*/ 2910360 w 11269336"/>
              <a:gd name="connsiteY204" fmla="*/ 2103444 h 2323145"/>
              <a:gd name="connsiteX205" fmla="*/ 2904507 w 11269336"/>
              <a:gd name="connsiteY205" fmla="*/ 2104326 h 2323145"/>
              <a:gd name="connsiteX206" fmla="*/ 2889503 w 11269336"/>
              <a:gd name="connsiteY206" fmla="*/ 2104443 h 2323145"/>
              <a:gd name="connsiteX207" fmla="*/ 2884480 w 11269336"/>
              <a:gd name="connsiteY207" fmla="*/ 2102626 h 2323145"/>
              <a:gd name="connsiteX208" fmla="*/ 2882689 w 11269336"/>
              <a:gd name="connsiteY208" fmla="*/ 2099228 h 2323145"/>
              <a:gd name="connsiteX209" fmla="*/ 2881291 w 11269336"/>
              <a:gd name="connsiteY209" fmla="*/ 2099618 h 2323145"/>
              <a:gd name="connsiteX210" fmla="*/ 2853979 w 11269336"/>
              <a:gd name="connsiteY210" fmla="*/ 2090388 h 2323145"/>
              <a:gd name="connsiteX211" fmla="*/ 2791790 w 11269336"/>
              <a:gd name="connsiteY211" fmla="*/ 2080332 h 2323145"/>
              <a:gd name="connsiteX212" fmla="*/ 2755844 w 11269336"/>
              <a:gd name="connsiteY212" fmla="*/ 2078874 h 2323145"/>
              <a:gd name="connsiteX213" fmla="*/ 2657742 w 11269336"/>
              <a:gd name="connsiteY213" fmla="*/ 2070179 h 2323145"/>
              <a:gd name="connsiteX214" fmla="*/ 2559549 w 11269336"/>
              <a:gd name="connsiteY214" fmla="*/ 2057873 h 2323145"/>
              <a:gd name="connsiteX215" fmla="*/ 2512054 w 11269336"/>
              <a:gd name="connsiteY215" fmla="*/ 2031671 h 2323145"/>
              <a:gd name="connsiteX216" fmla="*/ 2506437 w 11269336"/>
              <a:gd name="connsiteY216" fmla="*/ 2030918 h 2323145"/>
              <a:gd name="connsiteX217" fmla="*/ 2491752 w 11269336"/>
              <a:gd name="connsiteY217" fmla="*/ 2033906 h 2323145"/>
              <a:gd name="connsiteX218" fmla="*/ 2486338 w 11269336"/>
              <a:gd name="connsiteY218" fmla="*/ 2035862 h 2323145"/>
              <a:gd name="connsiteX219" fmla="*/ 2478186 w 11269336"/>
              <a:gd name="connsiteY219" fmla="*/ 2036953 h 2323145"/>
              <a:gd name="connsiteX220" fmla="*/ 2477950 w 11269336"/>
              <a:gd name="connsiteY220" fmla="*/ 2036715 h 2323145"/>
              <a:gd name="connsiteX221" fmla="*/ 2470381 w 11269336"/>
              <a:gd name="connsiteY221" fmla="*/ 2038256 h 2323145"/>
              <a:gd name="connsiteX222" fmla="*/ 2433781 w 11269336"/>
              <a:gd name="connsiteY222" fmla="*/ 2049140 h 2323145"/>
              <a:gd name="connsiteX223" fmla="*/ 2381172 w 11269336"/>
              <a:gd name="connsiteY223" fmla="*/ 2030645 h 2323145"/>
              <a:gd name="connsiteX224" fmla="*/ 2360198 w 11269336"/>
              <a:gd name="connsiteY224" fmla="*/ 2029059 h 2323145"/>
              <a:gd name="connsiteX225" fmla="*/ 2348815 w 11269336"/>
              <a:gd name="connsiteY225" fmla="*/ 2026798 h 2323145"/>
              <a:gd name="connsiteX226" fmla="*/ 2347988 w 11269336"/>
              <a:gd name="connsiteY226" fmla="*/ 2025745 h 2323145"/>
              <a:gd name="connsiteX227" fmla="*/ 2312920 w 11269336"/>
              <a:gd name="connsiteY227" fmla="*/ 2036311 h 2323145"/>
              <a:gd name="connsiteX228" fmla="*/ 2307986 w 11269336"/>
              <a:gd name="connsiteY228" fmla="*/ 2035583 h 2323145"/>
              <a:gd name="connsiteX229" fmla="*/ 2285481 w 11269336"/>
              <a:gd name="connsiteY229" fmla="*/ 2045197 h 2323145"/>
              <a:gd name="connsiteX230" fmla="*/ 2273666 w 11269336"/>
              <a:gd name="connsiteY230" fmla="*/ 2048710 h 2323145"/>
              <a:gd name="connsiteX231" fmla="*/ 2270719 w 11269336"/>
              <a:gd name="connsiteY231" fmla="*/ 2052702 h 2323145"/>
              <a:gd name="connsiteX232" fmla="*/ 2253080 w 11269336"/>
              <a:gd name="connsiteY232" fmla="*/ 2056363 h 2323145"/>
              <a:gd name="connsiteX233" fmla="*/ 2250906 w 11269336"/>
              <a:gd name="connsiteY233" fmla="*/ 2055654 h 2323145"/>
              <a:gd name="connsiteX234" fmla="*/ 2236905 w 11269336"/>
              <a:gd name="connsiteY234" fmla="*/ 2062882 h 2323145"/>
              <a:gd name="connsiteX235" fmla="*/ 2225830 w 11269336"/>
              <a:gd name="connsiteY235" fmla="*/ 2074027 h 2323145"/>
              <a:gd name="connsiteX236" fmla="*/ 2073776 w 11269336"/>
              <a:gd name="connsiteY236" fmla="*/ 2089244 h 2323145"/>
              <a:gd name="connsiteX237" fmla="*/ 1948256 w 11269336"/>
              <a:gd name="connsiteY237" fmla="*/ 2146616 h 2323145"/>
              <a:gd name="connsiteX238" fmla="*/ 1865582 w 11269336"/>
              <a:gd name="connsiteY238" fmla="*/ 2153738 h 2323145"/>
              <a:gd name="connsiteX239" fmla="*/ 1835210 w 11269336"/>
              <a:gd name="connsiteY239" fmla="*/ 2134244 h 2323145"/>
              <a:gd name="connsiteX240" fmla="*/ 1632661 w 11269336"/>
              <a:gd name="connsiteY240" fmla="*/ 2173882 h 2323145"/>
              <a:gd name="connsiteX241" fmla="*/ 1579590 w 11269336"/>
              <a:gd name="connsiteY241" fmla="*/ 2173680 h 2323145"/>
              <a:gd name="connsiteX242" fmla="*/ 1535601 w 11269336"/>
              <a:gd name="connsiteY242" fmla="*/ 2194590 h 2323145"/>
              <a:gd name="connsiteX243" fmla="*/ 1515594 w 11269336"/>
              <a:gd name="connsiteY243" fmla="*/ 2189622 h 2323145"/>
              <a:gd name="connsiteX244" fmla="*/ 1512113 w 11269336"/>
              <a:gd name="connsiteY244" fmla="*/ 2188534 h 2323145"/>
              <a:gd name="connsiteX245" fmla="*/ 1498838 w 11269336"/>
              <a:gd name="connsiteY245" fmla="*/ 2189213 h 2323145"/>
              <a:gd name="connsiteX246" fmla="*/ 1494279 w 11269336"/>
              <a:gd name="connsiteY246" fmla="*/ 2183112 h 2323145"/>
              <a:gd name="connsiteX247" fmla="*/ 1473714 w 11269336"/>
              <a:gd name="connsiteY247" fmla="*/ 2179625 h 2323145"/>
              <a:gd name="connsiteX248" fmla="*/ 1449503 w 11269336"/>
              <a:gd name="connsiteY248" fmla="*/ 2182633 h 2323145"/>
              <a:gd name="connsiteX249" fmla="*/ 1335495 w 11269336"/>
              <a:gd name="connsiteY249" fmla="*/ 2203940 h 2323145"/>
              <a:gd name="connsiteX250" fmla="*/ 1266687 w 11269336"/>
              <a:gd name="connsiteY250" fmla="*/ 2212688 h 2323145"/>
              <a:gd name="connsiteX251" fmla="*/ 1239614 w 11269336"/>
              <a:gd name="connsiteY251" fmla="*/ 2209727 h 2323145"/>
              <a:gd name="connsiteX252" fmla="*/ 1202436 w 11269336"/>
              <a:gd name="connsiteY252" fmla="*/ 2209817 h 2323145"/>
              <a:gd name="connsiteX253" fmla="*/ 1136097 w 11269336"/>
              <a:gd name="connsiteY253" fmla="*/ 2205112 h 2323145"/>
              <a:gd name="connsiteX254" fmla="*/ 1048229 w 11269336"/>
              <a:gd name="connsiteY254" fmla="*/ 2207249 h 2323145"/>
              <a:gd name="connsiteX255" fmla="*/ 988232 w 11269336"/>
              <a:gd name="connsiteY255" fmla="*/ 2235635 h 2323145"/>
              <a:gd name="connsiteX256" fmla="*/ 981959 w 11269336"/>
              <a:gd name="connsiteY256" fmla="*/ 2231607 h 2323145"/>
              <a:gd name="connsiteX257" fmla="*/ 938600 w 11269336"/>
              <a:gd name="connsiteY257" fmla="*/ 2238113 h 2323145"/>
              <a:gd name="connsiteX258" fmla="*/ 791788 w 11269336"/>
              <a:gd name="connsiteY258" fmla="*/ 2293224 h 2323145"/>
              <a:gd name="connsiteX259" fmla="*/ 706914 w 11269336"/>
              <a:gd name="connsiteY259" fmla="*/ 2305046 h 2323145"/>
              <a:gd name="connsiteX260" fmla="*/ 675971 w 11269336"/>
              <a:gd name="connsiteY260" fmla="*/ 2304030 h 2323145"/>
              <a:gd name="connsiteX261" fmla="*/ 624180 w 11269336"/>
              <a:gd name="connsiteY261" fmla="*/ 2302650 h 2323145"/>
              <a:gd name="connsiteX262" fmla="*/ 583453 w 11269336"/>
              <a:gd name="connsiteY262" fmla="*/ 2288788 h 2323145"/>
              <a:gd name="connsiteX263" fmla="*/ 540946 w 11269336"/>
              <a:gd name="connsiteY263" fmla="*/ 2292721 h 2323145"/>
              <a:gd name="connsiteX264" fmla="*/ 533680 w 11269336"/>
              <a:gd name="connsiteY264" fmla="*/ 2310233 h 2323145"/>
              <a:gd name="connsiteX265" fmla="*/ 487366 w 11269336"/>
              <a:gd name="connsiteY265" fmla="*/ 2309053 h 2323145"/>
              <a:gd name="connsiteX266" fmla="*/ 416820 w 11269336"/>
              <a:gd name="connsiteY266" fmla="*/ 2305443 h 2323145"/>
              <a:gd name="connsiteX267" fmla="*/ 376805 w 11269336"/>
              <a:gd name="connsiteY267" fmla="*/ 2307647 h 2323145"/>
              <a:gd name="connsiteX268" fmla="*/ 266777 w 11269336"/>
              <a:gd name="connsiteY268" fmla="*/ 2309012 h 2323145"/>
              <a:gd name="connsiteX269" fmla="*/ 156013 w 11269336"/>
              <a:gd name="connsiteY269" fmla="*/ 2306832 h 2323145"/>
              <a:gd name="connsiteX270" fmla="*/ 87258 w 11269336"/>
              <a:gd name="connsiteY270" fmla="*/ 2285511 h 2323145"/>
              <a:gd name="connsiteX271" fmla="*/ 23798 w 11269336"/>
              <a:gd name="connsiteY271" fmla="*/ 2281822 h 2323145"/>
              <a:gd name="connsiteX272" fmla="*/ 0 w 11269336"/>
              <a:gd name="connsiteY272" fmla="*/ 2285369 h 2323145"/>
              <a:gd name="connsiteX273" fmla="*/ 0 w 11269336"/>
              <a:gd name="connsiteY273"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742561 w 11269336"/>
              <a:gd name="connsiteY18" fmla="*/ 500437 h 2323145"/>
              <a:gd name="connsiteX19" fmla="*/ 9561831 w 11269336"/>
              <a:gd name="connsiteY19" fmla="*/ 547649 h 2323145"/>
              <a:gd name="connsiteX20" fmla="*/ 9380600 w 11269336"/>
              <a:gd name="connsiteY20" fmla="*/ 549821 h 2323145"/>
              <a:gd name="connsiteX21" fmla="*/ 9139429 w 11269336"/>
              <a:gd name="connsiteY21" fmla="*/ 696446 h 2323145"/>
              <a:gd name="connsiteX22" fmla="*/ 9114263 w 11269336"/>
              <a:gd name="connsiteY22" fmla="*/ 709213 h 2323145"/>
              <a:gd name="connsiteX23" fmla="*/ 9028928 w 11269336"/>
              <a:gd name="connsiteY23" fmla="*/ 745350 h 2323145"/>
              <a:gd name="connsiteX24" fmla="*/ 8977138 w 11269336"/>
              <a:gd name="connsiteY24" fmla="*/ 774970 h 2323145"/>
              <a:gd name="connsiteX25" fmla="*/ 8947030 w 11269336"/>
              <a:gd name="connsiteY25" fmla="*/ 814934 h 2323145"/>
              <a:gd name="connsiteX26" fmla="*/ 8914746 w 11269336"/>
              <a:gd name="connsiteY26" fmla="*/ 826428 h 2323145"/>
              <a:gd name="connsiteX27" fmla="*/ 8917778 w 11269336"/>
              <a:gd name="connsiteY27" fmla="*/ 835198 h 2323145"/>
              <a:gd name="connsiteX28" fmla="*/ 8905560 w 11269336"/>
              <a:gd name="connsiteY28" fmla="*/ 838358 h 2323145"/>
              <a:gd name="connsiteX29" fmla="*/ 8897564 w 11269336"/>
              <a:gd name="connsiteY29" fmla="*/ 834287 h 2323145"/>
              <a:gd name="connsiteX30" fmla="*/ 8878040 w 11269336"/>
              <a:gd name="connsiteY30" fmla="*/ 844150 h 2323145"/>
              <a:gd name="connsiteX31" fmla="*/ 8882654 w 11269336"/>
              <a:gd name="connsiteY31" fmla="*/ 892768 h 2323145"/>
              <a:gd name="connsiteX32" fmla="*/ 8837498 w 11269336"/>
              <a:gd name="connsiteY32" fmla="*/ 885664 h 2323145"/>
              <a:gd name="connsiteX33" fmla="*/ 8795998 w 11269336"/>
              <a:gd name="connsiteY33" fmla="*/ 863337 h 2323145"/>
              <a:gd name="connsiteX34" fmla="*/ 8776970 w 11269336"/>
              <a:gd name="connsiteY34" fmla="*/ 885177 h 2323145"/>
              <a:gd name="connsiteX35" fmla="*/ 8755719 w 11269336"/>
              <a:gd name="connsiteY35" fmla="*/ 889754 h 2323145"/>
              <a:gd name="connsiteX36" fmla="*/ 8743257 w 11269336"/>
              <a:gd name="connsiteY36" fmla="*/ 904723 h 2323145"/>
              <a:gd name="connsiteX37" fmla="*/ 8721366 w 11269336"/>
              <a:gd name="connsiteY37" fmla="*/ 904711 h 2323145"/>
              <a:gd name="connsiteX38" fmla="*/ 8678353 w 11269336"/>
              <a:gd name="connsiteY38" fmla="*/ 926318 h 2323145"/>
              <a:gd name="connsiteX39" fmla="*/ 8636849 w 11269336"/>
              <a:gd name="connsiteY39" fmla="*/ 937900 h 2323145"/>
              <a:gd name="connsiteX40" fmla="*/ 8620213 w 11269336"/>
              <a:gd name="connsiteY40" fmla="*/ 943068 h 2323145"/>
              <a:gd name="connsiteX41" fmla="*/ 8612581 w 11269336"/>
              <a:gd name="connsiteY41" fmla="*/ 952695 h 2323145"/>
              <a:gd name="connsiteX42" fmla="*/ 8589038 w 11269336"/>
              <a:gd name="connsiteY42" fmla="*/ 963892 h 2323145"/>
              <a:gd name="connsiteX43" fmla="*/ 8579950 w 11269336"/>
              <a:gd name="connsiteY43" fmla="*/ 960899 h 2323145"/>
              <a:gd name="connsiteX44" fmla="*/ 8579319 w 11269336"/>
              <a:gd name="connsiteY44" fmla="*/ 965630 h 2323145"/>
              <a:gd name="connsiteX45" fmla="*/ 8547429 w 11269336"/>
              <a:gd name="connsiteY45" fmla="*/ 984506 h 2323145"/>
              <a:gd name="connsiteX46" fmla="*/ 8478704 w 11269336"/>
              <a:gd name="connsiteY46" fmla="*/ 1025490 h 2323145"/>
              <a:gd name="connsiteX47" fmla="*/ 8461421 w 11269336"/>
              <a:gd name="connsiteY47" fmla="*/ 1035512 h 2323145"/>
              <a:gd name="connsiteX48" fmla="*/ 8445003 w 11269336"/>
              <a:gd name="connsiteY48" fmla="*/ 1036851 h 2323145"/>
              <a:gd name="connsiteX49" fmla="*/ 8357350 w 11269336"/>
              <a:gd name="connsiteY49" fmla="*/ 1060213 h 2323145"/>
              <a:gd name="connsiteX50" fmla="*/ 8335565 w 11269336"/>
              <a:gd name="connsiteY50" fmla="*/ 1061151 h 2323145"/>
              <a:gd name="connsiteX51" fmla="*/ 8325267 w 11269336"/>
              <a:gd name="connsiteY51" fmla="*/ 1055919 h 2323145"/>
              <a:gd name="connsiteX52" fmla="*/ 8293586 w 11269336"/>
              <a:gd name="connsiteY52" fmla="*/ 1076144 h 2323145"/>
              <a:gd name="connsiteX53" fmla="*/ 8242405 w 11269336"/>
              <a:gd name="connsiteY53" fmla="*/ 1095960 h 2323145"/>
              <a:gd name="connsiteX54" fmla="*/ 8218531 w 11269336"/>
              <a:gd name="connsiteY54" fmla="*/ 1107622 h 2323145"/>
              <a:gd name="connsiteX55" fmla="*/ 8197391 w 11269336"/>
              <a:gd name="connsiteY55" fmla="*/ 1107746 h 2323145"/>
              <a:gd name="connsiteX56" fmla="*/ 8081474 w 11269336"/>
              <a:gd name="connsiteY56" fmla="*/ 1130125 h 2323145"/>
              <a:gd name="connsiteX57" fmla="*/ 8053585 w 11269336"/>
              <a:gd name="connsiteY57" fmla="*/ 1129169 h 2323145"/>
              <a:gd name="connsiteX58" fmla="*/ 8038422 w 11269336"/>
              <a:gd name="connsiteY58" fmla="*/ 1119092 h 2323145"/>
              <a:gd name="connsiteX59" fmla="*/ 8029450 w 11269336"/>
              <a:gd name="connsiteY59" fmla="*/ 1125592 h 2323145"/>
              <a:gd name="connsiteX60" fmla="*/ 7959552 w 11269336"/>
              <a:gd name="connsiteY60" fmla="*/ 1140188 h 2323145"/>
              <a:gd name="connsiteX61" fmla="*/ 7914188 w 11269336"/>
              <a:gd name="connsiteY61" fmla="*/ 1150862 h 2323145"/>
              <a:gd name="connsiteX62" fmla="*/ 7914918 w 11269336"/>
              <a:gd name="connsiteY62" fmla="*/ 1168758 h 2323145"/>
              <a:gd name="connsiteX63" fmla="*/ 7875510 w 11269336"/>
              <a:gd name="connsiteY63" fmla="*/ 1183153 h 2323145"/>
              <a:gd name="connsiteX64" fmla="*/ 7829932 w 11269336"/>
              <a:gd name="connsiteY64" fmla="*/ 1180782 h 2323145"/>
              <a:gd name="connsiteX65" fmla="*/ 7779182 w 11269336"/>
              <a:gd name="connsiteY65" fmla="*/ 1192665 h 2323145"/>
              <a:gd name="connsiteX66" fmla="*/ 7748774 w 11269336"/>
              <a:gd name="connsiteY66" fmla="*/ 1199586 h 2323145"/>
              <a:gd name="connsiteX67" fmla="*/ 7671846 w 11269336"/>
              <a:gd name="connsiteY67" fmla="*/ 1231966 h 2323145"/>
              <a:gd name="connsiteX68" fmla="*/ 7554146 w 11269336"/>
              <a:gd name="connsiteY68" fmla="*/ 1319748 h 2323145"/>
              <a:gd name="connsiteX69" fmla="*/ 7515052 w 11269336"/>
              <a:gd name="connsiteY69" fmla="*/ 1336718 h 2323145"/>
              <a:gd name="connsiteX70" fmla="*/ 7507193 w 11269336"/>
              <a:gd name="connsiteY70" fmla="*/ 1334617 h 2323145"/>
              <a:gd name="connsiteX71" fmla="*/ 7461694 w 11269336"/>
              <a:gd name="connsiteY71" fmla="*/ 1375866 h 2323145"/>
              <a:gd name="connsiteX72" fmla="*/ 7377571 w 11269336"/>
              <a:gd name="connsiteY72" fmla="*/ 1400128 h 2323145"/>
              <a:gd name="connsiteX73" fmla="*/ 7311261 w 11269336"/>
              <a:gd name="connsiteY73" fmla="*/ 1412652 h 2323145"/>
              <a:gd name="connsiteX74" fmla="*/ 7275307 w 11269336"/>
              <a:gd name="connsiteY74" fmla="*/ 1422171 h 2323145"/>
              <a:gd name="connsiteX75" fmla="*/ 7247783 w 11269336"/>
              <a:gd name="connsiteY75" fmla="*/ 1426330 h 2323145"/>
              <a:gd name="connsiteX76" fmla="*/ 7185047 w 11269336"/>
              <a:gd name="connsiteY76" fmla="*/ 1451812 h 2323145"/>
              <a:gd name="connsiteX77" fmla="*/ 7084117 w 11269336"/>
              <a:gd name="connsiteY77" fmla="*/ 1500281 h 2323145"/>
              <a:gd name="connsiteX78" fmla="*/ 7062011 w 11269336"/>
              <a:gd name="connsiteY78" fmla="*/ 1509183 h 2323145"/>
              <a:gd name="connsiteX79" fmla="*/ 7040555 w 11269336"/>
              <a:gd name="connsiteY79" fmla="*/ 1511207 h 2323145"/>
              <a:gd name="connsiteX80" fmla="*/ 7033438 w 11269336"/>
              <a:gd name="connsiteY80" fmla="*/ 1506772 h 2323145"/>
              <a:gd name="connsiteX81" fmla="*/ 7020886 w 11269336"/>
              <a:gd name="connsiteY81" fmla="*/ 1510764 h 2323145"/>
              <a:gd name="connsiteX82" fmla="*/ 7017033 w 11269336"/>
              <a:gd name="connsiteY82" fmla="*/ 1510650 h 2323145"/>
              <a:gd name="connsiteX83" fmla="*/ 6995460 w 11269336"/>
              <a:gd name="connsiteY83" fmla="*/ 1511173 h 2323145"/>
              <a:gd name="connsiteX84" fmla="*/ 6962144 w 11269336"/>
              <a:gd name="connsiteY84" fmla="*/ 1541508 h 2323145"/>
              <a:gd name="connsiteX85" fmla="*/ 6910674 w 11269336"/>
              <a:gd name="connsiteY85" fmla="*/ 1554793 h 2323145"/>
              <a:gd name="connsiteX86" fmla="*/ 6732152 w 11269336"/>
              <a:gd name="connsiteY86" fmla="*/ 1642538 h 2323145"/>
              <a:gd name="connsiteX87" fmla="*/ 6694106 w 11269336"/>
              <a:gd name="connsiteY87" fmla="*/ 1632377 h 2323145"/>
              <a:gd name="connsiteX88" fmla="*/ 6617223 w 11269336"/>
              <a:gd name="connsiteY88" fmla="*/ 1659889 h 2323145"/>
              <a:gd name="connsiteX89" fmla="*/ 6521138 w 11269336"/>
              <a:gd name="connsiteY89" fmla="*/ 1744340 h 2323145"/>
              <a:gd name="connsiteX90" fmla="*/ 6380677 w 11269336"/>
              <a:gd name="connsiteY90" fmla="*/ 1796883 h 2323145"/>
              <a:gd name="connsiteX91" fmla="*/ 6374897 w 11269336"/>
              <a:gd name="connsiteY91" fmla="*/ 1809910 h 2323145"/>
              <a:gd name="connsiteX92" fmla="*/ 6364545 w 11269336"/>
              <a:gd name="connsiteY92" fmla="*/ 1820090 h 2323145"/>
              <a:gd name="connsiteX93" fmla="*/ 6362126 w 11269336"/>
              <a:gd name="connsiteY93" fmla="*/ 1819991 h 2323145"/>
              <a:gd name="connsiteX94" fmla="*/ 6346673 w 11269336"/>
              <a:gd name="connsiteY94" fmla="*/ 1827824 h 2323145"/>
              <a:gd name="connsiteX95" fmla="*/ 6345588 w 11269336"/>
              <a:gd name="connsiteY95" fmla="*/ 1832232 h 2323145"/>
              <a:gd name="connsiteX96" fmla="*/ 6335708 w 11269336"/>
              <a:gd name="connsiteY96" fmla="*/ 1838451 h 2323145"/>
              <a:gd name="connsiteX97" fmla="*/ 6318182 w 11269336"/>
              <a:gd name="connsiteY97" fmla="*/ 1852975 h 2323145"/>
              <a:gd name="connsiteX98" fmla="*/ 6313084 w 11269336"/>
              <a:gd name="connsiteY98" fmla="*/ 1853561 h 2323145"/>
              <a:gd name="connsiteX99" fmla="*/ 6283816 w 11269336"/>
              <a:gd name="connsiteY99" fmla="*/ 1872148 h 2323145"/>
              <a:gd name="connsiteX100" fmla="*/ 6282550 w 11269336"/>
              <a:gd name="connsiteY100" fmla="*/ 1871392 h 2323145"/>
              <a:gd name="connsiteX101" fmla="*/ 6270527 w 11269336"/>
              <a:gd name="connsiteY101" fmla="*/ 1872208 h 2323145"/>
              <a:gd name="connsiteX102" fmla="*/ 6249518 w 11269336"/>
              <a:gd name="connsiteY102" fmla="*/ 1876079 h 2323145"/>
              <a:gd name="connsiteX103" fmla="*/ 6190386 w 11269336"/>
              <a:gd name="connsiteY103" fmla="*/ 1872478 h 2323145"/>
              <a:gd name="connsiteX104" fmla="*/ 6159777 w 11269336"/>
              <a:gd name="connsiteY104" fmla="*/ 1891745 h 2323145"/>
              <a:gd name="connsiteX105" fmla="*/ 6153131 w 11269336"/>
              <a:gd name="connsiteY105" fmla="*/ 1895079 h 2323145"/>
              <a:gd name="connsiteX106" fmla="*/ 6152798 w 11269336"/>
              <a:gd name="connsiteY106" fmla="*/ 1894920 h 2323145"/>
              <a:gd name="connsiteX107" fmla="*/ 6145388 w 11269336"/>
              <a:gd name="connsiteY107" fmla="*/ 1897990 h 2323145"/>
              <a:gd name="connsiteX108" fmla="*/ 6141014 w 11269336"/>
              <a:gd name="connsiteY108" fmla="*/ 1901155 h 2323145"/>
              <a:gd name="connsiteX109" fmla="*/ 6128122 w 11269336"/>
              <a:gd name="connsiteY109" fmla="*/ 1907623 h 2323145"/>
              <a:gd name="connsiteX110" fmla="*/ 6122351 w 11269336"/>
              <a:gd name="connsiteY110" fmla="*/ 1908359 h 2323145"/>
              <a:gd name="connsiteX111" fmla="*/ 6064750 w 11269336"/>
              <a:gd name="connsiteY111" fmla="*/ 1896394 h 2323145"/>
              <a:gd name="connsiteX112" fmla="*/ 5964230 w 11269336"/>
              <a:gd name="connsiteY112" fmla="*/ 1910038 h 2323145"/>
              <a:gd name="connsiteX113" fmla="*/ 5865399 w 11269336"/>
              <a:gd name="connsiteY113" fmla="*/ 1926966 h 2323145"/>
              <a:gd name="connsiteX114" fmla="*/ 5829951 w 11269336"/>
              <a:gd name="connsiteY114" fmla="*/ 1934755 h 2323145"/>
              <a:gd name="connsiteX115" fmla="*/ 5765285 w 11269336"/>
              <a:gd name="connsiteY115" fmla="*/ 1941322 h 2323145"/>
              <a:gd name="connsiteX116" fmla="*/ 5734750 w 11269336"/>
              <a:gd name="connsiteY116" fmla="*/ 1939793 h 2323145"/>
              <a:gd name="connsiteX117" fmla="*/ 5733569 w 11269336"/>
              <a:gd name="connsiteY117" fmla="*/ 1940505 h 2323145"/>
              <a:gd name="connsiteX118" fmla="*/ 5730329 w 11269336"/>
              <a:gd name="connsiteY118" fmla="*/ 1937845 h 2323145"/>
              <a:gd name="connsiteX119" fmla="*/ 5724661 w 11269336"/>
              <a:gd name="connsiteY119" fmla="*/ 1937455 h 2323145"/>
              <a:gd name="connsiteX120" fmla="*/ 5710186 w 11269336"/>
              <a:gd name="connsiteY120" fmla="*/ 1941370 h 2323145"/>
              <a:gd name="connsiteX121" fmla="*/ 5704910 w 11269336"/>
              <a:gd name="connsiteY121" fmla="*/ 1943663 h 2323145"/>
              <a:gd name="connsiteX122" fmla="*/ 5696836 w 11269336"/>
              <a:gd name="connsiteY122" fmla="*/ 1945271 h 2323145"/>
              <a:gd name="connsiteX123" fmla="*/ 5696583 w 11269336"/>
              <a:gd name="connsiteY123" fmla="*/ 1945050 h 2323145"/>
              <a:gd name="connsiteX124" fmla="*/ 5689123 w 11269336"/>
              <a:gd name="connsiteY124" fmla="*/ 1947067 h 2323145"/>
              <a:gd name="connsiteX125" fmla="*/ 5653291 w 11269336"/>
              <a:gd name="connsiteY125" fmla="*/ 1960245 h 2323145"/>
              <a:gd name="connsiteX126" fmla="*/ 5599385 w 11269336"/>
              <a:gd name="connsiteY126" fmla="*/ 1945198 h 2323145"/>
              <a:gd name="connsiteX127" fmla="*/ 5578300 w 11269336"/>
              <a:gd name="connsiteY127" fmla="*/ 1944963 h 2323145"/>
              <a:gd name="connsiteX128" fmla="*/ 5566758 w 11269336"/>
              <a:gd name="connsiteY128" fmla="*/ 1943441 h 2323145"/>
              <a:gd name="connsiteX129" fmla="*/ 5565857 w 11269336"/>
              <a:gd name="connsiteY129" fmla="*/ 1942445 h 2323145"/>
              <a:gd name="connsiteX130" fmla="*/ 5531534 w 11269336"/>
              <a:gd name="connsiteY130" fmla="*/ 1955208 h 2323145"/>
              <a:gd name="connsiteX131" fmla="*/ 5526552 w 11269336"/>
              <a:gd name="connsiteY131" fmla="*/ 1954799 h 2323145"/>
              <a:gd name="connsiteX132" fmla="*/ 5504723 w 11269336"/>
              <a:gd name="connsiteY132" fmla="*/ 1965811 h 2323145"/>
              <a:gd name="connsiteX133" fmla="*/ 5493156 w 11269336"/>
              <a:gd name="connsiteY133" fmla="*/ 1970063 h 2323145"/>
              <a:gd name="connsiteX134" fmla="*/ 5490486 w 11269336"/>
              <a:gd name="connsiteY134" fmla="*/ 1974227 h 2323145"/>
              <a:gd name="connsiteX135" fmla="*/ 5473107 w 11269336"/>
              <a:gd name="connsiteY135" fmla="*/ 1979001 h 2323145"/>
              <a:gd name="connsiteX136" fmla="*/ 5470885 w 11269336"/>
              <a:gd name="connsiteY136" fmla="*/ 1978432 h 2323145"/>
              <a:gd name="connsiteX137" fmla="*/ 5457393 w 11269336"/>
              <a:gd name="connsiteY137" fmla="*/ 1986525 h 2323145"/>
              <a:gd name="connsiteX138" fmla="*/ 5447102 w 11269336"/>
              <a:gd name="connsiteY138" fmla="*/ 1998329 h 2323145"/>
              <a:gd name="connsiteX139" fmla="*/ 5092476 w 11269336"/>
              <a:gd name="connsiteY139" fmla="*/ 2100737 h 2323145"/>
              <a:gd name="connsiteX140" fmla="*/ 5060738 w 11269336"/>
              <a:gd name="connsiteY140" fmla="*/ 2083274 h 2323145"/>
              <a:gd name="connsiteX141" fmla="*/ 4860988 w 11269336"/>
              <a:gd name="connsiteY141" fmla="*/ 2135698 h 2323145"/>
              <a:gd name="connsiteX142" fmla="*/ 4807902 w 11269336"/>
              <a:gd name="connsiteY142" fmla="*/ 2138894 h 2323145"/>
              <a:gd name="connsiteX143" fmla="*/ 4765388 w 11269336"/>
              <a:gd name="connsiteY143" fmla="*/ 2162525 h 2323145"/>
              <a:gd name="connsiteX144" fmla="*/ 4745033 w 11269336"/>
              <a:gd name="connsiteY144" fmla="*/ 2158859 h 2323145"/>
              <a:gd name="connsiteX145" fmla="*/ 4741475 w 11269336"/>
              <a:gd name="connsiteY145" fmla="*/ 2157998 h 2323145"/>
              <a:gd name="connsiteX146" fmla="*/ 4728247 w 11269336"/>
              <a:gd name="connsiteY146" fmla="*/ 2159526 h 2323145"/>
              <a:gd name="connsiteX147" fmla="*/ 4723263 w 11269336"/>
              <a:gd name="connsiteY147" fmla="*/ 2153742 h 2323145"/>
              <a:gd name="connsiteX148" fmla="*/ 4702453 w 11269336"/>
              <a:gd name="connsiteY148" fmla="*/ 2151586 h 2323145"/>
              <a:gd name="connsiteX149" fmla="*/ 4678455 w 11269336"/>
              <a:gd name="connsiteY149" fmla="*/ 2156131 h 2323145"/>
              <a:gd name="connsiteX150" fmla="*/ 4593061 w 11269336"/>
              <a:gd name="connsiteY150" fmla="*/ 2171597 h 2323145"/>
              <a:gd name="connsiteX151" fmla="*/ 4579902 w 11269336"/>
              <a:gd name="connsiteY151" fmla="*/ 2177927 h 2323145"/>
              <a:gd name="connsiteX152" fmla="*/ 4533444 w 11269336"/>
              <a:gd name="connsiteY152" fmla="*/ 2181200 h 2323145"/>
              <a:gd name="connsiteX153" fmla="*/ 4492832 w 11269336"/>
              <a:gd name="connsiteY153" fmla="*/ 2188033 h 2323145"/>
              <a:gd name="connsiteX154" fmla="*/ 4467257 w 11269336"/>
              <a:gd name="connsiteY154" fmla="*/ 2196121 h 2323145"/>
              <a:gd name="connsiteX155" fmla="*/ 4459937 w 11269336"/>
              <a:gd name="connsiteY155" fmla="*/ 2195182 h 2323145"/>
              <a:gd name="connsiteX156" fmla="*/ 4433312 w 11269336"/>
              <a:gd name="connsiteY156" fmla="*/ 2199004 h 2323145"/>
              <a:gd name="connsiteX157" fmla="*/ 4420601 w 11269336"/>
              <a:gd name="connsiteY157" fmla="*/ 2205158 h 2323145"/>
              <a:gd name="connsiteX158" fmla="*/ 4405765 w 11269336"/>
              <a:gd name="connsiteY158" fmla="*/ 2199902 h 2323145"/>
              <a:gd name="connsiteX159" fmla="*/ 4401354 w 11269336"/>
              <a:gd name="connsiteY159" fmla="*/ 2194745 h 2323145"/>
              <a:gd name="connsiteX160" fmla="*/ 4383151 w 11269336"/>
              <a:gd name="connsiteY160" fmla="*/ 2201140 h 2323145"/>
              <a:gd name="connsiteX161" fmla="*/ 4366646 w 11269336"/>
              <a:gd name="connsiteY161" fmla="*/ 2198564 h 2323145"/>
              <a:gd name="connsiteX162" fmla="*/ 4354009 w 11269336"/>
              <a:gd name="connsiteY162" fmla="*/ 2204984 h 2323145"/>
              <a:gd name="connsiteX163" fmla="*/ 4348284 w 11269336"/>
              <a:gd name="connsiteY163" fmla="*/ 2205270 h 2323145"/>
              <a:gd name="connsiteX164" fmla="*/ 4333906 w 11269336"/>
              <a:gd name="connsiteY164" fmla="*/ 2205251 h 2323145"/>
              <a:gd name="connsiteX165" fmla="*/ 4308819 w 11269336"/>
              <a:gd name="connsiteY165" fmla="*/ 2203822 h 2323145"/>
              <a:gd name="connsiteX166" fmla="*/ 4301210 w 11269336"/>
              <a:gd name="connsiteY166" fmla="*/ 2204456 h 2323145"/>
              <a:gd name="connsiteX167" fmla="*/ 4283095 w 11269336"/>
              <a:gd name="connsiteY167" fmla="*/ 2198177 h 2323145"/>
              <a:gd name="connsiteX168" fmla="*/ 4250119 w 11269336"/>
              <a:gd name="connsiteY168" fmla="*/ 2196342 h 2323145"/>
              <a:gd name="connsiteX169" fmla="*/ 4189203 w 11269336"/>
              <a:gd name="connsiteY169" fmla="*/ 2178994 h 2323145"/>
              <a:gd name="connsiteX170" fmla="*/ 4154035 w 11269336"/>
              <a:gd name="connsiteY170" fmla="*/ 2171950 h 2323145"/>
              <a:gd name="connsiteX171" fmla="*/ 4129569 w 11269336"/>
              <a:gd name="connsiteY171" fmla="*/ 2163850 h 2323145"/>
              <a:gd name="connsiteX172" fmla="*/ 4061250 w 11269336"/>
              <a:gd name="connsiteY172" fmla="*/ 2159236 h 2323145"/>
              <a:gd name="connsiteX173" fmla="*/ 3945480 w 11269336"/>
              <a:gd name="connsiteY173" fmla="*/ 2158279 h 2323145"/>
              <a:gd name="connsiteX174" fmla="*/ 3921468 w 11269336"/>
              <a:gd name="connsiteY174" fmla="*/ 2156588 h 2323145"/>
              <a:gd name="connsiteX175" fmla="*/ 3903348 w 11269336"/>
              <a:gd name="connsiteY175" fmla="*/ 2149220 h 2323145"/>
              <a:gd name="connsiteX176" fmla="*/ 3901342 w 11269336"/>
              <a:gd name="connsiteY176" fmla="*/ 2142355 h 2323145"/>
              <a:gd name="connsiteX177" fmla="*/ 3888539 w 11269336"/>
              <a:gd name="connsiteY177" fmla="*/ 2140476 h 2323145"/>
              <a:gd name="connsiteX178" fmla="*/ 3885662 w 11269336"/>
              <a:gd name="connsiteY178" fmla="*/ 2138740 h 2323145"/>
              <a:gd name="connsiteX179" fmla="*/ 3868627 w 11269336"/>
              <a:gd name="connsiteY179" fmla="*/ 2130023 h 2323145"/>
              <a:gd name="connsiteX180" fmla="*/ 3819177 w 11269336"/>
              <a:gd name="connsiteY180" fmla="*/ 2142111 h 2323145"/>
              <a:gd name="connsiteX181" fmla="*/ 3769100 w 11269336"/>
              <a:gd name="connsiteY181" fmla="*/ 2131731 h 2323145"/>
              <a:gd name="connsiteX182" fmla="*/ 3562752 w 11269336"/>
              <a:gd name="connsiteY182" fmla="*/ 2131785 h 2323145"/>
              <a:gd name="connsiteX183" fmla="*/ 3541402 w 11269336"/>
              <a:gd name="connsiteY183" fmla="*/ 2106821 h 2323145"/>
              <a:gd name="connsiteX184" fmla="*/ 3460591 w 11269336"/>
              <a:gd name="connsiteY184" fmla="*/ 2097951 h 2323145"/>
              <a:gd name="connsiteX185" fmla="*/ 3320348 w 11269336"/>
              <a:gd name="connsiteY185" fmla="*/ 2130191 h 2323145"/>
              <a:gd name="connsiteX186" fmla="*/ 3170922 w 11269336"/>
              <a:gd name="connsiteY186" fmla="*/ 2115957 h 2323145"/>
              <a:gd name="connsiteX187" fmla="*/ 3156256 w 11269336"/>
              <a:gd name="connsiteY187" fmla="*/ 2124773 h 2323145"/>
              <a:gd name="connsiteX188" fmla="*/ 3140298 w 11269336"/>
              <a:gd name="connsiteY188" fmla="*/ 2129182 h 2323145"/>
              <a:gd name="connsiteX189" fmla="*/ 3138514 w 11269336"/>
              <a:gd name="connsiteY189" fmla="*/ 2128069 h 2323145"/>
              <a:gd name="connsiteX190" fmla="*/ 3120467 w 11269336"/>
              <a:gd name="connsiteY190" fmla="*/ 2128281 h 2323145"/>
              <a:gd name="connsiteX191" fmla="*/ 3116175 w 11269336"/>
              <a:gd name="connsiteY191" fmla="*/ 2131633 h 2323145"/>
              <a:gd name="connsiteX192" fmla="*/ 3103685 w 11269336"/>
              <a:gd name="connsiteY192" fmla="*/ 2132814 h 2323145"/>
              <a:gd name="connsiteX193" fmla="*/ 3078794 w 11269336"/>
              <a:gd name="connsiteY193" fmla="*/ 2137935 h 2323145"/>
              <a:gd name="connsiteX194" fmla="*/ 3074407 w 11269336"/>
              <a:gd name="connsiteY194" fmla="*/ 2136274 h 2323145"/>
              <a:gd name="connsiteX195" fmla="*/ 3037285 w 11269336"/>
              <a:gd name="connsiteY195" fmla="*/ 2139919 h 2323145"/>
              <a:gd name="connsiteX196" fmla="*/ 3036901 w 11269336"/>
              <a:gd name="connsiteY196" fmla="*/ 2138726 h 2323145"/>
              <a:gd name="connsiteX197" fmla="*/ 3026996 w 11269336"/>
              <a:gd name="connsiteY197" fmla="*/ 2134322 h 2323145"/>
              <a:gd name="connsiteX198" fmla="*/ 3007772 w 11269336"/>
              <a:gd name="connsiteY198" fmla="*/ 2128742 h 2323145"/>
              <a:gd name="connsiteX199" fmla="*/ 2965030 w 11269336"/>
              <a:gd name="connsiteY199" fmla="*/ 2100494 h 2323145"/>
              <a:gd name="connsiteX200" fmla="*/ 2926342 w 11269336"/>
              <a:gd name="connsiteY200" fmla="*/ 2104155 h 2323145"/>
              <a:gd name="connsiteX201" fmla="*/ 2918608 w 11269336"/>
              <a:gd name="connsiteY201" fmla="*/ 2104215 h 2323145"/>
              <a:gd name="connsiteX202" fmla="*/ 2918475 w 11269336"/>
              <a:gd name="connsiteY202" fmla="*/ 2103937 h 2323145"/>
              <a:gd name="connsiteX203" fmla="*/ 2910360 w 11269336"/>
              <a:gd name="connsiteY203" fmla="*/ 2103444 h 2323145"/>
              <a:gd name="connsiteX204" fmla="*/ 2904507 w 11269336"/>
              <a:gd name="connsiteY204" fmla="*/ 2104326 h 2323145"/>
              <a:gd name="connsiteX205" fmla="*/ 2889503 w 11269336"/>
              <a:gd name="connsiteY205" fmla="*/ 2104443 h 2323145"/>
              <a:gd name="connsiteX206" fmla="*/ 2884480 w 11269336"/>
              <a:gd name="connsiteY206" fmla="*/ 2102626 h 2323145"/>
              <a:gd name="connsiteX207" fmla="*/ 2882689 w 11269336"/>
              <a:gd name="connsiteY207" fmla="*/ 2099228 h 2323145"/>
              <a:gd name="connsiteX208" fmla="*/ 2881291 w 11269336"/>
              <a:gd name="connsiteY208" fmla="*/ 2099618 h 2323145"/>
              <a:gd name="connsiteX209" fmla="*/ 2853979 w 11269336"/>
              <a:gd name="connsiteY209" fmla="*/ 2090388 h 2323145"/>
              <a:gd name="connsiteX210" fmla="*/ 2791790 w 11269336"/>
              <a:gd name="connsiteY210" fmla="*/ 2080332 h 2323145"/>
              <a:gd name="connsiteX211" fmla="*/ 2755844 w 11269336"/>
              <a:gd name="connsiteY211" fmla="*/ 2078874 h 2323145"/>
              <a:gd name="connsiteX212" fmla="*/ 2657742 w 11269336"/>
              <a:gd name="connsiteY212" fmla="*/ 2070179 h 2323145"/>
              <a:gd name="connsiteX213" fmla="*/ 2559549 w 11269336"/>
              <a:gd name="connsiteY213" fmla="*/ 2057873 h 2323145"/>
              <a:gd name="connsiteX214" fmla="*/ 2512054 w 11269336"/>
              <a:gd name="connsiteY214" fmla="*/ 2031671 h 2323145"/>
              <a:gd name="connsiteX215" fmla="*/ 2506437 w 11269336"/>
              <a:gd name="connsiteY215" fmla="*/ 2030918 h 2323145"/>
              <a:gd name="connsiteX216" fmla="*/ 2491752 w 11269336"/>
              <a:gd name="connsiteY216" fmla="*/ 2033906 h 2323145"/>
              <a:gd name="connsiteX217" fmla="*/ 2486338 w 11269336"/>
              <a:gd name="connsiteY217" fmla="*/ 2035862 h 2323145"/>
              <a:gd name="connsiteX218" fmla="*/ 2478186 w 11269336"/>
              <a:gd name="connsiteY218" fmla="*/ 2036953 h 2323145"/>
              <a:gd name="connsiteX219" fmla="*/ 2477950 w 11269336"/>
              <a:gd name="connsiteY219" fmla="*/ 2036715 h 2323145"/>
              <a:gd name="connsiteX220" fmla="*/ 2470381 w 11269336"/>
              <a:gd name="connsiteY220" fmla="*/ 2038256 h 2323145"/>
              <a:gd name="connsiteX221" fmla="*/ 2433781 w 11269336"/>
              <a:gd name="connsiteY221" fmla="*/ 2049140 h 2323145"/>
              <a:gd name="connsiteX222" fmla="*/ 2381172 w 11269336"/>
              <a:gd name="connsiteY222" fmla="*/ 2030645 h 2323145"/>
              <a:gd name="connsiteX223" fmla="*/ 2360198 w 11269336"/>
              <a:gd name="connsiteY223" fmla="*/ 2029059 h 2323145"/>
              <a:gd name="connsiteX224" fmla="*/ 2348815 w 11269336"/>
              <a:gd name="connsiteY224" fmla="*/ 2026798 h 2323145"/>
              <a:gd name="connsiteX225" fmla="*/ 2347988 w 11269336"/>
              <a:gd name="connsiteY225" fmla="*/ 2025745 h 2323145"/>
              <a:gd name="connsiteX226" fmla="*/ 2312920 w 11269336"/>
              <a:gd name="connsiteY226" fmla="*/ 2036311 h 2323145"/>
              <a:gd name="connsiteX227" fmla="*/ 2307986 w 11269336"/>
              <a:gd name="connsiteY227" fmla="*/ 2035583 h 2323145"/>
              <a:gd name="connsiteX228" fmla="*/ 2285481 w 11269336"/>
              <a:gd name="connsiteY228" fmla="*/ 2045197 h 2323145"/>
              <a:gd name="connsiteX229" fmla="*/ 2273666 w 11269336"/>
              <a:gd name="connsiteY229" fmla="*/ 2048710 h 2323145"/>
              <a:gd name="connsiteX230" fmla="*/ 2270719 w 11269336"/>
              <a:gd name="connsiteY230" fmla="*/ 2052702 h 2323145"/>
              <a:gd name="connsiteX231" fmla="*/ 2253080 w 11269336"/>
              <a:gd name="connsiteY231" fmla="*/ 2056363 h 2323145"/>
              <a:gd name="connsiteX232" fmla="*/ 2250906 w 11269336"/>
              <a:gd name="connsiteY232" fmla="*/ 2055654 h 2323145"/>
              <a:gd name="connsiteX233" fmla="*/ 2236905 w 11269336"/>
              <a:gd name="connsiteY233" fmla="*/ 2062882 h 2323145"/>
              <a:gd name="connsiteX234" fmla="*/ 2225830 w 11269336"/>
              <a:gd name="connsiteY234" fmla="*/ 2074027 h 2323145"/>
              <a:gd name="connsiteX235" fmla="*/ 2073776 w 11269336"/>
              <a:gd name="connsiteY235" fmla="*/ 2089244 h 2323145"/>
              <a:gd name="connsiteX236" fmla="*/ 1948256 w 11269336"/>
              <a:gd name="connsiteY236" fmla="*/ 2146616 h 2323145"/>
              <a:gd name="connsiteX237" fmla="*/ 1865582 w 11269336"/>
              <a:gd name="connsiteY237" fmla="*/ 2153738 h 2323145"/>
              <a:gd name="connsiteX238" fmla="*/ 1835210 w 11269336"/>
              <a:gd name="connsiteY238" fmla="*/ 2134244 h 2323145"/>
              <a:gd name="connsiteX239" fmla="*/ 1632661 w 11269336"/>
              <a:gd name="connsiteY239" fmla="*/ 2173882 h 2323145"/>
              <a:gd name="connsiteX240" fmla="*/ 1579590 w 11269336"/>
              <a:gd name="connsiteY240" fmla="*/ 2173680 h 2323145"/>
              <a:gd name="connsiteX241" fmla="*/ 1535601 w 11269336"/>
              <a:gd name="connsiteY241" fmla="*/ 2194590 h 2323145"/>
              <a:gd name="connsiteX242" fmla="*/ 1515594 w 11269336"/>
              <a:gd name="connsiteY242" fmla="*/ 2189622 h 2323145"/>
              <a:gd name="connsiteX243" fmla="*/ 1512113 w 11269336"/>
              <a:gd name="connsiteY243" fmla="*/ 2188534 h 2323145"/>
              <a:gd name="connsiteX244" fmla="*/ 1498838 w 11269336"/>
              <a:gd name="connsiteY244" fmla="*/ 2189213 h 2323145"/>
              <a:gd name="connsiteX245" fmla="*/ 1494279 w 11269336"/>
              <a:gd name="connsiteY245" fmla="*/ 2183112 h 2323145"/>
              <a:gd name="connsiteX246" fmla="*/ 1473714 w 11269336"/>
              <a:gd name="connsiteY246" fmla="*/ 2179625 h 2323145"/>
              <a:gd name="connsiteX247" fmla="*/ 1449503 w 11269336"/>
              <a:gd name="connsiteY247" fmla="*/ 2182633 h 2323145"/>
              <a:gd name="connsiteX248" fmla="*/ 1335495 w 11269336"/>
              <a:gd name="connsiteY248" fmla="*/ 2203940 h 2323145"/>
              <a:gd name="connsiteX249" fmla="*/ 1266687 w 11269336"/>
              <a:gd name="connsiteY249" fmla="*/ 2212688 h 2323145"/>
              <a:gd name="connsiteX250" fmla="*/ 1239614 w 11269336"/>
              <a:gd name="connsiteY250" fmla="*/ 2209727 h 2323145"/>
              <a:gd name="connsiteX251" fmla="*/ 1202436 w 11269336"/>
              <a:gd name="connsiteY251" fmla="*/ 2209817 h 2323145"/>
              <a:gd name="connsiteX252" fmla="*/ 1136097 w 11269336"/>
              <a:gd name="connsiteY252" fmla="*/ 2205112 h 2323145"/>
              <a:gd name="connsiteX253" fmla="*/ 1048229 w 11269336"/>
              <a:gd name="connsiteY253" fmla="*/ 2207249 h 2323145"/>
              <a:gd name="connsiteX254" fmla="*/ 988232 w 11269336"/>
              <a:gd name="connsiteY254" fmla="*/ 2235635 h 2323145"/>
              <a:gd name="connsiteX255" fmla="*/ 981959 w 11269336"/>
              <a:gd name="connsiteY255" fmla="*/ 2231607 h 2323145"/>
              <a:gd name="connsiteX256" fmla="*/ 938600 w 11269336"/>
              <a:gd name="connsiteY256" fmla="*/ 2238113 h 2323145"/>
              <a:gd name="connsiteX257" fmla="*/ 791788 w 11269336"/>
              <a:gd name="connsiteY257" fmla="*/ 2293224 h 2323145"/>
              <a:gd name="connsiteX258" fmla="*/ 706914 w 11269336"/>
              <a:gd name="connsiteY258" fmla="*/ 2305046 h 2323145"/>
              <a:gd name="connsiteX259" fmla="*/ 675971 w 11269336"/>
              <a:gd name="connsiteY259" fmla="*/ 2304030 h 2323145"/>
              <a:gd name="connsiteX260" fmla="*/ 624180 w 11269336"/>
              <a:gd name="connsiteY260" fmla="*/ 2302650 h 2323145"/>
              <a:gd name="connsiteX261" fmla="*/ 583453 w 11269336"/>
              <a:gd name="connsiteY261" fmla="*/ 2288788 h 2323145"/>
              <a:gd name="connsiteX262" fmla="*/ 540946 w 11269336"/>
              <a:gd name="connsiteY262" fmla="*/ 2292721 h 2323145"/>
              <a:gd name="connsiteX263" fmla="*/ 533680 w 11269336"/>
              <a:gd name="connsiteY263" fmla="*/ 2310233 h 2323145"/>
              <a:gd name="connsiteX264" fmla="*/ 487366 w 11269336"/>
              <a:gd name="connsiteY264" fmla="*/ 2309053 h 2323145"/>
              <a:gd name="connsiteX265" fmla="*/ 416820 w 11269336"/>
              <a:gd name="connsiteY265" fmla="*/ 2305443 h 2323145"/>
              <a:gd name="connsiteX266" fmla="*/ 376805 w 11269336"/>
              <a:gd name="connsiteY266" fmla="*/ 2307647 h 2323145"/>
              <a:gd name="connsiteX267" fmla="*/ 266777 w 11269336"/>
              <a:gd name="connsiteY267" fmla="*/ 2309012 h 2323145"/>
              <a:gd name="connsiteX268" fmla="*/ 156013 w 11269336"/>
              <a:gd name="connsiteY268" fmla="*/ 2306832 h 2323145"/>
              <a:gd name="connsiteX269" fmla="*/ 87258 w 11269336"/>
              <a:gd name="connsiteY269" fmla="*/ 2285511 h 2323145"/>
              <a:gd name="connsiteX270" fmla="*/ 23798 w 11269336"/>
              <a:gd name="connsiteY270" fmla="*/ 2281822 h 2323145"/>
              <a:gd name="connsiteX271" fmla="*/ 0 w 11269336"/>
              <a:gd name="connsiteY271" fmla="*/ 2285369 h 2323145"/>
              <a:gd name="connsiteX272" fmla="*/ 0 w 11269336"/>
              <a:gd name="connsiteY272"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742561 w 11269336"/>
              <a:gd name="connsiteY18" fmla="*/ 500437 h 2323145"/>
              <a:gd name="connsiteX19" fmla="*/ 9561831 w 11269336"/>
              <a:gd name="connsiteY19" fmla="*/ 547649 h 2323145"/>
              <a:gd name="connsiteX20" fmla="*/ 9380600 w 11269336"/>
              <a:gd name="connsiteY20" fmla="*/ 549821 h 2323145"/>
              <a:gd name="connsiteX21" fmla="*/ 9139429 w 11269336"/>
              <a:gd name="connsiteY21" fmla="*/ 696446 h 2323145"/>
              <a:gd name="connsiteX22" fmla="*/ 9114263 w 11269336"/>
              <a:gd name="connsiteY22" fmla="*/ 709213 h 2323145"/>
              <a:gd name="connsiteX23" fmla="*/ 9028928 w 11269336"/>
              <a:gd name="connsiteY23" fmla="*/ 745350 h 2323145"/>
              <a:gd name="connsiteX24" fmla="*/ 8977138 w 11269336"/>
              <a:gd name="connsiteY24" fmla="*/ 774970 h 2323145"/>
              <a:gd name="connsiteX25" fmla="*/ 8947030 w 11269336"/>
              <a:gd name="connsiteY25" fmla="*/ 814934 h 2323145"/>
              <a:gd name="connsiteX26" fmla="*/ 8914746 w 11269336"/>
              <a:gd name="connsiteY26" fmla="*/ 826428 h 2323145"/>
              <a:gd name="connsiteX27" fmla="*/ 8917778 w 11269336"/>
              <a:gd name="connsiteY27" fmla="*/ 835198 h 2323145"/>
              <a:gd name="connsiteX28" fmla="*/ 8905560 w 11269336"/>
              <a:gd name="connsiteY28" fmla="*/ 838358 h 2323145"/>
              <a:gd name="connsiteX29" fmla="*/ 8897564 w 11269336"/>
              <a:gd name="connsiteY29" fmla="*/ 834287 h 2323145"/>
              <a:gd name="connsiteX30" fmla="*/ 8878040 w 11269336"/>
              <a:gd name="connsiteY30" fmla="*/ 844150 h 2323145"/>
              <a:gd name="connsiteX31" fmla="*/ 8882654 w 11269336"/>
              <a:gd name="connsiteY31" fmla="*/ 892768 h 2323145"/>
              <a:gd name="connsiteX32" fmla="*/ 8837498 w 11269336"/>
              <a:gd name="connsiteY32" fmla="*/ 885664 h 2323145"/>
              <a:gd name="connsiteX33" fmla="*/ 8795998 w 11269336"/>
              <a:gd name="connsiteY33" fmla="*/ 863337 h 2323145"/>
              <a:gd name="connsiteX34" fmla="*/ 8776970 w 11269336"/>
              <a:gd name="connsiteY34" fmla="*/ 885177 h 2323145"/>
              <a:gd name="connsiteX35" fmla="*/ 8755719 w 11269336"/>
              <a:gd name="connsiteY35" fmla="*/ 889754 h 2323145"/>
              <a:gd name="connsiteX36" fmla="*/ 8743257 w 11269336"/>
              <a:gd name="connsiteY36" fmla="*/ 904723 h 2323145"/>
              <a:gd name="connsiteX37" fmla="*/ 8721366 w 11269336"/>
              <a:gd name="connsiteY37" fmla="*/ 904711 h 2323145"/>
              <a:gd name="connsiteX38" fmla="*/ 8678353 w 11269336"/>
              <a:gd name="connsiteY38" fmla="*/ 926318 h 2323145"/>
              <a:gd name="connsiteX39" fmla="*/ 8636849 w 11269336"/>
              <a:gd name="connsiteY39" fmla="*/ 937900 h 2323145"/>
              <a:gd name="connsiteX40" fmla="*/ 8620213 w 11269336"/>
              <a:gd name="connsiteY40" fmla="*/ 943068 h 2323145"/>
              <a:gd name="connsiteX41" fmla="*/ 8612581 w 11269336"/>
              <a:gd name="connsiteY41" fmla="*/ 952695 h 2323145"/>
              <a:gd name="connsiteX42" fmla="*/ 8589038 w 11269336"/>
              <a:gd name="connsiteY42" fmla="*/ 963892 h 2323145"/>
              <a:gd name="connsiteX43" fmla="*/ 8579950 w 11269336"/>
              <a:gd name="connsiteY43" fmla="*/ 960899 h 2323145"/>
              <a:gd name="connsiteX44" fmla="*/ 8579319 w 11269336"/>
              <a:gd name="connsiteY44" fmla="*/ 965630 h 2323145"/>
              <a:gd name="connsiteX45" fmla="*/ 8547429 w 11269336"/>
              <a:gd name="connsiteY45" fmla="*/ 984506 h 2323145"/>
              <a:gd name="connsiteX46" fmla="*/ 8478704 w 11269336"/>
              <a:gd name="connsiteY46" fmla="*/ 1025490 h 2323145"/>
              <a:gd name="connsiteX47" fmla="*/ 8461421 w 11269336"/>
              <a:gd name="connsiteY47" fmla="*/ 1035512 h 2323145"/>
              <a:gd name="connsiteX48" fmla="*/ 8445003 w 11269336"/>
              <a:gd name="connsiteY48" fmla="*/ 1036851 h 2323145"/>
              <a:gd name="connsiteX49" fmla="*/ 8357350 w 11269336"/>
              <a:gd name="connsiteY49" fmla="*/ 1060213 h 2323145"/>
              <a:gd name="connsiteX50" fmla="*/ 8335565 w 11269336"/>
              <a:gd name="connsiteY50" fmla="*/ 1061151 h 2323145"/>
              <a:gd name="connsiteX51" fmla="*/ 8325267 w 11269336"/>
              <a:gd name="connsiteY51" fmla="*/ 1055919 h 2323145"/>
              <a:gd name="connsiteX52" fmla="*/ 8293586 w 11269336"/>
              <a:gd name="connsiteY52" fmla="*/ 1076144 h 2323145"/>
              <a:gd name="connsiteX53" fmla="*/ 8242405 w 11269336"/>
              <a:gd name="connsiteY53" fmla="*/ 1095960 h 2323145"/>
              <a:gd name="connsiteX54" fmla="*/ 8218531 w 11269336"/>
              <a:gd name="connsiteY54" fmla="*/ 1107622 h 2323145"/>
              <a:gd name="connsiteX55" fmla="*/ 8197391 w 11269336"/>
              <a:gd name="connsiteY55" fmla="*/ 1107746 h 2323145"/>
              <a:gd name="connsiteX56" fmla="*/ 8081474 w 11269336"/>
              <a:gd name="connsiteY56" fmla="*/ 1130125 h 2323145"/>
              <a:gd name="connsiteX57" fmla="*/ 8053585 w 11269336"/>
              <a:gd name="connsiteY57" fmla="*/ 1129169 h 2323145"/>
              <a:gd name="connsiteX58" fmla="*/ 8038422 w 11269336"/>
              <a:gd name="connsiteY58" fmla="*/ 1119092 h 2323145"/>
              <a:gd name="connsiteX59" fmla="*/ 8029450 w 11269336"/>
              <a:gd name="connsiteY59" fmla="*/ 1125592 h 2323145"/>
              <a:gd name="connsiteX60" fmla="*/ 7959552 w 11269336"/>
              <a:gd name="connsiteY60" fmla="*/ 1140188 h 2323145"/>
              <a:gd name="connsiteX61" fmla="*/ 7914188 w 11269336"/>
              <a:gd name="connsiteY61" fmla="*/ 1150862 h 2323145"/>
              <a:gd name="connsiteX62" fmla="*/ 7914918 w 11269336"/>
              <a:gd name="connsiteY62" fmla="*/ 1168758 h 2323145"/>
              <a:gd name="connsiteX63" fmla="*/ 7875510 w 11269336"/>
              <a:gd name="connsiteY63" fmla="*/ 1183153 h 2323145"/>
              <a:gd name="connsiteX64" fmla="*/ 7829932 w 11269336"/>
              <a:gd name="connsiteY64" fmla="*/ 1180782 h 2323145"/>
              <a:gd name="connsiteX65" fmla="*/ 7779182 w 11269336"/>
              <a:gd name="connsiteY65" fmla="*/ 1192665 h 2323145"/>
              <a:gd name="connsiteX66" fmla="*/ 7748774 w 11269336"/>
              <a:gd name="connsiteY66" fmla="*/ 1199586 h 2323145"/>
              <a:gd name="connsiteX67" fmla="*/ 7671846 w 11269336"/>
              <a:gd name="connsiteY67" fmla="*/ 1231966 h 2323145"/>
              <a:gd name="connsiteX68" fmla="*/ 7554146 w 11269336"/>
              <a:gd name="connsiteY68" fmla="*/ 1319748 h 2323145"/>
              <a:gd name="connsiteX69" fmla="*/ 7515052 w 11269336"/>
              <a:gd name="connsiteY69" fmla="*/ 1336718 h 2323145"/>
              <a:gd name="connsiteX70" fmla="*/ 7507193 w 11269336"/>
              <a:gd name="connsiteY70" fmla="*/ 1334617 h 2323145"/>
              <a:gd name="connsiteX71" fmla="*/ 7461694 w 11269336"/>
              <a:gd name="connsiteY71" fmla="*/ 1375866 h 2323145"/>
              <a:gd name="connsiteX72" fmla="*/ 7377571 w 11269336"/>
              <a:gd name="connsiteY72" fmla="*/ 1400128 h 2323145"/>
              <a:gd name="connsiteX73" fmla="*/ 7311261 w 11269336"/>
              <a:gd name="connsiteY73" fmla="*/ 1412652 h 2323145"/>
              <a:gd name="connsiteX74" fmla="*/ 7275307 w 11269336"/>
              <a:gd name="connsiteY74" fmla="*/ 1422171 h 2323145"/>
              <a:gd name="connsiteX75" fmla="*/ 7247783 w 11269336"/>
              <a:gd name="connsiteY75" fmla="*/ 1426330 h 2323145"/>
              <a:gd name="connsiteX76" fmla="*/ 7185047 w 11269336"/>
              <a:gd name="connsiteY76" fmla="*/ 1451812 h 2323145"/>
              <a:gd name="connsiteX77" fmla="*/ 7084117 w 11269336"/>
              <a:gd name="connsiteY77" fmla="*/ 1500281 h 2323145"/>
              <a:gd name="connsiteX78" fmla="*/ 7062011 w 11269336"/>
              <a:gd name="connsiteY78" fmla="*/ 1509183 h 2323145"/>
              <a:gd name="connsiteX79" fmla="*/ 7040555 w 11269336"/>
              <a:gd name="connsiteY79" fmla="*/ 1511207 h 2323145"/>
              <a:gd name="connsiteX80" fmla="*/ 7033438 w 11269336"/>
              <a:gd name="connsiteY80" fmla="*/ 1506772 h 2323145"/>
              <a:gd name="connsiteX81" fmla="*/ 7020886 w 11269336"/>
              <a:gd name="connsiteY81" fmla="*/ 1510764 h 2323145"/>
              <a:gd name="connsiteX82" fmla="*/ 7017033 w 11269336"/>
              <a:gd name="connsiteY82" fmla="*/ 1510650 h 2323145"/>
              <a:gd name="connsiteX83" fmla="*/ 6995460 w 11269336"/>
              <a:gd name="connsiteY83" fmla="*/ 1511173 h 2323145"/>
              <a:gd name="connsiteX84" fmla="*/ 6962144 w 11269336"/>
              <a:gd name="connsiteY84" fmla="*/ 1541508 h 2323145"/>
              <a:gd name="connsiteX85" fmla="*/ 6910674 w 11269336"/>
              <a:gd name="connsiteY85" fmla="*/ 1554793 h 2323145"/>
              <a:gd name="connsiteX86" fmla="*/ 6732152 w 11269336"/>
              <a:gd name="connsiteY86" fmla="*/ 1642538 h 2323145"/>
              <a:gd name="connsiteX87" fmla="*/ 6694106 w 11269336"/>
              <a:gd name="connsiteY87" fmla="*/ 1632377 h 2323145"/>
              <a:gd name="connsiteX88" fmla="*/ 6617223 w 11269336"/>
              <a:gd name="connsiteY88" fmla="*/ 1659889 h 2323145"/>
              <a:gd name="connsiteX89" fmla="*/ 6521138 w 11269336"/>
              <a:gd name="connsiteY89" fmla="*/ 1744340 h 2323145"/>
              <a:gd name="connsiteX90" fmla="*/ 6380677 w 11269336"/>
              <a:gd name="connsiteY90" fmla="*/ 1796883 h 2323145"/>
              <a:gd name="connsiteX91" fmla="*/ 6374897 w 11269336"/>
              <a:gd name="connsiteY91" fmla="*/ 1809910 h 2323145"/>
              <a:gd name="connsiteX92" fmla="*/ 6364545 w 11269336"/>
              <a:gd name="connsiteY92" fmla="*/ 1820090 h 2323145"/>
              <a:gd name="connsiteX93" fmla="*/ 6362126 w 11269336"/>
              <a:gd name="connsiteY93" fmla="*/ 1819991 h 2323145"/>
              <a:gd name="connsiteX94" fmla="*/ 6346673 w 11269336"/>
              <a:gd name="connsiteY94" fmla="*/ 1827824 h 2323145"/>
              <a:gd name="connsiteX95" fmla="*/ 6345588 w 11269336"/>
              <a:gd name="connsiteY95" fmla="*/ 1832232 h 2323145"/>
              <a:gd name="connsiteX96" fmla="*/ 6335708 w 11269336"/>
              <a:gd name="connsiteY96" fmla="*/ 1838451 h 2323145"/>
              <a:gd name="connsiteX97" fmla="*/ 6318182 w 11269336"/>
              <a:gd name="connsiteY97" fmla="*/ 1852975 h 2323145"/>
              <a:gd name="connsiteX98" fmla="*/ 6313084 w 11269336"/>
              <a:gd name="connsiteY98" fmla="*/ 1853561 h 2323145"/>
              <a:gd name="connsiteX99" fmla="*/ 6283816 w 11269336"/>
              <a:gd name="connsiteY99" fmla="*/ 1872148 h 2323145"/>
              <a:gd name="connsiteX100" fmla="*/ 6282550 w 11269336"/>
              <a:gd name="connsiteY100" fmla="*/ 1871392 h 2323145"/>
              <a:gd name="connsiteX101" fmla="*/ 6270527 w 11269336"/>
              <a:gd name="connsiteY101" fmla="*/ 1872208 h 2323145"/>
              <a:gd name="connsiteX102" fmla="*/ 6249518 w 11269336"/>
              <a:gd name="connsiteY102" fmla="*/ 1876079 h 2323145"/>
              <a:gd name="connsiteX103" fmla="*/ 6190386 w 11269336"/>
              <a:gd name="connsiteY103" fmla="*/ 1872478 h 2323145"/>
              <a:gd name="connsiteX104" fmla="*/ 6159777 w 11269336"/>
              <a:gd name="connsiteY104" fmla="*/ 1891745 h 2323145"/>
              <a:gd name="connsiteX105" fmla="*/ 6153131 w 11269336"/>
              <a:gd name="connsiteY105" fmla="*/ 1895079 h 2323145"/>
              <a:gd name="connsiteX106" fmla="*/ 6152798 w 11269336"/>
              <a:gd name="connsiteY106" fmla="*/ 1894920 h 2323145"/>
              <a:gd name="connsiteX107" fmla="*/ 6145388 w 11269336"/>
              <a:gd name="connsiteY107" fmla="*/ 1897990 h 2323145"/>
              <a:gd name="connsiteX108" fmla="*/ 6141014 w 11269336"/>
              <a:gd name="connsiteY108" fmla="*/ 1901155 h 2323145"/>
              <a:gd name="connsiteX109" fmla="*/ 6128122 w 11269336"/>
              <a:gd name="connsiteY109" fmla="*/ 1907623 h 2323145"/>
              <a:gd name="connsiteX110" fmla="*/ 6122351 w 11269336"/>
              <a:gd name="connsiteY110" fmla="*/ 1908359 h 2323145"/>
              <a:gd name="connsiteX111" fmla="*/ 6064750 w 11269336"/>
              <a:gd name="connsiteY111" fmla="*/ 1896394 h 2323145"/>
              <a:gd name="connsiteX112" fmla="*/ 5964230 w 11269336"/>
              <a:gd name="connsiteY112" fmla="*/ 1910038 h 2323145"/>
              <a:gd name="connsiteX113" fmla="*/ 5865399 w 11269336"/>
              <a:gd name="connsiteY113" fmla="*/ 1926966 h 2323145"/>
              <a:gd name="connsiteX114" fmla="*/ 5829951 w 11269336"/>
              <a:gd name="connsiteY114" fmla="*/ 1934755 h 2323145"/>
              <a:gd name="connsiteX115" fmla="*/ 5765285 w 11269336"/>
              <a:gd name="connsiteY115" fmla="*/ 1941322 h 2323145"/>
              <a:gd name="connsiteX116" fmla="*/ 5734750 w 11269336"/>
              <a:gd name="connsiteY116" fmla="*/ 1939793 h 2323145"/>
              <a:gd name="connsiteX117" fmla="*/ 5733569 w 11269336"/>
              <a:gd name="connsiteY117" fmla="*/ 1940505 h 2323145"/>
              <a:gd name="connsiteX118" fmla="*/ 5730329 w 11269336"/>
              <a:gd name="connsiteY118" fmla="*/ 1937845 h 2323145"/>
              <a:gd name="connsiteX119" fmla="*/ 5724661 w 11269336"/>
              <a:gd name="connsiteY119" fmla="*/ 1937455 h 2323145"/>
              <a:gd name="connsiteX120" fmla="*/ 5710186 w 11269336"/>
              <a:gd name="connsiteY120" fmla="*/ 1941370 h 2323145"/>
              <a:gd name="connsiteX121" fmla="*/ 5704910 w 11269336"/>
              <a:gd name="connsiteY121" fmla="*/ 1943663 h 2323145"/>
              <a:gd name="connsiteX122" fmla="*/ 5696836 w 11269336"/>
              <a:gd name="connsiteY122" fmla="*/ 1945271 h 2323145"/>
              <a:gd name="connsiteX123" fmla="*/ 5696583 w 11269336"/>
              <a:gd name="connsiteY123" fmla="*/ 1945050 h 2323145"/>
              <a:gd name="connsiteX124" fmla="*/ 5689123 w 11269336"/>
              <a:gd name="connsiteY124" fmla="*/ 1947067 h 2323145"/>
              <a:gd name="connsiteX125" fmla="*/ 5653291 w 11269336"/>
              <a:gd name="connsiteY125" fmla="*/ 1960245 h 2323145"/>
              <a:gd name="connsiteX126" fmla="*/ 5599385 w 11269336"/>
              <a:gd name="connsiteY126" fmla="*/ 1945198 h 2323145"/>
              <a:gd name="connsiteX127" fmla="*/ 5578300 w 11269336"/>
              <a:gd name="connsiteY127" fmla="*/ 1944963 h 2323145"/>
              <a:gd name="connsiteX128" fmla="*/ 5566758 w 11269336"/>
              <a:gd name="connsiteY128" fmla="*/ 1943441 h 2323145"/>
              <a:gd name="connsiteX129" fmla="*/ 5565857 w 11269336"/>
              <a:gd name="connsiteY129" fmla="*/ 1942445 h 2323145"/>
              <a:gd name="connsiteX130" fmla="*/ 5531534 w 11269336"/>
              <a:gd name="connsiteY130" fmla="*/ 1955208 h 2323145"/>
              <a:gd name="connsiteX131" fmla="*/ 5526552 w 11269336"/>
              <a:gd name="connsiteY131" fmla="*/ 1954799 h 2323145"/>
              <a:gd name="connsiteX132" fmla="*/ 5504723 w 11269336"/>
              <a:gd name="connsiteY132" fmla="*/ 1965811 h 2323145"/>
              <a:gd name="connsiteX133" fmla="*/ 5493156 w 11269336"/>
              <a:gd name="connsiteY133" fmla="*/ 1970063 h 2323145"/>
              <a:gd name="connsiteX134" fmla="*/ 5490486 w 11269336"/>
              <a:gd name="connsiteY134" fmla="*/ 1974227 h 2323145"/>
              <a:gd name="connsiteX135" fmla="*/ 5473107 w 11269336"/>
              <a:gd name="connsiteY135" fmla="*/ 1979001 h 2323145"/>
              <a:gd name="connsiteX136" fmla="*/ 5470885 w 11269336"/>
              <a:gd name="connsiteY136" fmla="*/ 1978432 h 2323145"/>
              <a:gd name="connsiteX137" fmla="*/ 5457393 w 11269336"/>
              <a:gd name="connsiteY137" fmla="*/ 1986525 h 2323145"/>
              <a:gd name="connsiteX138" fmla="*/ 5447102 w 11269336"/>
              <a:gd name="connsiteY138" fmla="*/ 1998329 h 2323145"/>
              <a:gd name="connsiteX139" fmla="*/ 5159151 w 11269336"/>
              <a:gd name="connsiteY139" fmla="*/ 2029640 h 2323145"/>
              <a:gd name="connsiteX140" fmla="*/ 5060738 w 11269336"/>
              <a:gd name="connsiteY140" fmla="*/ 2083274 h 2323145"/>
              <a:gd name="connsiteX141" fmla="*/ 4860988 w 11269336"/>
              <a:gd name="connsiteY141" fmla="*/ 2135698 h 2323145"/>
              <a:gd name="connsiteX142" fmla="*/ 4807902 w 11269336"/>
              <a:gd name="connsiteY142" fmla="*/ 2138894 h 2323145"/>
              <a:gd name="connsiteX143" fmla="*/ 4765388 w 11269336"/>
              <a:gd name="connsiteY143" fmla="*/ 2162525 h 2323145"/>
              <a:gd name="connsiteX144" fmla="*/ 4745033 w 11269336"/>
              <a:gd name="connsiteY144" fmla="*/ 2158859 h 2323145"/>
              <a:gd name="connsiteX145" fmla="*/ 4741475 w 11269336"/>
              <a:gd name="connsiteY145" fmla="*/ 2157998 h 2323145"/>
              <a:gd name="connsiteX146" fmla="*/ 4728247 w 11269336"/>
              <a:gd name="connsiteY146" fmla="*/ 2159526 h 2323145"/>
              <a:gd name="connsiteX147" fmla="*/ 4723263 w 11269336"/>
              <a:gd name="connsiteY147" fmla="*/ 2153742 h 2323145"/>
              <a:gd name="connsiteX148" fmla="*/ 4702453 w 11269336"/>
              <a:gd name="connsiteY148" fmla="*/ 2151586 h 2323145"/>
              <a:gd name="connsiteX149" fmla="*/ 4678455 w 11269336"/>
              <a:gd name="connsiteY149" fmla="*/ 2156131 h 2323145"/>
              <a:gd name="connsiteX150" fmla="*/ 4593061 w 11269336"/>
              <a:gd name="connsiteY150" fmla="*/ 2171597 h 2323145"/>
              <a:gd name="connsiteX151" fmla="*/ 4579902 w 11269336"/>
              <a:gd name="connsiteY151" fmla="*/ 2177927 h 2323145"/>
              <a:gd name="connsiteX152" fmla="*/ 4533444 w 11269336"/>
              <a:gd name="connsiteY152" fmla="*/ 2181200 h 2323145"/>
              <a:gd name="connsiteX153" fmla="*/ 4492832 w 11269336"/>
              <a:gd name="connsiteY153" fmla="*/ 2188033 h 2323145"/>
              <a:gd name="connsiteX154" fmla="*/ 4467257 w 11269336"/>
              <a:gd name="connsiteY154" fmla="*/ 2196121 h 2323145"/>
              <a:gd name="connsiteX155" fmla="*/ 4459937 w 11269336"/>
              <a:gd name="connsiteY155" fmla="*/ 2195182 h 2323145"/>
              <a:gd name="connsiteX156" fmla="*/ 4433312 w 11269336"/>
              <a:gd name="connsiteY156" fmla="*/ 2199004 h 2323145"/>
              <a:gd name="connsiteX157" fmla="*/ 4420601 w 11269336"/>
              <a:gd name="connsiteY157" fmla="*/ 2205158 h 2323145"/>
              <a:gd name="connsiteX158" fmla="*/ 4405765 w 11269336"/>
              <a:gd name="connsiteY158" fmla="*/ 2199902 h 2323145"/>
              <a:gd name="connsiteX159" fmla="*/ 4401354 w 11269336"/>
              <a:gd name="connsiteY159" fmla="*/ 2194745 h 2323145"/>
              <a:gd name="connsiteX160" fmla="*/ 4383151 w 11269336"/>
              <a:gd name="connsiteY160" fmla="*/ 2201140 h 2323145"/>
              <a:gd name="connsiteX161" fmla="*/ 4366646 w 11269336"/>
              <a:gd name="connsiteY161" fmla="*/ 2198564 h 2323145"/>
              <a:gd name="connsiteX162" fmla="*/ 4354009 w 11269336"/>
              <a:gd name="connsiteY162" fmla="*/ 2204984 h 2323145"/>
              <a:gd name="connsiteX163" fmla="*/ 4348284 w 11269336"/>
              <a:gd name="connsiteY163" fmla="*/ 2205270 h 2323145"/>
              <a:gd name="connsiteX164" fmla="*/ 4333906 w 11269336"/>
              <a:gd name="connsiteY164" fmla="*/ 2205251 h 2323145"/>
              <a:gd name="connsiteX165" fmla="*/ 4308819 w 11269336"/>
              <a:gd name="connsiteY165" fmla="*/ 2203822 h 2323145"/>
              <a:gd name="connsiteX166" fmla="*/ 4301210 w 11269336"/>
              <a:gd name="connsiteY166" fmla="*/ 2204456 h 2323145"/>
              <a:gd name="connsiteX167" fmla="*/ 4283095 w 11269336"/>
              <a:gd name="connsiteY167" fmla="*/ 2198177 h 2323145"/>
              <a:gd name="connsiteX168" fmla="*/ 4250119 w 11269336"/>
              <a:gd name="connsiteY168" fmla="*/ 2196342 h 2323145"/>
              <a:gd name="connsiteX169" fmla="*/ 4189203 w 11269336"/>
              <a:gd name="connsiteY169" fmla="*/ 2178994 h 2323145"/>
              <a:gd name="connsiteX170" fmla="*/ 4154035 w 11269336"/>
              <a:gd name="connsiteY170" fmla="*/ 2171950 h 2323145"/>
              <a:gd name="connsiteX171" fmla="*/ 4129569 w 11269336"/>
              <a:gd name="connsiteY171" fmla="*/ 2163850 h 2323145"/>
              <a:gd name="connsiteX172" fmla="*/ 4061250 w 11269336"/>
              <a:gd name="connsiteY172" fmla="*/ 2159236 h 2323145"/>
              <a:gd name="connsiteX173" fmla="*/ 3945480 w 11269336"/>
              <a:gd name="connsiteY173" fmla="*/ 2158279 h 2323145"/>
              <a:gd name="connsiteX174" fmla="*/ 3921468 w 11269336"/>
              <a:gd name="connsiteY174" fmla="*/ 2156588 h 2323145"/>
              <a:gd name="connsiteX175" fmla="*/ 3903348 w 11269336"/>
              <a:gd name="connsiteY175" fmla="*/ 2149220 h 2323145"/>
              <a:gd name="connsiteX176" fmla="*/ 3901342 w 11269336"/>
              <a:gd name="connsiteY176" fmla="*/ 2142355 h 2323145"/>
              <a:gd name="connsiteX177" fmla="*/ 3888539 w 11269336"/>
              <a:gd name="connsiteY177" fmla="*/ 2140476 h 2323145"/>
              <a:gd name="connsiteX178" fmla="*/ 3885662 w 11269336"/>
              <a:gd name="connsiteY178" fmla="*/ 2138740 h 2323145"/>
              <a:gd name="connsiteX179" fmla="*/ 3868627 w 11269336"/>
              <a:gd name="connsiteY179" fmla="*/ 2130023 h 2323145"/>
              <a:gd name="connsiteX180" fmla="*/ 3819177 w 11269336"/>
              <a:gd name="connsiteY180" fmla="*/ 2142111 h 2323145"/>
              <a:gd name="connsiteX181" fmla="*/ 3769100 w 11269336"/>
              <a:gd name="connsiteY181" fmla="*/ 2131731 h 2323145"/>
              <a:gd name="connsiteX182" fmla="*/ 3562752 w 11269336"/>
              <a:gd name="connsiteY182" fmla="*/ 2131785 h 2323145"/>
              <a:gd name="connsiteX183" fmla="*/ 3541402 w 11269336"/>
              <a:gd name="connsiteY183" fmla="*/ 2106821 h 2323145"/>
              <a:gd name="connsiteX184" fmla="*/ 3460591 w 11269336"/>
              <a:gd name="connsiteY184" fmla="*/ 2097951 h 2323145"/>
              <a:gd name="connsiteX185" fmla="*/ 3320348 w 11269336"/>
              <a:gd name="connsiteY185" fmla="*/ 2130191 h 2323145"/>
              <a:gd name="connsiteX186" fmla="*/ 3170922 w 11269336"/>
              <a:gd name="connsiteY186" fmla="*/ 2115957 h 2323145"/>
              <a:gd name="connsiteX187" fmla="*/ 3156256 w 11269336"/>
              <a:gd name="connsiteY187" fmla="*/ 2124773 h 2323145"/>
              <a:gd name="connsiteX188" fmla="*/ 3140298 w 11269336"/>
              <a:gd name="connsiteY188" fmla="*/ 2129182 h 2323145"/>
              <a:gd name="connsiteX189" fmla="*/ 3138514 w 11269336"/>
              <a:gd name="connsiteY189" fmla="*/ 2128069 h 2323145"/>
              <a:gd name="connsiteX190" fmla="*/ 3120467 w 11269336"/>
              <a:gd name="connsiteY190" fmla="*/ 2128281 h 2323145"/>
              <a:gd name="connsiteX191" fmla="*/ 3116175 w 11269336"/>
              <a:gd name="connsiteY191" fmla="*/ 2131633 h 2323145"/>
              <a:gd name="connsiteX192" fmla="*/ 3103685 w 11269336"/>
              <a:gd name="connsiteY192" fmla="*/ 2132814 h 2323145"/>
              <a:gd name="connsiteX193" fmla="*/ 3078794 w 11269336"/>
              <a:gd name="connsiteY193" fmla="*/ 2137935 h 2323145"/>
              <a:gd name="connsiteX194" fmla="*/ 3074407 w 11269336"/>
              <a:gd name="connsiteY194" fmla="*/ 2136274 h 2323145"/>
              <a:gd name="connsiteX195" fmla="*/ 3037285 w 11269336"/>
              <a:gd name="connsiteY195" fmla="*/ 2139919 h 2323145"/>
              <a:gd name="connsiteX196" fmla="*/ 3036901 w 11269336"/>
              <a:gd name="connsiteY196" fmla="*/ 2138726 h 2323145"/>
              <a:gd name="connsiteX197" fmla="*/ 3026996 w 11269336"/>
              <a:gd name="connsiteY197" fmla="*/ 2134322 h 2323145"/>
              <a:gd name="connsiteX198" fmla="*/ 3007772 w 11269336"/>
              <a:gd name="connsiteY198" fmla="*/ 2128742 h 2323145"/>
              <a:gd name="connsiteX199" fmla="*/ 2965030 w 11269336"/>
              <a:gd name="connsiteY199" fmla="*/ 2100494 h 2323145"/>
              <a:gd name="connsiteX200" fmla="*/ 2926342 w 11269336"/>
              <a:gd name="connsiteY200" fmla="*/ 2104155 h 2323145"/>
              <a:gd name="connsiteX201" fmla="*/ 2918608 w 11269336"/>
              <a:gd name="connsiteY201" fmla="*/ 2104215 h 2323145"/>
              <a:gd name="connsiteX202" fmla="*/ 2918475 w 11269336"/>
              <a:gd name="connsiteY202" fmla="*/ 2103937 h 2323145"/>
              <a:gd name="connsiteX203" fmla="*/ 2910360 w 11269336"/>
              <a:gd name="connsiteY203" fmla="*/ 2103444 h 2323145"/>
              <a:gd name="connsiteX204" fmla="*/ 2904507 w 11269336"/>
              <a:gd name="connsiteY204" fmla="*/ 2104326 h 2323145"/>
              <a:gd name="connsiteX205" fmla="*/ 2889503 w 11269336"/>
              <a:gd name="connsiteY205" fmla="*/ 2104443 h 2323145"/>
              <a:gd name="connsiteX206" fmla="*/ 2884480 w 11269336"/>
              <a:gd name="connsiteY206" fmla="*/ 2102626 h 2323145"/>
              <a:gd name="connsiteX207" fmla="*/ 2882689 w 11269336"/>
              <a:gd name="connsiteY207" fmla="*/ 2099228 h 2323145"/>
              <a:gd name="connsiteX208" fmla="*/ 2881291 w 11269336"/>
              <a:gd name="connsiteY208" fmla="*/ 2099618 h 2323145"/>
              <a:gd name="connsiteX209" fmla="*/ 2853979 w 11269336"/>
              <a:gd name="connsiteY209" fmla="*/ 2090388 h 2323145"/>
              <a:gd name="connsiteX210" fmla="*/ 2791790 w 11269336"/>
              <a:gd name="connsiteY210" fmla="*/ 2080332 h 2323145"/>
              <a:gd name="connsiteX211" fmla="*/ 2755844 w 11269336"/>
              <a:gd name="connsiteY211" fmla="*/ 2078874 h 2323145"/>
              <a:gd name="connsiteX212" fmla="*/ 2657742 w 11269336"/>
              <a:gd name="connsiteY212" fmla="*/ 2070179 h 2323145"/>
              <a:gd name="connsiteX213" fmla="*/ 2559549 w 11269336"/>
              <a:gd name="connsiteY213" fmla="*/ 2057873 h 2323145"/>
              <a:gd name="connsiteX214" fmla="*/ 2512054 w 11269336"/>
              <a:gd name="connsiteY214" fmla="*/ 2031671 h 2323145"/>
              <a:gd name="connsiteX215" fmla="*/ 2506437 w 11269336"/>
              <a:gd name="connsiteY215" fmla="*/ 2030918 h 2323145"/>
              <a:gd name="connsiteX216" fmla="*/ 2491752 w 11269336"/>
              <a:gd name="connsiteY216" fmla="*/ 2033906 h 2323145"/>
              <a:gd name="connsiteX217" fmla="*/ 2486338 w 11269336"/>
              <a:gd name="connsiteY217" fmla="*/ 2035862 h 2323145"/>
              <a:gd name="connsiteX218" fmla="*/ 2478186 w 11269336"/>
              <a:gd name="connsiteY218" fmla="*/ 2036953 h 2323145"/>
              <a:gd name="connsiteX219" fmla="*/ 2477950 w 11269336"/>
              <a:gd name="connsiteY219" fmla="*/ 2036715 h 2323145"/>
              <a:gd name="connsiteX220" fmla="*/ 2470381 w 11269336"/>
              <a:gd name="connsiteY220" fmla="*/ 2038256 h 2323145"/>
              <a:gd name="connsiteX221" fmla="*/ 2433781 w 11269336"/>
              <a:gd name="connsiteY221" fmla="*/ 2049140 h 2323145"/>
              <a:gd name="connsiteX222" fmla="*/ 2381172 w 11269336"/>
              <a:gd name="connsiteY222" fmla="*/ 2030645 h 2323145"/>
              <a:gd name="connsiteX223" fmla="*/ 2360198 w 11269336"/>
              <a:gd name="connsiteY223" fmla="*/ 2029059 h 2323145"/>
              <a:gd name="connsiteX224" fmla="*/ 2348815 w 11269336"/>
              <a:gd name="connsiteY224" fmla="*/ 2026798 h 2323145"/>
              <a:gd name="connsiteX225" fmla="*/ 2347988 w 11269336"/>
              <a:gd name="connsiteY225" fmla="*/ 2025745 h 2323145"/>
              <a:gd name="connsiteX226" fmla="*/ 2312920 w 11269336"/>
              <a:gd name="connsiteY226" fmla="*/ 2036311 h 2323145"/>
              <a:gd name="connsiteX227" fmla="*/ 2307986 w 11269336"/>
              <a:gd name="connsiteY227" fmla="*/ 2035583 h 2323145"/>
              <a:gd name="connsiteX228" fmla="*/ 2285481 w 11269336"/>
              <a:gd name="connsiteY228" fmla="*/ 2045197 h 2323145"/>
              <a:gd name="connsiteX229" fmla="*/ 2273666 w 11269336"/>
              <a:gd name="connsiteY229" fmla="*/ 2048710 h 2323145"/>
              <a:gd name="connsiteX230" fmla="*/ 2270719 w 11269336"/>
              <a:gd name="connsiteY230" fmla="*/ 2052702 h 2323145"/>
              <a:gd name="connsiteX231" fmla="*/ 2253080 w 11269336"/>
              <a:gd name="connsiteY231" fmla="*/ 2056363 h 2323145"/>
              <a:gd name="connsiteX232" fmla="*/ 2250906 w 11269336"/>
              <a:gd name="connsiteY232" fmla="*/ 2055654 h 2323145"/>
              <a:gd name="connsiteX233" fmla="*/ 2236905 w 11269336"/>
              <a:gd name="connsiteY233" fmla="*/ 2062882 h 2323145"/>
              <a:gd name="connsiteX234" fmla="*/ 2225830 w 11269336"/>
              <a:gd name="connsiteY234" fmla="*/ 2074027 h 2323145"/>
              <a:gd name="connsiteX235" fmla="*/ 2073776 w 11269336"/>
              <a:gd name="connsiteY235" fmla="*/ 2089244 h 2323145"/>
              <a:gd name="connsiteX236" fmla="*/ 1948256 w 11269336"/>
              <a:gd name="connsiteY236" fmla="*/ 2146616 h 2323145"/>
              <a:gd name="connsiteX237" fmla="*/ 1865582 w 11269336"/>
              <a:gd name="connsiteY237" fmla="*/ 2153738 h 2323145"/>
              <a:gd name="connsiteX238" fmla="*/ 1835210 w 11269336"/>
              <a:gd name="connsiteY238" fmla="*/ 2134244 h 2323145"/>
              <a:gd name="connsiteX239" fmla="*/ 1632661 w 11269336"/>
              <a:gd name="connsiteY239" fmla="*/ 2173882 h 2323145"/>
              <a:gd name="connsiteX240" fmla="*/ 1579590 w 11269336"/>
              <a:gd name="connsiteY240" fmla="*/ 2173680 h 2323145"/>
              <a:gd name="connsiteX241" fmla="*/ 1535601 w 11269336"/>
              <a:gd name="connsiteY241" fmla="*/ 2194590 h 2323145"/>
              <a:gd name="connsiteX242" fmla="*/ 1515594 w 11269336"/>
              <a:gd name="connsiteY242" fmla="*/ 2189622 h 2323145"/>
              <a:gd name="connsiteX243" fmla="*/ 1512113 w 11269336"/>
              <a:gd name="connsiteY243" fmla="*/ 2188534 h 2323145"/>
              <a:gd name="connsiteX244" fmla="*/ 1498838 w 11269336"/>
              <a:gd name="connsiteY244" fmla="*/ 2189213 h 2323145"/>
              <a:gd name="connsiteX245" fmla="*/ 1494279 w 11269336"/>
              <a:gd name="connsiteY245" fmla="*/ 2183112 h 2323145"/>
              <a:gd name="connsiteX246" fmla="*/ 1473714 w 11269336"/>
              <a:gd name="connsiteY246" fmla="*/ 2179625 h 2323145"/>
              <a:gd name="connsiteX247" fmla="*/ 1449503 w 11269336"/>
              <a:gd name="connsiteY247" fmla="*/ 2182633 h 2323145"/>
              <a:gd name="connsiteX248" fmla="*/ 1335495 w 11269336"/>
              <a:gd name="connsiteY248" fmla="*/ 2203940 h 2323145"/>
              <a:gd name="connsiteX249" fmla="*/ 1266687 w 11269336"/>
              <a:gd name="connsiteY249" fmla="*/ 2212688 h 2323145"/>
              <a:gd name="connsiteX250" fmla="*/ 1239614 w 11269336"/>
              <a:gd name="connsiteY250" fmla="*/ 2209727 h 2323145"/>
              <a:gd name="connsiteX251" fmla="*/ 1202436 w 11269336"/>
              <a:gd name="connsiteY251" fmla="*/ 2209817 h 2323145"/>
              <a:gd name="connsiteX252" fmla="*/ 1136097 w 11269336"/>
              <a:gd name="connsiteY252" fmla="*/ 2205112 h 2323145"/>
              <a:gd name="connsiteX253" fmla="*/ 1048229 w 11269336"/>
              <a:gd name="connsiteY253" fmla="*/ 2207249 h 2323145"/>
              <a:gd name="connsiteX254" fmla="*/ 988232 w 11269336"/>
              <a:gd name="connsiteY254" fmla="*/ 2235635 h 2323145"/>
              <a:gd name="connsiteX255" fmla="*/ 981959 w 11269336"/>
              <a:gd name="connsiteY255" fmla="*/ 2231607 h 2323145"/>
              <a:gd name="connsiteX256" fmla="*/ 938600 w 11269336"/>
              <a:gd name="connsiteY256" fmla="*/ 2238113 h 2323145"/>
              <a:gd name="connsiteX257" fmla="*/ 791788 w 11269336"/>
              <a:gd name="connsiteY257" fmla="*/ 2293224 h 2323145"/>
              <a:gd name="connsiteX258" fmla="*/ 706914 w 11269336"/>
              <a:gd name="connsiteY258" fmla="*/ 2305046 h 2323145"/>
              <a:gd name="connsiteX259" fmla="*/ 675971 w 11269336"/>
              <a:gd name="connsiteY259" fmla="*/ 2304030 h 2323145"/>
              <a:gd name="connsiteX260" fmla="*/ 624180 w 11269336"/>
              <a:gd name="connsiteY260" fmla="*/ 2302650 h 2323145"/>
              <a:gd name="connsiteX261" fmla="*/ 583453 w 11269336"/>
              <a:gd name="connsiteY261" fmla="*/ 2288788 h 2323145"/>
              <a:gd name="connsiteX262" fmla="*/ 540946 w 11269336"/>
              <a:gd name="connsiteY262" fmla="*/ 2292721 h 2323145"/>
              <a:gd name="connsiteX263" fmla="*/ 533680 w 11269336"/>
              <a:gd name="connsiteY263" fmla="*/ 2310233 h 2323145"/>
              <a:gd name="connsiteX264" fmla="*/ 487366 w 11269336"/>
              <a:gd name="connsiteY264" fmla="*/ 2309053 h 2323145"/>
              <a:gd name="connsiteX265" fmla="*/ 416820 w 11269336"/>
              <a:gd name="connsiteY265" fmla="*/ 2305443 h 2323145"/>
              <a:gd name="connsiteX266" fmla="*/ 376805 w 11269336"/>
              <a:gd name="connsiteY266" fmla="*/ 2307647 h 2323145"/>
              <a:gd name="connsiteX267" fmla="*/ 266777 w 11269336"/>
              <a:gd name="connsiteY267" fmla="*/ 2309012 h 2323145"/>
              <a:gd name="connsiteX268" fmla="*/ 156013 w 11269336"/>
              <a:gd name="connsiteY268" fmla="*/ 2306832 h 2323145"/>
              <a:gd name="connsiteX269" fmla="*/ 87258 w 11269336"/>
              <a:gd name="connsiteY269" fmla="*/ 2285511 h 2323145"/>
              <a:gd name="connsiteX270" fmla="*/ 23798 w 11269336"/>
              <a:gd name="connsiteY270" fmla="*/ 2281822 h 2323145"/>
              <a:gd name="connsiteX271" fmla="*/ 0 w 11269336"/>
              <a:gd name="connsiteY271" fmla="*/ 2285369 h 2323145"/>
              <a:gd name="connsiteX272" fmla="*/ 0 w 11269336"/>
              <a:gd name="connsiteY272"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742561 w 11269336"/>
              <a:gd name="connsiteY18" fmla="*/ 500437 h 2323145"/>
              <a:gd name="connsiteX19" fmla="*/ 9561831 w 11269336"/>
              <a:gd name="connsiteY19" fmla="*/ 547649 h 2323145"/>
              <a:gd name="connsiteX20" fmla="*/ 9380600 w 11269336"/>
              <a:gd name="connsiteY20" fmla="*/ 549821 h 2323145"/>
              <a:gd name="connsiteX21" fmla="*/ 9139429 w 11269336"/>
              <a:gd name="connsiteY21" fmla="*/ 696446 h 2323145"/>
              <a:gd name="connsiteX22" fmla="*/ 9114263 w 11269336"/>
              <a:gd name="connsiteY22" fmla="*/ 709213 h 2323145"/>
              <a:gd name="connsiteX23" fmla="*/ 9028928 w 11269336"/>
              <a:gd name="connsiteY23" fmla="*/ 745350 h 2323145"/>
              <a:gd name="connsiteX24" fmla="*/ 8977138 w 11269336"/>
              <a:gd name="connsiteY24" fmla="*/ 774970 h 2323145"/>
              <a:gd name="connsiteX25" fmla="*/ 8947030 w 11269336"/>
              <a:gd name="connsiteY25" fmla="*/ 814934 h 2323145"/>
              <a:gd name="connsiteX26" fmla="*/ 8914746 w 11269336"/>
              <a:gd name="connsiteY26" fmla="*/ 826428 h 2323145"/>
              <a:gd name="connsiteX27" fmla="*/ 8917778 w 11269336"/>
              <a:gd name="connsiteY27" fmla="*/ 835198 h 2323145"/>
              <a:gd name="connsiteX28" fmla="*/ 8905560 w 11269336"/>
              <a:gd name="connsiteY28" fmla="*/ 838358 h 2323145"/>
              <a:gd name="connsiteX29" fmla="*/ 8897564 w 11269336"/>
              <a:gd name="connsiteY29" fmla="*/ 834287 h 2323145"/>
              <a:gd name="connsiteX30" fmla="*/ 8878040 w 11269336"/>
              <a:gd name="connsiteY30" fmla="*/ 844150 h 2323145"/>
              <a:gd name="connsiteX31" fmla="*/ 8882654 w 11269336"/>
              <a:gd name="connsiteY31" fmla="*/ 892768 h 2323145"/>
              <a:gd name="connsiteX32" fmla="*/ 8837498 w 11269336"/>
              <a:gd name="connsiteY32" fmla="*/ 885664 h 2323145"/>
              <a:gd name="connsiteX33" fmla="*/ 8795998 w 11269336"/>
              <a:gd name="connsiteY33" fmla="*/ 863337 h 2323145"/>
              <a:gd name="connsiteX34" fmla="*/ 8776970 w 11269336"/>
              <a:gd name="connsiteY34" fmla="*/ 885177 h 2323145"/>
              <a:gd name="connsiteX35" fmla="*/ 8755719 w 11269336"/>
              <a:gd name="connsiteY35" fmla="*/ 889754 h 2323145"/>
              <a:gd name="connsiteX36" fmla="*/ 8743257 w 11269336"/>
              <a:gd name="connsiteY36" fmla="*/ 904723 h 2323145"/>
              <a:gd name="connsiteX37" fmla="*/ 8721366 w 11269336"/>
              <a:gd name="connsiteY37" fmla="*/ 904711 h 2323145"/>
              <a:gd name="connsiteX38" fmla="*/ 8678353 w 11269336"/>
              <a:gd name="connsiteY38" fmla="*/ 926318 h 2323145"/>
              <a:gd name="connsiteX39" fmla="*/ 8636849 w 11269336"/>
              <a:gd name="connsiteY39" fmla="*/ 937900 h 2323145"/>
              <a:gd name="connsiteX40" fmla="*/ 8620213 w 11269336"/>
              <a:gd name="connsiteY40" fmla="*/ 943068 h 2323145"/>
              <a:gd name="connsiteX41" fmla="*/ 8612581 w 11269336"/>
              <a:gd name="connsiteY41" fmla="*/ 952695 h 2323145"/>
              <a:gd name="connsiteX42" fmla="*/ 8589038 w 11269336"/>
              <a:gd name="connsiteY42" fmla="*/ 963892 h 2323145"/>
              <a:gd name="connsiteX43" fmla="*/ 8579950 w 11269336"/>
              <a:gd name="connsiteY43" fmla="*/ 960899 h 2323145"/>
              <a:gd name="connsiteX44" fmla="*/ 8579319 w 11269336"/>
              <a:gd name="connsiteY44" fmla="*/ 965630 h 2323145"/>
              <a:gd name="connsiteX45" fmla="*/ 8547429 w 11269336"/>
              <a:gd name="connsiteY45" fmla="*/ 984506 h 2323145"/>
              <a:gd name="connsiteX46" fmla="*/ 8478704 w 11269336"/>
              <a:gd name="connsiteY46" fmla="*/ 1025490 h 2323145"/>
              <a:gd name="connsiteX47" fmla="*/ 8461421 w 11269336"/>
              <a:gd name="connsiteY47" fmla="*/ 1035512 h 2323145"/>
              <a:gd name="connsiteX48" fmla="*/ 8445003 w 11269336"/>
              <a:gd name="connsiteY48" fmla="*/ 1036851 h 2323145"/>
              <a:gd name="connsiteX49" fmla="*/ 8357350 w 11269336"/>
              <a:gd name="connsiteY49" fmla="*/ 1060213 h 2323145"/>
              <a:gd name="connsiteX50" fmla="*/ 8335565 w 11269336"/>
              <a:gd name="connsiteY50" fmla="*/ 1061151 h 2323145"/>
              <a:gd name="connsiteX51" fmla="*/ 8325267 w 11269336"/>
              <a:gd name="connsiteY51" fmla="*/ 1055919 h 2323145"/>
              <a:gd name="connsiteX52" fmla="*/ 8293586 w 11269336"/>
              <a:gd name="connsiteY52" fmla="*/ 1076144 h 2323145"/>
              <a:gd name="connsiteX53" fmla="*/ 8242405 w 11269336"/>
              <a:gd name="connsiteY53" fmla="*/ 1095960 h 2323145"/>
              <a:gd name="connsiteX54" fmla="*/ 8218531 w 11269336"/>
              <a:gd name="connsiteY54" fmla="*/ 1107622 h 2323145"/>
              <a:gd name="connsiteX55" fmla="*/ 8197391 w 11269336"/>
              <a:gd name="connsiteY55" fmla="*/ 1107746 h 2323145"/>
              <a:gd name="connsiteX56" fmla="*/ 8081474 w 11269336"/>
              <a:gd name="connsiteY56" fmla="*/ 1130125 h 2323145"/>
              <a:gd name="connsiteX57" fmla="*/ 8053585 w 11269336"/>
              <a:gd name="connsiteY57" fmla="*/ 1129169 h 2323145"/>
              <a:gd name="connsiteX58" fmla="*/ 8038422 w 11269336"/>
              <a:gd name="connsiteY58" fmla="*/ 1119092 h 2323145"/>
              <a:gd name="connsiteX59" fmla="*/ 8029450 w 11269336"/>
              <a:gd name="connsiteY59" fmla="*/ 1125592 h 2323145"/>
              <a:gd name="connsiteX60" fmla="*/ 7959552 w 11269336"/>
              <a:gd name="connsiteY60" fmla="*/ 1140188 h 2323145"/>
              <a:gd name="connsiteX61" fmla="*/ 7914188 w 11269336"/>
              <a:gd name="connsiteY61" fmla="*/ 1150862 h 2323145"/>
              <a:gd name="connsiteX62" fmla="*/ 7914918 w 11269336"/>
              <a:gd name="connsiteY62" fmla="*/ 1168758 h 2323145"/>
              <a:gd name="connsiteX63" fmla="*/ 7875510 w 11269336"/>
              <a:gd name="connsiteY63" fmla="*/ 1183153 h 2323145"/>
              <a:gd name="connsiteX64" fmla="*/ 7829932 w 11269336"/>
              <a:gd name="connsiteY64" fmla="*/ 1180782 h 2323145"/>
              <a:gd name="connsiteX65" fmla="*/ 7779182 w 11269336"/>
              <a:gd name="connsiteY65" fmla="*/ 1192665 h 2323145"/>
              <a:gd name="connsiteX66" fmla="*/ 7748774 w 11269336"/>
              <a:gd name="connsiteY66" fmla="*/ 1199586 h 2323145"/>
              <a:gd name="connsiteX67" fmla="*/ 7671846 w 11269336"/>
              <a:gd name="connsiteY67" fmla="*/ 1231966 h 2323145"/>
              <a:gd name="connsiteX68" fmla="*/ 7554146 w 11269336"/>
              <a:gd name="connsiteY68" fmla="*/ 1319748 h 2323145"/>
              <a:gd name="connsiteX69" fmla="*/ 7515052 w 11269336"/>
              <a:gd name="connsiteY69" fmla="*/ 1336718 h 2323145"/>
              <a:gd name="connsiteX70" fmla="*/ 7507193 w 11269336"/>
              <a:gd name="connsiteY70" fmla="*/ 1334617 h 2323145"/>
              <a:gd name="connsiteX71" fmla="*/ 7461694 w 11269336"/>
              <a:gd name="connsiteY71" fmla="*/ 1375866 h 2323145"/>
              <a:gd name="connsiteX72" fmla="*/ 7377571 w 11269336"/>
              <a:gd name="connsiteY72" fmla="*/ 1400128 h 2323145"/>
              <a:gd name="connsiteX73" fmla="*/ 7311261 w 11269336"/>
              <a:gd name="connsiteY73" fmla="*/ 1412652 h 2323145"/>
              <a:gd name="connsiteX74" fmla="*/ 7275307 w 11269336"/>
              <a:gd name="connsiteY74" fmla="*/ 1422171 h 2323145"/>
              <a:gd name="connsiteX75" fmla="*/ 7247783 w 11269336"/>
              <a:gd name="connsiteY75" fmla="*/ 1426330 h 2323145"/>
              <a:gd name="connsiteX76" fmla="*/ 7185047 w 11269336"/>
              <a:gd name="connsiteY76" fmla="*/ 1451812 h 2323145"/>
              <a:gd name="connsiteX77" fmla="*/ 7084117 w 11269336"/>
              <a:gd name="connsiteY77" fmla="*/ 1500281 h 2323145"/>
              <a:gd name="connsiteX78" fmla="*/ 7062011 w 11269336"/>
              <a:gd name="connsiteY78" fmla="*/ 1509183 h 2323145"/>
              <a:gd name="connsiteX79" fmla="*/ 7040555 w 11269336"/>
              <a:gd name="connsiteY79" fmla="*/ 1511207 h 2323145"/>
              <a:gd name="connsiteX80" fmla="*/ 7033438 w 11269336"/>
              <a:gd name="connsiteY80" fmla="*/ 1506772 h 2323145"/>
              <a:gd name="connsiteX81" fmla="*/ 7020886 w 11269336"/>
              <a:gd name="connsiteY81" fmla="*/ 1510764 h 2323145"/>
              <a:gd name="connsiteX82" fmla="*/ 7017033 w 11269336"/>
              <a:gd name="connsiteY82" fmla="*/ 1510650 h 2323145"/>
              <a:gd name="connsiteX83" fmla="*/ 6995460 w 11269336"/>
              <a:gd name="connsiteY83" fmla="*/ 1511173 h 2323145"/>
              <a:gd name="connsiteX84" fmla="*/ 6962144 w 11269336"/>
              <a:gd name="connsiteY84" fmla="*/ 1541508 h 2323145"/>
              <a:gd name="connsiteX85" fmla="*/ 6910674 w 11269336"/>
              <a:gd name="connsiteY85" fmla="*/ 1554793 h 2323145"/>
              <a:gd name="connsiteX86" fmla="*/ 6732152 w 11269336"/>
              <a:gd name="connsiteY86" fmla="*/ 1642538 h 2323145"/>
              <a:gd name="connsiteX87" fmla="*/ 6694106 w 11269336"/>
              <a:gd name="connsiteY87" fmla="*/ 1632377 h 2323145"/>
              <a:gd name="connsiteX88" fmla="*/ 6617223 w 11269336"/>
              <a:gd name="connsiteY88" fmla="*/ 1659889 h 2323145"/>
              <a:gd name="connsiteX89" fmla="*/ 6521138 w 11269336"/>
              <a:gd name="connsiteY89" fmla="*/ 1744340 h 2323145"/>
              <a:gd name="connsiteX90" fmla="*/ 6380677 w 11269336"/>
              <a:gd name="connsiteY90" fmla="*/ 1796883 h 2323145"/>
              <a:gd name="connsiteX91" fmla="*/ 6374897 w 11269336"/>
              <a:gd name="connsiteY91" fmla="*/ 1809910 h 2323145"/>
              <a:gd name="connsiteX92" fmla="*/ 6364545 w 11269336"/>
              <a:gd name="connsiteY92" fmla="*/ 1820090 h 2323145"/>
              <a:gd name="connsiteX93" fmla="*/ 6362126 w 11269336"/>
              <a:gd name="connsiteY93" fmla="*/ 1819991 h 2323145"/>
              <a:gd name="connsiteX94" fmla="*/ 6346673 w 11269336"/>
              <a:gd name="connsiteY94" fmla="*/ 1827824 h 2323145"/>
              <a:gd name="connsiteX95" fmla="*/ 6345588 w 11269336"/>
              <a:gd name="connsiteY95" fmla="*/ 1832232 h 2323145"/>
              <a:gd name="connsiteX96" fmla="*/ 6335708 w 11269336"/>
              <a:gd name="connsiteY96" fmla="*/ 1838451 h 2323145"/>
              <a:gd name="connsiteX97" fmla="*/ 6318182 w 11269336"/>
              <a:gd name="connsiteY97" fmla="*/ 1852975 h 2323145"/>
              <a:gd name="connsiteX98" fmla="*/ 6313084 w 11269336"/>
              <a:gd name="connsiteY98" fmla="*/ 1853561 h 2323145"/>
              <a:gd name="connsiteX99" fmla="*/ 6283816 w 11269336"/>
              <a:gd name="connsiteY99" fmla="*/ 1872148 h 2323145"/>
              <a:gd name="connsiteX100" fmla="*/ 6282550 w 11269336"/>
              <a:gd name="connsiteY100" fmla="*/ 1871392 h 2323145"/>
              <a:gd name="connsiteX101" fmla="*/ 6270527 w 11269336"/>
              <a:gd name="connsiteY101" fmla="*/ 1872208 h 2323145"/>
              <a:gd name="connsiteX102" fmla="*/ 6249518 w 11269336"/>
              <a:gd name="connsiteY102" fmla="*/ 1876079 h 2323145"/>
              <a:gd name="connsiteX103" fmla="*/ 6190386 w 11269336"/>
              <a:gd name="connsiteY103" fmla="*/ 1872478 h 2323145"/>
              <a:gd name="connsiteX104" fmla="*/ 6159777 w 11269336"/>
              <a:gd name="connsiteY104" fmla="*/ 1891745 h 2323145"/>
              <a:gd name="connsiteX105" fmla="*/ 6153131 w 11269336"/>
              <a:gd name="connsiteY105" fmla="*/ 1895079 h 2323145"/>
              <a:gd name="connsiteX106" fmla="*/ 6152798 w 11269336"/>
              <a:gd name="connsiteY106" fmla="*/ 1894920 h 2323145"/>
              <a:gd name="connsiteX107" fmla="*/ 6145388 w 11269336"/>
              <a:gd name="connsiteY107" fmla="*/ 1897990 h 2323145"/>
              <a:gd name="connsiteX108" fmla="*/ 6141014 w 11269336"/>
              <a:gd name="connsiteY108" fmla="*/ 1901155 h 2323145"/>
              <a:gd name="connsiteX109" fmla="*/ 6128122 w 11269336"/>
              <a:gd name="connsiteY109" fmla="*/ 1907623 h 2323145"/>
              <a:gd name="connsiteX110" fmla="*/ 6122351 w 11269336"/>
              <a:gd name="connsiteY110" fmla="*/ 1908359 h 2323145"/>
              <a:gd name="connsiteX111" fmla="*/ 6064750 w 11269336"/>
              <a:gd name="connsiteY111" fmla="*/ 1896394 h 2323145"/>
              <a:gd name="connsiteX112" fmla="*/ 5964230 w 11269336"/>
              <a:gd name="connsiteY112" fmla="*/ 1910038 h 2323145"/>
              <a:gd name="connsiteX113" fmla="*/ 5865399 w 11269336"/>
              <a:gd name="connsiteY113" fmla="*/ 1926966 h 2323145"/>
              <a:gd name="connsiteX114" fmla="*/ 5829951 w 11269336"/>
              <a:gd name="connsiteY114" fmla="*/ 1934755 h 2323145"/>
              <a:gd name="connsiteX115" fmla="*/ 5765285 w 11269336"/>
              <a:gd name="connsiteY115" fmla="*/ 1941322 h 2323145"/>
              <a:gd name="connsiteX116" fmla="*/ 5734750 w 11269336"/>
              <a:gd name="connsiteY116" fmla="*/ 1939793 h 2323145"/>
              <a:gd name="connsiteX117" fmla="*/ 5733569 w 11269336"/>
              <a:gd name="connsiteY117" fmla="*/ 1940505 h 2323145"/>
              <a:gd name="connsiteX118" fmla="*/ 5730329 w 11269336"/>
              <a:gd name="connsiteY118" fmla="*/ 1937845 h 2323145"/>
              <a:gd name="connsiteX119" fmla="*/ 5724661 w 11269336"/>
              <a:gd name="connsiteY119" fmla="*/ 1937455 h 2323145"/>
              <a:gd name="connsiteX120" fmla="*/ 5710186 w 11269336"/>
              <a:gd name="connsiteY120" fmla="*/ 1941370 h 2323145"/>
              <a:gd name="connsiteX121" fmla="*/ 5704910 w 11269336"/>
              <a:gd name="connsiteY121" fmla="*/ 1943663 h 2323145"/>
              <a:gd name="connsiteX122" fmla="*/ 5696836 w 11269336"/>
              <a:gd name="connsiteY122" fmla="*/ 1945271 h 2323145"/>
              <a:gd name="connsiteX123" fmla="*/ 5696583 w 11269336"/>
              <a:gd name="connsiteY123" fmla="*/ 1945050 h 2323145"/>
              <a:gd name="connsiteX124" fmla="*/ 5689123 w 11269336"/>
              <a:gd name="connsiteY124" fmla="*/ 1947067 h 2323145"/>
              <a:gd name="connsiteX125" fmla="*/ 5653291 w 11269336"/>
              <a:gd name="connsiteY125" fmla="*/ 1960245 h 2323145"/>
              <a:gd name="connsiteX126" fmla="*/ 5599385 w 11269336"/>
              <a:gd name="connsiteY126" fmla="*/ 1945198 h 2323145"/>
              <a:gd name="connsiteX127" fmla="*/ 5578300 w 11269336"/>
              <a:gd name="connsiteY127" fmla="*/ 1944963 h 2323145"/>
              <a:gd name="connsiteX128" fmla="*/ 5566758 w 11269336"/>
              <a:gd name="connsiteY128" fmla="*/ 1943441 h 2323145"/>
              <a:gd name="connsiteX129" fmla="*/ 5565857 w 11269336"/>
              <a:gd name="connsiteY129" fmla="*/ 1942445 h 2323145"/>
              <a:gd name="connsiteX130" fmla="*/ 5531534 w 11269336"/>
              <a:gd name="connsiteY130" fmla="*/ 1955208 h 2323145"/>
              <a:gd name="connsiteX131" fmla="*/ 5526552 w 11269336"/>
              <a:gd name="connsiteY131" fmla="*/ 1954799 h 2323145"/>
              <a:gd name="connsiteX132" fmla="*/ 5504723 w 11269336"/>
              <a:gd name="connsiteY132" fmla="*/ 1965811 h 2323145"/>
              <a:gd name="connsiteX133" fmla="*/ 5493156 w 11269336"/>
              <a:gd name="connsiteY133" fmla="*/ 1970063 h 2323145"/>
              <a:gd name="connsiteX134" fmla="*/ 5490486 w 11269336"/>
              <a:gd name="connsiteY134" fmla="*/ 1974227 h 2323145"/>
              <a:gd name="connsiteX135" fmla="*/ 5473107 w 11269336"/>
              <a:gd name="connsiteY135" fmla="*/ 1979001 h 2323145"/>
              <a:gd name="connsiteX136" fmla="*/ 5470885 w 11269336"/>
              <a:gd name="connsiteY136" fmla="*/ 1978432 h 2323145"/>
              <a:gd name="connsiteX137" fmla="*/ 5457393 w 11269336"/>
              <a:gd name="connsiteY137" fmla="*/ 1986525 h 2323145"/>
              <a:gd name="connsiteX138" fmla="*/ 5447102 w 11269336"/>
              <a:gd name="connsiteY138" fmla="*/ 1998329 h 2323145"/>
              <a:gd name="connsiteX139" fmla="*/ 5159151 w 11269336"/>
              <a:gd name="connsiteY139" fmla="*/ 2029640 h 2323145"/>
              <a:gd name="connsiteX140" fmla="*/ 5041688 w 11269336"/>
              <a:gd name="connsiteY140" fmla="*/ 2022334 h 2323145"/>
              <a:gd name="connsiteX141" fmla="*/ 4860988 w 11269336"/>
              <a:gd name="connsiteY141" fmla="*/ 2135698 h 2323145"/>
              <a:gd name="connsiteX142" fmla="*/ 4807902 w 11269336"/>
              <a:gd name="connsiteY142" fmla="*/ 2138894 h 2323145"/>
              <a:gd name="connsiteX143" fmla="*/ 4765388 w 11269336"/>
              <a:gd name="connsiteY143" fmla="*/ 2162525 h 2323145"/>
              <a:gd name="connsiteX144" fmla="*/ 4745033 w 11269336"/>
              <a:gd name="connsiteY144" fmla="*/ 2158859 h 2323145"/>
              <a:gd name="connsiteX145" fmla="*/ 4741475 w 11269336"/>
              <a:gd name="connsiteY145" fmla="*/ 2157998 h 2323145"/>
              <a:gd name="connsiteX146" fmla="*/ 4728247 w 11269336"/>
              <a:gd name="connsiteY146" fmla="*/ 2159526 h 2323145"/>
              <a:gd name="connsiteX147" fmla="*/ 4723263 w 11269336"/>
              <a:gd name="connsiteY147" fmla="*/ 2153742 h 2323145"/>
              <a:gd name="connsiteX148" fmla="*/ 4702453 w 11269336"/>
              <a:gd name="connsiteY148" fmla="*/ 2151586 h 2323145"/>
              <a:gd name="connsiteX149" fmla="*/ 4678455 w 11269336"/>
              <a:gd name="connsiteY149" fmla="*/ 2156131 h 2323145"/>
              <a:gd name="connsiteX150" fmla="*/ 4593061 w 11269336"/>
              <a:gd name="connsiteY150" fmla="*/ 2171597 h 2323145"/>
              <a:gd name="connsiteX151" fmla="*/ 4579902 w 11269336"/>
              <a:gd name="connsiteY151" fmla="*/ 2177927 h 2323145"/>
              <a:gd name="connsiteX152" fmla="*/ 4533444 w 11269336"/>
              <a:gd name="connsiteY152" fmla="*/ 2181200 h 2323145"/>
              <a:gd name="connsiteX153" fmla="*/ 4492832 w 11269336"/>
              <a:gd name="connsiteY153" fmla="*/ 2188033 h 2323145"/>
              <a:gd name="connsiteX154" fmla="*/ 4467257 w 11269336"/>
              <a:gd name="connsiteY154" fmla="*/ 2196121 h 2323145"/>
              <a:gd name="connsiteX155" fmla="*/ 4459937 w 11269336"/>
              <a:gd name="connsiteY155" fmla="*/ 2195182 h 2323145"/>
              <a:gd name="connsiteX156" fmla="*/ 4433312 w 11269336"/>
              <a:gd name="connsiteY156" fmla="*/ 2199004 h 2323145"/>
              <a:gd name="connsiteX157" fmla="*/ 4420601 w 11269336"/>
              <a:gd name="connsiteY157" fmla="*/ 2205158 h 2323145"/>
              <a:gd name="connsiteX158" fmla="*/ 4405765 w 11269336"/>
              <a:gd name="connsiteY158" fmla="*/ 2199902 h 2323145"/>
              <a:gd name="connsiteX159" fmla="*/ 4401354 w 11269336"/>
              <a:gd name="connsiteY159" fmla="*/ 2194745 h 2323145"/>
              <a:gd name="connsiteX160" fmla="*/ 4383151 w 11269336"/>
              <a:gd name="connsiteY160" fmla="*/ 2201140 h 2323145"/>
              <a:gd name="connsiteX161" fmla="*/ 4366646 w 11269336"/>
              <a:gd name="connsiteY161" fmla="*/ 2198564 h 2323145"/>
              <a:gd name="connsiteX162" fmla="*/ 4354009 w 11269336"/>
              <a:gd name="connsiteY162" fmla="*/ 2204984 h 2323145"/>
              <a:gd name="connsiteX163" fmla="*/ 4348284 w 11269336"/>
              <a:gd name="connsiteY163" fmla="*/ 2205270 h 2323145"/>
              <a:gd name="connsiteX164" fmla="*/ 4333906 w 11269336"/>
              <a:gd name="connsiteY164" fmla="*/ 2205251 h 2323145"/>
              <a:gd name="connsiteX165" fmla="*/ 4308819 w 11269336"/>
              <a:gd name="connsiteY165" fmla="*/ 2203822 h 2323145"/>
              <a:gd name="connsiteX166" fmla="*/ 4301210 w 11269336"/>
              <a:gd name="connsiteY166" fmla="*/ 2204456 h 2323145"/>
              <a:gd name="connsiteX167" fmla="*/ 4283095 w 11269336"/>
              <a:gd name="connsiteY167" fmla="*/ 2198177 h 2323145"/>
              <a:gd name="connsiteX168" fmla="*/ 4250119 w 11269336"/>
              <a:gd name="connsiteY168" fmla="*/ 2196342 h 2323145"/>
              <a:gd name="connsiteX169" fmla="*/ 4189203 w 11269336"/>
              <a:gd name="connsiteY169" fmla="*/ 2178994 h 2323145"/>
              <a:gd name="connsiteX170" fmla="*/ 4154035 w 11269336"/>
              <a:gd name="connsiteY170" fmla="*/ 2171950 h 2323145"/>
              <a:gd name="connsiteX171" fmla="*/ 4129569 w 11269336"/>
              <a:gd name="connsiteY171" fmla="*/ 2163850 h 2323145"/>
              <a:gd name="connsiteX172" fmla="*/ 4061250 w 11269336"/>
              <a:gd name="connsiteY172" fmla="*/ 2159236 h 2323145"/>
              <a:gd name="connsiteX173" fmla="*/ 3945480 w 11269336"/>
              <a:gd name="connsiteY173" fmla="*/ 2158279 h 2323145"/>
              <a:gd name="connsiteX174" fmla="*/ 3921468 w 11269336"/>
              <a:gd name="connsiteY174" fmla="*/ 2156588 h 2323145"/>
              <a:gd name="connsiteX175" fmla="*/ 3903348 w 11269336"/>
              <a:gd name="connsiteY175" fmla="*/ 2149220 h 2323145"/>
              <a:gd name="connsiteX176" fmla="*/ 3901342 w 11269336"/>
              <a:gd name="connsiteY176" fmla="*/ 2142355 h 2323145"/>
              <a:gd name="connsiteX177" fmla="*/ 3888539 w 11269336"/>
              <a:gd name="connsiteY177" fmla="*/ 2140476 h 2323145"/>
              <a:gd name="connsiteX178" fmla="*/ 3885662 w 11269336"/>
              <a:gd name="connsiteY178" fmla="*/ 2138740 h 2323145"/>
              <a:gd name="connsiteX179" fmla="*/ 3868627 w 11269336"/>
              <a:gd name="connsiteY179" fmla="*/ 2130023 h 2323145"/>
              <a:gd name="connsiteX180" fmla="*/ 3819177 w 11269336"/>
              <a:gd name="connsiteY180" fmla="*/ 2142111 h 2323145"/>
              <a:gd name="connsiteX181" fmla="*/ 3769100 w 11269336"/>
              <a:gd name="connsiteY181" fmla="*/ 2131731 h 2323145"/>
              <a:gd name="connsiteX182" fmla="*/ 3562752 w 11269336"/>
              <a:gd name="connsiteY182" fmla="*/ 2131785 h 2323145"/>
              <a:gd name="connsiteX183" fmla="*/ 3541402 w 11269336"/>
              <a:gd name="connsiteY183" fmla="*/ 2106821 h 2323145"/>
              <a:gd name="connsiteX184" fmla="*/ 3460591 w 11269336"/>
              <a:gd name="connsiteY184" fmla="*/ 2097951 h 2323145"/>
              <a:gd name="connsiteX185" fmla="*/ 3320348 w 11269336"/>
              <a:gd name="connsiteY185" fmla="*/ 2130191 h 2323145"/>
              <a:gd name="connsiteX186" fmla="*/ 3170922 w 11269336"/>
              <a:gd name="connsiteY186" fmla="*/ 2115957 h 2323145"/>
              <a:gd name="connsiteX187" fmla="*/ 3156256 w 11269336"/>
              <a:gd name="connsiteY187" fmla="*/ 2124773 h 2323145"/>
              <a:gd name="connsiteX188" fmla="*/ 3140298 w 11269336"/>
              <a:gd name="connsiteY188" fmla="*/ 2129182 h 2323145"/>
              <a:gd name="connsiteX189" fmla="*/ 3138514 w 11269336"/>
              <a:gd name="connsiteY189" fmla="*/ 2128069 h 2323145"/>
              <a:gd name="connsiteX190" fmla="*/ 3120467 w 11269336"/>
              <a:gd name="connsiteY190" fmla="*/ 2128281 h 2323145"/>
              <a:gd name="connsiteX191" fmla="*/ 3116175 w 11269336"/>
              <a:gd name="connsiteY191" fmla="*/ 2131633 h 2323145"/>
              <a:gd name="connsiteX192" fmla="*/ 3103685 w 11269336"/>
              <a:gd name="connsiteY192" fmla="*/ 2132814 h 2323145"/>
              <a:gd name="connsiteX193" fmla="*/ 3078794 w 11269336"/>
              <a:gd name="connsiteY193" fmla="*/ 2137935 h 2323145"/>
              <a:gd name="connsiteX194" fmla="*/ 3074407 w 11269336"/>
              <a:gd name="connsiteY194" fmla="*/ 2136274 h 2323145"/>
              <a:gd name="connsiteX195" fmla="*/ 3037285 w 11269336"/>
              <a:gd name="connsiteY195" fmla="*/ 2139919 h 2323145"/>
              <a:gd name="connsiteX196" fmla="*/ 3036901 w 11269336"/>
              <a:gd name="connsiteY196" fmla="*/ 2138726 h 2323145"/>
              <a:gd name="connsiteX197" fmla="*/ 3026996 w 11269336"/>
              <a:gd name="connsiteY197" fmla="*/ 2134322 h 2323145"/>
              <a:gd name="connsiteX198" fmla="*/ 3007772 w 11269336"/>
              <a:gd name="connsiteY198" fmla="*/ 2128742 h 2323145"/>
              <a:gd name="connsiteX199" fmla="*/ 2965030 w 11269336"/>
              <a:gd name="connsiteY199" fmla="*/ 2100494 h 2323145"/>
              <a:gd name="connsiteX200" fmla="*/ 2926342 w 11269336"/>
              <a:gd name="connsiteY200" fmla="*/ 2104155 h 2323145"/>
              <a:gd name="connsiteX201" fmla="*/ 2918608 w 11269336"/>
              <a:gd name="connsiteY201" fmla="*/ 2104215 h 2323145"/>
              <a:gd name="connsiteX202" fmla="*/ 2918475 w 11269336"/>
              <a:gd name="connsiteY202" fmla="*/ 2103937 h 2323145"/>
              <a:gd name="connsiteX203" fmla="*/ 2910360 w 11269336"/>
              <a:gd name="connsiteY203" fmla="*/ 2103444 h 2323145"/>
              <a:gd name="connsiteX204" fmla="*/ 2904507 w 11269336"/>
              <a:gd name="connsiteY204" fmla="*/ 2104326 h 2323145"/>
              <a:gd name="connsiteX205" fmla="*/ 2889503 w 11269336"/>
              <a:gd name="connsiteY205" fmla="*/ 2104443 h 2323145"/>
              <a:gd name="connsiteX206" fmla="*/ 2884480 w 11269336"/>
              <a:gd name="connsiteY206" fmla="*/ 2102626 h 2323145"/>
              <a:gd name="connsiteX207" fmla="*/ 2882689 w 11269336"/>
              <a:gd name="connsiteY207" fmla="*/ 2099228 h 2323145"/>
              <a:gd name="connsiteX208" fmla="*/ 2881291 w 11269336"/>
              <a:gd name="connsiteY208" fmla="*/ 2099618 h 2323145"/>
              <a:gd name="connsiteX209" fmla="*/ 2853979 w 11269336"/>
              <a:gd name="connsiteY209" fmla="*/ 2090388 h 2323145"/>
              <a:gd name="connsiteX210" fmla="*/ 2791790 w 11269336"/>
              <a:gd name="connsiteY210" fmla="*/ 2080332 h 2323145"/>
              <a:gd name="connsiteX211" fmla="*/ 2755844 w 11269336"/>
              <a:gd name="connsiteY211" fmla="*/ 2078874 h 2323145"/>
              <a:gd name="connsiteX212" fmla="*/ 2657742 w 11269336"/>
              <a:gd name="connsiteY212" fmla="*/ 2070179 h 2323145"/>
              <a:gd name="connsiteX213" fmla="*/ 2559549 w 11269336"/>
              <a:gd name="connsiteY213" fmla="*/ 2057873 h 2323145"/>
              <a:gd name="connsiteX214" fmla="*/ 2512054 w 11269336"/>
              <a:gd name="connsiteY214" fmla="*/ 2031671 h 2323145"/>
              <a:gd name="connsiteX215" fmla="*/ 2506437 w 11269336"/>
              <a:gd name="connsiteY215" fmla="*/ 2030918 h 2323145"/>
              <a:gd name="connsiteX216" fmla="*/ 2491752 w 11269336"/>
              <a:gd name="connsiteY216" fmla="*/ 2033906 h 2323145"/>
              <a:gd name="connsiteX217" fmla="*/ 2486338 w 11269336"/>
              <a:gd name="connsiteY217" fmla="*/ 2035862 h 2323145"/>
              <a:gd name="connsiteX218" fmla="*/ 2478186 w 11269336"/>
              <a:gd name="connsiteY218" fmla="*/ 2036953 h 2323145"/>
              <a:gd name="connsiteX219" fmla="*/ 2477950 w 11269336"/>
              <a:gd name="connsiteY219" fmla="*/ 2036715 h 2323145"/>
              <a:gd name="connsiteX220" fmla="*/ 2470381 w 11269336"/>
              <a:gd name="connsiteY220" fmla="*/ 2038256 h 2323145"/>
              <a:gd name="connsiteX221" fmla="*/ 2433781 w 11269336"/>
              <a:gd name="connsiteY221" fmla="*/ 2049140 h 2323145"/>
              <a:gd name="connsiteX222" fmla="*/ 2381172 w 11269336"/>
              <a:gd name="connsiteY222" fmla="*/ 2030645 h 2323145"/>
              <a:gd name="connsiteX223" fmla="*/ 2360198 w 11269336"/>
              <a:gd name="connsiteY223" fmla="*/ 2029059 h 2323145"/>
              <a:gd name="connsiteX224" fmla="*/ 2348815 w 11269336"/>
              <a:gd name="connsiteY224" fmla="*/ 2026798 h 2323145"/>
              <a:gd name="connsiteX225" fmla="*/ 2347988 w 11269336"/>
              <a:gd name="connsiteY225" fmla="*/ 2025745 h 2323145"/>
              <a:gd name="connsiteX226" fmla="*/ 2312920 w 11269336"/>
              <a:gd name="connsiteY226" fmla="*/ 2036311 h 2323145"/>
              <a:gd name="connsiteX227" fmla="*/ 2307986 w 11269336"/>
              <a:gd name="connsiteY227" fmla="*/ 2035583 h 2323145"/>
              <a:gd name="connsiteX228" fmla="*/ 2285481 w 11269336"/>
              <a:gd name="connsiteY228" fmla="*/ 2045197 h 2323145"/>
              <a:gd name="connsiteX229" fmla="*/ 2273666 w 11269336"/>
              <a:gd name="connsiteY229" fmla="*/ 2048710 h 2323145"/>
              <a:gd name="connsiteX230" fmla="*/ 2270719 w 11269336"/>
              <a:gd name="connsiteY230" fmla="*/ 2052702 h 2323145"/>
              <a:gd name="connsiteX231" fmla="*/ 2253080 w 11269336"/>
              <a:gd name="connsiteY231" fmla="*/ 2056363 h 2323145"/>
              <a:gd name="connsiteX232" fmla="*/ 2250906 w 11269336"/>
              <a:gd name="connsiteY232" fmla="*/ 2055654 h 2323145"/>
              <a:gd name="connsiteX233" fmla="*/ 2236905 w 11269336"/>
              <a:gd name="connsiteY233" fmla="*/ 2062882 h 2323145"/>
              <a:gd name="connsiteX234" fmla="*/ 2225830 w 11269336"/>
              <a:gd name="connsiteY234" fmla="*/ 2074027 h 2323145"/>
              <a:gd name="connsiteX235" fmla="*/ 2073776 w 11269336"/>
              <a:gd name="connsiteY235" fmla="*/ 2089244 h 2323145"/>
              <a:gd name="connsiteX236" fmla="*/ 1948256 w 11269336"/>
              <a:gd name="connsiteY236" fmla="*/ 2146616 h 2323145"/>
              <a:gd name="connsiteX237" fmla="*/ 1865582 w 11269336"/>
              <a:gd name="connsiteY237" fmla="*/ 2153738 h 2323145"/>
              <a:gd name="connsiteX238" fmla="*/ 1835210 w 11269336"/>
              <a:gd name="connsiteY238" fmla="*/ 2134244 h 2323145"/>
              <a:gd name="connsiteX239" fmla="*/ 1632661 w 11269336"/>
              <a:gd name="connsiteY239" fmla="*/ 2173882 h 2323145"/>
              <a:gd name="connsiteX240" fmla="*/ 1579590 w 11269336"/>
              <a:gd name="connsiteY240" fmla="*/ 2173680 h 2323145"/>
              <a:gd name="connsiteX241" fmla="*/ 1535601 w 11269336"/>
              <a:gd name="connsiteY241" fmla="*/ 2194590 h 2323145"/>
              <a:gd name="connsiteX242" fmla="*/ 1515594 w 11269336"/>
              <a:gd name="connsiteY242" fmla="*/ 2189622 h 2323145"/>
              <a:gd name="connsiteX243" fmla="*/ 1512113 w 11269336"/>
              <a:gd name="connsiteY243" fmla="*/ 2188534 h 2323145"/>
              <a:gd name="connsiteX244" fmla="*/ 1498838 w 11269336"/>
              <a:gd name="connsiteY244" fmla="*/ 2189213 h 2323145"/>
              <a:gd name="connsiteX245" fmla="*/ 1494279 w 11269336"/>
              <a:gd name="connsiteY245" fmla="*/ 2183112 h 2323145"/>
              <a:gd name="connsiteX246" fmla="*/ 1473714 w 11269336"/>
              <a:gd name="connsiteY246" fmla="*/ 2179625 h 2323145"/>
              <a:gd name="connsiteX247" fmla="*/ 1449503 w 11269336"/>
              <a:gd name="connsiteY247" fmla="*/ 2182633 h 2323145"/>
              <a:gd name="connsiteX248" fmla="*/ 1335495 w 11269336"/>
              <a:gd name="connsiteY248" fmla="*/ 2203940 h 2323145"/>
              <a:gd name="connsiteX249" fmla="*/ 1266687 w 11269336"/>
              <a:gd name="connsiteY249" fmla="*/ 2212688 h 2323145"/>
              <a:gd name="connsiteX250" fmla="*/ 1239614 w 11269336"/>
              <a:gd name="connsiteY250" fmla="*/ 2209727 h 2323145"/>
              <a:gd name="connsiteX251" fmla="*/ 1202436 w 11269336"/>
              <a:gd name="connsiteY251" fmla="*/ 2209817 h 2323145"/>
              <a:gd name="connsiteX252" fmla="*/ 1136097 w 11269336"/>
              <a:gd name="connsiteY252" fmla="*/ 2205112 h 2323145"/>
              <a:gd name="connsiteX253" fmla="*/ 1048229 w 11269336"/>
              <a:gd name="connsiteY253" fmla="*/ 2207249 h 2323145"/>
              <a:gd name="connsiteX254" fmla="*/ 988232 w 11269336"/>
              <a:gd name="connsiteY254" fmla="*/ 2235635 h 2323145"/>
              <a:gd name="connsiteX255" fmla="*/ 981959 w 11269336"/>
              <a:gd name="connsiteY255" fmla="*/ 2231607 h 2323145"/>
              <a:gd name="connsiteX256" fmla="*/ 938600 w 11269336"/>
              <a:gd name="connsiteY256" fmla="*/ 2238113 h 2323145"/>
              <a:gd name="connsiteX257" fmla="*/ 791788 w 11269336"/>
              <a:gd name="connsiteY257" fmla="*/ 2293224 h 2323145"/>
              <a:gd name="connsiteX258" fmla="*/ 706914 w 11269336"/>
              <a:gd name="connsiteY258" fmla="*/ 2305046 h 2323145"/>
              <a:gd name="connsiteX259" fmla="*/ 675971 w 11269336"/>
              <a:gd name="connsiteY259" fmla="*/ 2304030 h 2323145"/>
              <a:gd name="connsiteX260" fmla="*/ 624180 w 11269336"/>
              <a:gd name="connsiteY260" fmla="*/ 2302650 h 2323145"/>
              <a:gd name="connsiteX261" fmla="*/ 583453 w 11269336"/>
              <a:gd name="connsiteY261" fmla="*/ 2288788 h 2323145"/>
              <a:gd name="connsiteX262" fmla="*/ 540946 w 11269336"/>
              <a:gd name="connsiteY262" fmla="*/ 2292721 h 2323145"/>
              <a:gd name="connsiteX263" fmla="*/ 533680 w 11269336"/>
              <a:gd name="connsiteY263" fmla="*/ 2310233 h 2323145"/>
              <a:gd name="connsiteX264" fmla="*/ 487366 w 11269336"/>
              <a:gd name="connsiteY264" fmla="*/ 2309053 h 2323145"/>
              <a:gd name="connsiteX265" fmla="*/ 416820 w 11269336"/>
              <a:gd name="connsiteY265" fmla="*/ 2305443 h 2323145"/>
              <a:gd name="connsiteX266" fmla="*/ 376805 w 11269336"/>
              <a:gd name="connsiteY266" fmla="*/ 2307647 h 2323145"/>
              <a:gd name="connsiteX267" fmla="*/ 266777 w 11269336"/>
              <a:gd name="connsiteY267" fmla="*/ 2309012 h 2323145"/>
              <a:gd name="connsiteX268" fmla="*/ 156013 w 11269336"/>
              <a:gd name="connsiteY268" fmla="*/ 2306832 h 2323145"/>
              <a:gd name="connsiteX269" fmla="*/ 87258 w 11269336"/>
              <a:gd name="connsiteY269" fmla="*/ 2285511 h 2323145"/>
              <a:gd name="connsiteX270" fmla="*/ 23798 w 11269336"/>
              <a:gd name="connsiteY270" fmla="*/ 2281822 h 2323145"/>
              <a:gd name="connsiteX271" fmla="*/ 0 w 11269336"/>
              <a:gd name="connsiteY271" fmla="*/ 2285369 h 2323145"/>
              <a:gd name="connsiteX272" fmla="*/ 0 w 11269336"/>
              <a:gd name="connsiteY272"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742561 w 11269336"/>
              <a:gd name="connsiteY18" fmla="*/ 500437 h 2323145"/>
              <a:gd name="connsiteX19" fmla="*/ 9561831 w 11269336"/>
              <a:gd name="connsiteY19" fmla="*/ 547649 h 2323145"/>
              <a:gd name="connsiteX20" fmla="*/ 9380600 w 11269336"/>
              <a:gd name="connsiteY20" fmla="*/ 549821 h 2323145"/>
              <a:gd name="connsiteX21" fmla="*/ 9139429 w 11269336"/>
              <a:gd name="connsiteY21" fmla="*/ 696446 h 2323145"/>
              <a:gd name="connsiteX22" fmla="*/ 9114263 w 11269336"/>
              <a:gd name="connsiteY22" fmla="*/ 709213 h 2323145"/>
              <a:gd name="connsiteX23" fmla="*/ 9028928 w 11269336"/>
              <a:gd name="connsiteY23" fmla="*/ 745350 h 2323145"/>
              <a:gd name="connsiteX24" fmla="*/ 8977138 w 11269336"/>
              <a:gd name="connsiteY24" fmla="*/ 774970 h 2323145"/>
              <a:gd name="connsiteX25" fmla="*/ 8947030 w 11269336"/>
              <a:gd name="connsiteY25" fmla="*/ 814934 h 2323145"/>
              <a:gd name="connsiteX26" fmla="*/ 8914746 w 11269336"/>
              <a:gd name="connsiteY26" fmla="*/ 826428 h 2323145"/>
              <a:gd name="connsiteX27" fmla="*/ 8917778 w 11269336"/>
              <a:gd name="connsiteY27" fmla="*/ 835198 h 2323145"/>
              <a:gd name="connsiteX28" fmla="*/ 8905560 w 11269336"/>
              <a:gd name="connsiteY28" fmla="*/ 838358 h 2323145"/>
              <a:gd name="connsiteX29" fmla="*/ 8897564 w 11269336"/>
              <a:gd name="connsiteY29" fmla="*/ 834287 h 2323145"/>
              <a:gd name="connsiteX30" fmla="*/ 8878040 w 11269336"/>
              <a:gd name="connsiteY30" fmla="*/ 844150 h 2323145"/>
              <a:gd name="connsiteX31" fmla="*/ 8882654 w 11269336"/>
              <a:gd name="connsiteY31" fmla="*/ 892768 h 2323145"/>
              <a:gd name="connsiteX32" fmla="*/ 8837498 w 11269336"/>
              <a:gd name="connsiteY32" fmla="*/ 885664 h 2323145"/>
              <a:gd name="connsiteX33" fmla="*/ 8795998 w 11269336"/>
              <a:gd name="connsiteY33" fmla="*/ 863337 h 2323145"/>
              <a:gd name="connsiteX34" fmla="*/ 8776970 w 11269336"/>
              <a:gd name="connsiteY34" fmla="*/ 885177 h 2323145"/>
              <a:gd name="connsiteX35" fmla="*/ 8755719 w 11269336"/>
              <a:gd name="connsiteY35" fmla="*/ 889754 h 2323145"/>
              <a:gd name="connsiteX36" fmla="*/ 8743257 w 11269336"/>
              <a:gd name="connsiteY36" fmla="*/ 904723 h 2323145"/>
              <a:gd name="connsiteX37" fmla="*/ 8721366 w 11269336"/>
              <a:gd name="connsiteY37" fmla="*/ 904711 h 2323145"/>
              <a:gd name="connsiteX38" fmla="*/ 8678353 w 11269336"/>
              <a:gd name="connsiteY38" fmla="*/ 926318 h 2323145"/>
              <a:gd name="connsiteX39" fmla="*/ 8636849 w 11269336"/>
              <a:gd name="connsiteY39" fmla="*/ 937900 h 2323145"/>
              <a:gd name="connsiteX40" fmla="*/ 8620213 w 11269336"/>
              <a:gd name="connsiteY40" fmla="*/ 943068 h 2323145"/>
              <a:gd name="connsiteX41" fmla="*/ 8612581 w 11269336"/>
              <a:gd name="connsiteY41" fmla="*/ 952695 h 2323145"/>
              <a:gd name="connsiteX42" fmla="*/ 8589038 w 11269336"/>
              <a:gd name="connsiteY42" fmla="*/ 963892 h 2323145"/>
              <a:gd name="connsiteX43" fmla="*/ 8579950 w 11269336"/>
              <a:gd name="connsiteY43" fmla="*/ 960899 h 2323145"/>
              <a:gd name="connsiteX44" fmla="*/ 8579319 w 11269336"/>
              <a:gd name="connsiteY44" fmla="*/ 965630 h 2323145"/>
              <a:gd name="connsiteX45" fmla="*/ 8547429 w 11269336"/>
              <a:gd name="connsiteY45" fmla="*/ 984506 h 2323145"/>
              <a:gd name="connsiteX46" fmla="*/ 8478704 w 11269336"/>
              <a:gd name="connsiteY46" fmla="*/ 1025490 h 2323145"/>
              <a:gd name="connsiteX47" fmla="*/ 8461421 w 11269336"/>
              <a:gd name="connsiteY47" fmla="*/ 1035512 h 2323145"/>
              <a:gd name="connsiteX48" fmla="*/ 8445003 w 11269336"/>
              <a:gd name="connsiteY48" fmla="*/ 1036851 h 2323145"/>
              <a:gd name="connsiteX49" fmla="*/ 8357350 w 11269336"/>
              <a:gd name="connsiteY49" fmla="*/ 1060213 h 2323145"/>
              <a:gd name="connsiteX50" fmla="*/ 8335565 w 11269336"/>
              <a:gd name="connsiteY50" fmla="*/ 1061151 h 2323145"/>
              <a:gd name="connsiteX51" fmla="*/ 8325267 w 11269336"/>
              <a:gd name="connsiteY51" fmla="*/ 1055919 h 2323145"/>
              <a:gd name="connsiteX52" fmla="*/ 8293586 w 11269336"/>
              <a:gd name="connsiteY52" fmla="*/ 1076144 h 2323145"/>
              <a:gd name="connsiteX53" fmla="*/ 8242405 w 11269336"/>
              <a:gd name="connsiteY53" fmla="*/ 1095960 h 2323145"/>
              <a:gd name="connsiteX54" fmla="*/ 8218531 w 11269336"/>
              <a:gd name="connsiteY54" fmla="*/ 1107622 h 2323145"/>
              <a:gd name="connsiteX55" fmla="*/ 8197391 w 11269336"/>
              <a:gd name="connsiteY55" fmla="*/ 1107746 h 2323145"/>
              <a:gd name="connsiteX56" fmla="*/ 8081474 w 11269336"/>
              <a:gd name="connsiteY56" fmla="*/ 1130125 h 2323145"/>
              <a:gd name="connsiteX57" fmla="*/ 8053585 w 11269336"/>
              <a:gd name="connsiteY57" fmla="*/ 1129169 h 2323145"/>
              <a:gd name="connsiteX58" fmla="*/ 8038422 w 11269336"/>
              <a:gd name="connsiteY58" fmla="*/ 1119092 h 2323145"/>
              <a:gd name="connsiteX59" fmla="*/ 8029450 w 11269336"/>
              <a:gd name="connsiteY59" fmla="*/ 1125592 h 2323145"/>
              <a:gd name="connsiteX60" fmla="*/ 7959552 w 11269336"/>
              <a:gd name="connsiteY60" fmla="*/ 1140188 h 2323145"/>
              <a:gd name="connsiteX61" fmla="*/ 7914188 w 11269336"/>
              <a:gd name="connsiteY61" fmla="*/ 1150862 h 2323145"/>
              <a:gd name="connsiteX62" fmla="*/ 7914918 w 11269336"/>
              <a:gd name="connsiteY62" fmla="*/ 1168758 h 2323145"/>
              <a:gd name="connsiteX63" fmla="*/ 7875510 w 11269336"/>
              <a:gd name="connsiteY63" fmla="*/ 1183153 h 2323145"/>
              <a:gd name="connsiteX64" fmla="*/ 7829932 w 11269336"/>
              <a:gd name="connsiteY64" fmla="*/ 1180782 h 2323145"/>
              <a:gd name="connsiteX65" fmla="*/ 7779182 w 11269336"/>
              <a:gd name="connsiteY65" fmla="*/ 1192665 h 2323145"/>
              <a:gd name="connsiteX66" fmla="*/ 7748774 w 11269336"/>
              <a:gd name="connsiteY66" fmla="*/ 1199586 h 2323145"/>
              <a:gd name="connsiteX67" fmla="*/ 7671846 w 11269336"/>
              <a:gd name="connsiteY67" fmla="*/ 1231966 h 2323145"/>
              <a:gd name="connsiteX68" fmla="*/ 7554146 w 11269336"/>
              <a:gd name="connsiteY68" fmla="*/ 1319748 h 2323145"/>
              <a:gd name="connsiteX69" fmla="*/ 7515052 w 11269336"/>
              <a:gd name="connsiteY69" fmla="*/ 1336718 h 2323145"/>
              <a:gd name="connsiteX70" fmla="*/ 7507193 w 11269336"/>
              <a:gd name="connsiteY70" fmla="*/ 1334617 h 2323145"/>
              <a:gd name="connsiteX71" fmla="*/ 7461694 w 11269336"/>
              <a:gd name="connsiteY71" fmla="*/ 1375866 h 2323145"/>
              <a:gd name="connsiteX72" fmla="*/ 7377571 w 11269336"/>
              <a:gd name="connsiteY72" fmla="*/ 1400128 h 2323145"/>
              <a:gd name="connsiteX73" fmla="*/ 7311261 w 11269336"/>
              <a:gd name="connsiteY73" fmla="*/ 1412652 h 2323145"/>
              <a:gd name="connsiteX74" fmla="*/ 7275307 w 11269336"/>
              <a:gd name="connsiteY74" fmla="*/ 1422171 h 2323145"/>
              <a:gd name="connsiteX75" fmla="*/ 7247783 w 11269336"/>
              <a:gd name="connsiteY75" fmla="*/ 1426330 h 2323145"/>
              <a:gd name="connsiteX76" fmla="*/ 7185047 w 11269336"/>
              <a:gd name="connsiteY76" fmla="*/ 1451812 h 2323145"/>
              <a:gd name="connsiteX77" fmla="*/ 7084117 w 11269336"/>
              <a:gd name="connsiteY77" fmla="*/ 1500281 h 2323145"/>
              <a:gd name="connsiteX78" fmla="*/ 7062011 w 11269336"/>
              <a:gd name="connsiteY78" fmla="*/ 1509183 h 2323145"/>
              <a:gd name="connsiteX79" fmla="*/ 7040555 w 11269336"/>
              <a:gd name="connsiteY79" fmla="*/ 1511207 h 2323145"/>
              <a:gd name="connsiteX80" fmla="*/ 7033438 w 11269336"/>
              <a:gd name="connsiteY80" fmla="*/ 1506772 h 2323145"/>
              <a:gd name="connsiteX81" fmla="*/ 7020886 w 11269336"/>
              <a:gd name="connsiteY81" fmla="*/ 1510764 h 2323145"/>
              <a:gd name="connsiteX82" fmla="*/ 7017033 w 11269336"/>
              <a:gd name="connsiteY82" fmla="*/ 1510650 h 2323145"/>
              <a:gd name="connsiteX83" fmla="*/ 6995460 w 11269336"/>
              <a:gd name="connsiteY83" fmla="*/ 1511173 h 2323145"/>
              <a:gd name="connsiteX84" fmla="*/ 6962144 w 11269336"/>
              <a:gd name="connsiteY84" fmla="*/ 1541508 h 2323145"/>
              <a:gd name="connsiteX85" fmla="*/ 6910674 w 11269336"/>
              <a:gd name="connsiteY85" fmla="*/ 1554793 h 2323145"/>
              <a:gd name="connsiteX86" fmla="*/ 6732152 w 11269336"/>
              <a:gd name="connsiteY86" fmla="*/ 1642538 h 2323145"/>
              <a:gd name="connsiteX87" fmla="*/ 6694106 w 11269336"/>
              <a:gd name="connsiteY87" fmla="*/ 1632377 h 2323145"/>
              <a:gd name="connsiteX88" fmla="*/ 6617223 w 11269336"/>
              <a:gd name="connsiteY88" fmla="*/ 1659889 h 2323145"/>
              <a:gd name="connsiteX89" fmla="*/ 6521138 w 11269336"/>
              <a:gd name="connsiteY89" fmla="*/ 1744340 h 2323145"/>
              <a:gd name="connsiteX90" fmla="*/ 6380677 w 11269336"/>
              <a:gd name="connsiteY90" fmla="*/ 1796883 h 2323145"/>
              <a:gd name="connsiteX91" fmla="*/ 6374897 w 11269336"/>
              <a:gd name="connsiteY91" fmla="*/ 1809910 h 2323145"/>
              <a:gd name="connsiteX92" fmla="*/ 6364545 w 11269336"/>
              <a:gd name="connsiteY92" fmla="*/ 1820090 h 2323145"/>
              <a:gd name="connsiteX93" fmla="*/ 6362126 w 11269336"/>
              <a:gd name="connsiteY93" fmla="*/ 1819991 h 2323145"/>
              <a:gd name="connsiteX94" fmla="*/ 6346673 w 11269336"/>
              <a:gd name="connsiteY94" fmla="*/ 1827824 h 2323145"/>
              <a:gd name="connsiteX95" fmla="*/ 6345588 w 11269336"/>
              <a:gd name="connsiteY95" fmla="*/ 1832232 h 2323145"/>
              <a:gd name="connsiteX96" fmla="*/ 6335708 w 11269336"/>
              <a:gd name="connsiteY96" fmla="*/ 1838451 h 2323145"/>
              <a:gd name="connsiteX97" fmla="*/ 6318182 w 11269336"/>
              <a:gd name="connsiteY97" fmla="*/ 1852975 h 2323145"/>
              <a:gd name="connsiteX98" fmla="*/ 6313084 w 11269336"/>
              <a:gd name="connsiteY98" fmla="*/ 1853561 h 2323145"/>
              <a:gd name="connsiteX99" fmla="*/ 6283816 w 11269336"/>
              <a:gd name="connsiteY99" fmla="*/ 1872148 h 2323145"/>
              <a:gd name="connsiteX100" fmla="*/ 6282550 w 11269336"/>
              <a:gd name="connsiteY100" fmla="*/ 1871392 h 2323145"/>
              <a:gd name="connsiteX101" fmla="*/ 6270527 w 11269336"/>
              <a:gd name="connsiteY101" fmla="*/ 1872208 h 2323145"/>
              <a:gd name="connsiteX102" fmla="*/ 6249518 w 11269336"/>
              <a:gd name="connsiteY102" fmla="*/ 1876079 h 2323145"/>
              <a:gd name="connsiteX103" fmla="*/ 6190386 w 11269336"/>
              <a:gd name="connsiteY103" fmla="*/ 1872478 h 2323145"/>
              <a:gd name="connsiteX104" fmla="*/ 6159777 w 11269336"/>
              <a:gd name="connsiteY104" fmla="*/ 1891745 h 2323145"/>
              <a:gd name="connsiteX105" fmla="*/ 6153131 w 11269336"/>
              <a:gd name="connsiteY105" fmla="*/ 1895079 h 2323145"/>
              <a:gd name="connsiteX106" fmla="*/ 6152798 w 11269336"/>
              <a:gd name="connsiteY106" fmla="*/ 1894920 h 2323145"/>
              <a:gd name="connsiteX107" fmla="*/ 6145388 w 11269336"/>
              <a:gd name="connsiteY107" fmla="*/ 1897990 h 2323145"/>
              <a:gd name="connsiteX108" fmla="*/ 6141014 w 11269336"/>
              <a:gd name="connsiteY108" fmla="*/ 1901155 h 2323145"/>
              <a:gd name="connsiteX109" fmla="*/ 6128122 w 11269336"/>
              <a:gd name="connsiteY109" fmla="*/ 1907623 h 2323145"/>
              <a:gd name="connsiteX110" fmla="*/ 6122351 w 11269336"/>
              <a:gd name="connsiteY110" fmla="*/ 1908359 h 2323145"/>
              <a:gd name="connsiteX111" fmla="*/ 6064750 w 11269336"/>
              <a:gd name="connsiteY111" fmla="*/ 1896394 h 2323145"/>
              <a:gd name="connsiteX112" fmla="*/ 5964230 w 11269336"/>
              <a:gd name="connsiteY112" fmla="*/ 1910038 h 2323145"/>
              <a:gd name="connsiteX113" fmla="*/ 5865399 w 11269336"/>
              <a:gd name="connsiteY113" fmla="*/ 1926966 h 2323145"/>
              <a:gd name="connsiteX114" fmla="*/ 5829951 w 11269336"/>
              <a:gd name="connsiteY114" fmla="*/ 1934755 h 2323145"/>
              <a:gd name="connsiteX115" fmla="*/ 5765285 w 11269336"/>
              <a:gd name="connsiteY115" fmla="*/ 1941322 h 2323145"/>
              <a:gd name="connsiteX116" fmla="*/ 5734750 w 11269336"/>
              <a:gd name="connsiteY116" fmla="*/ 1939793 h 2323145"/>
              <a:gd name="connsiteX117" fmla="*/ 5733569 w 11269336"/>
              <a:gd name="connsiteY117" fmla="*/ 1940505 h 2323145"/>
              <a:gd name="connsiteX118" fmla="*/ 5730329 w 11269336"/>
              <a:gd name="connsiteY118" fmla="*/ 1937845 h 2323145"/>
              <a:gd name="connsiteX119" fmla="*/ 5724661 w 11269336"/>
              <a:gd name="connsiteY119" fmla="*/ 1937455 h 2323145"/>
              <a:gd name="connsiteX120" fmla="*/ 5710186 w 11269336"/>
              <a:gd name="connsiteY120" fmla="*/ 1941370 h 2323145"/>
              <a:gd name="connsiteX121" fmla="*/ 5704910 w 11269336"/>
              <a:gd name="connsiteY121" fmla="*/ 1943663 h 2323145"/>
              <a:gd name="connsiteX122" fmla="*/ 5696836 w 11269336"/>
              <a:gd name="connsiteY122" fmla="*/ 1945271 h 2323145"/>
              <a:gd name="connsiteX123" fmla="*/ 5696583 w 11269336"/>
              <a:gd name="connsiteY123" fmla="*/ 1945050 h 2323145"/>
              <a:gd name="connsiteX124" fmla="*/ 5689123 w 11269336"/>
              <a:gd name="connsiteY124" fmla="*/ 1947067 h 2323145"/>
              <a:gd name="connsiteX125" fmla="*/ 5653291 w 11269336"/>
              <a:gd name="connsiteY125" fmla="*/ 1960245 h 2323145"/>
              <a:gd name="connsiteX126" fmla="*/ 5599385 w 11269336"/>
              <a:gd name="connsiteY126" fmla="*/ 1945198 h 2323145"/>
              <a:gd name="connsiteX127" fmla="*/ 5578300 w 11269336"/>
              <a:gd name="connsiteY127" fmla="*/ 1944963 h 2323145"/>
              <a:gd name="connsiteX128" fmla="*/ 5566758 w 11269336"/>
              <a:gd name="connsiteY128" fmla="*/ 1943441 h 2323145"/>
              <a:gd name="connsiteX129" fmla="*/ 5565857 w 11269336"/>
              <a:gd name="connsiteY129" fmla="*/ 1942445 h 2323145"/>
              <a:gd name="connsiteX130" fmla="*/ 5531534 w 11269336"/>
              <a:gd name="connsiteY130" fmla="*/ 1955208 h 2323145"/>
              <a:gd name="connsiteX131" fmla="*/ 5526552 w 11269336"/>
              <a:gd name="connsiteY131" fmla="*/ 1954799 h 2323145"/>
              <a:gd name="connsiteX132" fmla="*/ 5504723 w 11269336"/>
              <a:gd name="connsiteY132" fmla="*/ 1965811 h 2323145"/>
              <a:gd name="connsiteX133" fmla="*/ 5493156 w 11269336"/>
              <a:gd name="connsiteY133" fmla="*/ 1970063 h 2323145"/>
              <a:gd name="connsiteX134" fmla="*/ 5490486 w 11269336"/>
              <a:gd name="connsiteY134" fmla="*/ 1974227 h 2323145"/>
              <a:gd name="connsiteX135" fmla="*/ 5473107 w 11269336"/>
              <a:gd name="connsiteY135" fmla="*/ 1979001 h 2323145"/>
              <a:gd name="connsiteX136" fmla="*/ 5470885 w 11269336"/>
              <a:gd name="connsiteY136" fmla="*/ 1978432 h 2323145"/>
              <a:gd name="connsiteX137" fmla="*/ 5457393 w 11269336"/>
              <a:gd name="connsiteY137" fmla="*/ 1986525 h 2323145"/>
              <a:gd name="connsiteX138" fmla="*/ 5447102 w 11269336"/>
              <a:gd name="connsiteY138" fmla="*/ 1998329 h 2323145"/>
              <a:gd name="connsiteX139" fmla="*/ 5159151 w 11269336"/>
              <a:gd name="connsiteY139" fmla="*/ 2029640 h 2323145"/>
              <a:gd name="connsiteX140" fmla="*/ 5041688 w 11269336"/>
              <a:gd name="connsiteY140" fmla="*/ 2022334 h 2323145"/>
              <a:gd name="connsiteX141" fmla="*/ 4860988 w 11269336"/>
              <a:gd name="connsiteY141" fmla="*/ 2135698 h 2323145"/>
              <a:gd name="connsiteX142" fmla="*/ 4807902 w 11269336"/>
              <a:gd name="connsiteY142" fmla="*/ 2138894 h 2323145"/>
              <a:gd name="connsiteX143" fmla="*/ 4765388 w 11269336"/>
              <a:gd name="connsiteY143" fmla="*/ 2162525 h 2323145"/>
              <a:gd name="connsiteX144" fmla="*/ 4745033 w 11269336"/>
              <a:gd name="connsiteY144" fmla="*/ 2158859 h 2323145"/>
              <a:gd name="connsiteX145" fmla="*/ 4741475 w 11269336"/>
              <a:gd name="connsiteY145" fmla="*/ 2157998 h 2323145"/>
              <a:gd name="connsiteX146" fmla="*/ 4728247 w 11269336"/>
              <a:gd name="connsiteY146" fmla="*/ 2159526 h 2323145"/>
              <a:gd name="connsiteX147" fmla="*/ 4723263 w 11269336"/>
              <a:gd name="connsiteY147" fmla="*/ 2153742 h 2323145"/>
              <a:gd name="connsiteX148" fmla="*/ 4702453 w 11269336"/>
              <a:gd name="connsiteY148" fmla="*/ 2151586 h 2323145"/>
              <a:gd name="connsiteX149" fmla="*/ 4678455 w 11269336"/>
              <a:gd name="connsiteY149" fmla="*/ 2156131 h 2323145"/>
              <a:gd name="connsiteX150" fmla="*/ 4593061 w 11269336"/>
              <a:gd name="connsiteY150" fmla="*/ 2171597 h 2323145"/>
              <a:gd name="connsiteX151" fmla="*/ 4579902 w 11269336"/>
              <a:gd name="connsiteY151" fmla="*/ 2177927 h 2323145"/>
              <a:gd name="connsiteX152" fmla="*/ 4533444 w 11269336"/>
              <a:gd name="connsiteY152" fmla="*/ 2181200 h 2323145"/>
              <a:gd name="connsiteX153" fmla="*/ 4492832 w 11269336"/>
              <a:gd name="connsiteY153" fmla="*/ 2188033 h 2323145"/>
              <a:gd name="connsiteX154" fmla="*/ 4467257 w 11269336"/>
              <a:gd name="connsiteY154" fmla="*/ 2196121 h 2323145"/>
              <a:gd name="connsiteX155" fmla="*/ 4459937 w 11269336"/>
              <a:gd name="connsiteY155" fmla="*/ 2195182 h 2323145"/>
              <a:gd name="connsiteX156" fmla="*/ 4433312 w 11269336"/>
              <a:gd name="connsiteY156" fmla="*/ 2199004 h 2323145"/>
              <a:gd name="connsiteX157" fmla="*/ 4420601 w 11269336"/>
              <a:gd name="connsiteY157" fmla="*/ 2205158 h 2323145"/>
              <a:gd name="connsiteX158" fmla="*/ 4405765 w 11269336"/>
              <a:gd name="connsiteY158" fmla="*/ 2199902 h 2323145"/>
              <a:gd name="connsiteX159" fmla="*/ 4401354 w 11269336"/>
              <a:gd name="connsiteY159" fmla="*/ 2194745 h 2323145"/>
              <a:gd name="connsiteX160" fmla="*/ 4383151 w 11269336"/>
              <a:gd name="connsiteY160" fmla="*/ 2201140 h 2323145"/>
              <a:gd name="connsiteX161" fmla="*/ 4366646 w 11269336"/>
              <a:gd name="connsiteY161" fmla="*/ 2198564 h 2323145"/>
              <a:gd name="connsiteX162" fmla="*/ 4354009 w 11269336"/>
              <a:gd name="connsiteY162" fmla="*/ 2204984 h 2323145"/>
              <a:gd name="connsiteX163" fmla="*/ 4348284 w 11269336"/>
              <a:gd name="connsiteY163" fmla="*/ 2205270 h 2323145"/>
              <a:gd name="connsiteX164" fmla="*/ 4333906 w 11269336"/>
              <a:gd name="connsiteY164" fmla="*/ 2205251 h 2323145"/>
              <a:gd name="connsiteX165" fmla="*/ 4308819 w 11269336"/>
              <a:gd name="connsiteY165" fmla="*/ 2203822 h 2323145"/>
              <a:gd name="connsiteX166" fmla="*/ 4301210 w 11269336"/>
              <a:gd name="connsiteY166" fmla="*/ 2204456 h 2323145"/>
              <a:gd name="connsiteX167" fmla="*/ 4283095 w 11269336"/>
              <a:gd name="connsiteY167" fmla="*/ 2198177 h 2323145"/>
              <a:gd name="connsiteX168" fmla="*/ 4250119 w 11269336"/>
              <a:gd name="connsiteY168" fmla="*/ 2196342 h 2323145"/>
              <a:gd name="connsiteX169" fmla="*/ 4189203 w 11269336"/>
              <a:gd name="connsiteY169" fmla="*/ 2178994 h 2323145"/>
              <a:gd name="connsiteX170" fmla="*/ 4154035 w 11269336"/>
              <a:gd name="connsiteY170" fmla="*/ 2171950 h 2323145"/>
              <a:gd name="connsiteX171" fmla="*/ 4129569 w 11269336"/>
              <a:gd name="connsiteY171" fmla="*/ 2163850 h 2323145"/>
              <a:gd name="connsiteX172" fmla="*/ 4061250 w 11269336"/>
              <a:gd name="connsiteY172" fmla="*/ 2159236 h 2323145"/>
              <a:gd name="connsiteX173" fmla="*/ 3945480 w 11269336"/>
              <a:gd name="connsiteY173" fmla="*/ 2158279 h 2323145"/>
              <a:gd name="connsiteX174" fmla="*/ 3921468 w 11269336"/>
              <a:gd name="connsiteY174" fmla="*/ 2156588 h 2323145"/>
              <a:gd name="connsiteX175" fmla="*/ 3903348 w 11269336"/>
              <a:gd name="connsiteY175" fmla="*/ 2149220 h 2323145"/>
              <a:gd name="connsiteX176" fmla="*/ 3901342 w 11269336"/>
              <a:gd name="connsiteY176" fmla="*/ 2142355 h 2323145"/>
              <a:gd name="connsiteX177" fmla="*/ 3888539 w 11269336"/>
              <a:gd name="connsiteY177" fmla="*/ 2140476 h 2323145"/>
              <a:gd name="connsiteX178" fmla="*/ 3885662 w 11269336"/>
              <a:gd name="connsiteY178" fmla="*/ 2138740 h 2323145"/>
              <a:gd name="connsiteX179" fmla="*/ 3868627 w 11269336"/>
              <a:gd name="connsiteY179" fmla="*/ 2130023 h 2323145"/>
              <a:gd name="connsiteX180" fmla="*/ 3819177 w 11269336"/>
              <a:gd name="connsiteY180" fmla="*/ 2142111 h 2323145"/>
              <a:gd name="connsiteX181" fmla="*/ 3769100 w 11269336"/>
              <a:gd name="connsiteY181" fmla="*/ 2131731 h 2323145"/>
              <a:gd name="connsiteX182" fmla="*/ 3562752 w 11269336"/>
              <a:gd name="connsiteY182" fmla="*/ 2131785 h 2323145"/>
              <a:gd name="connsiteX183" fmla="*/ 3541402 w 11269336"/>
              <a:gd name="connsiteY183" fmla="*/ 2106821 h 2323145"/>
              <a:gd name="connsiteX184" fmla="*/ 3460591 w 11269336"/>
              <a:gd name="connsiteY184" fmla="*/ 2097951 h 2323145"/>
              <a:gd name="connsiteX185" fmla="*/ 3170922 w 11269336"/>
              <a:gd name="connsiteY185" fmla="*/ 2115957 h 2323145"/>
              <a:gd name="connsiteX186" fmla="*/ 3156256 w 11269336"/>
              <a:gd name="connsiteY186" fmla="*/ 2124773 h 2323145"/>
              <a:gd name="connsiteX187" fmla="*/ 3140298 w 11269336"/>
              <a:gd name="connsiteY187" fmla="*/ 2129182 h 2323145"/>
              <a:gd name="connsiteX188" fmla="*/ 3138514 w 11269336"/>
              <a:gd name="connsiteY188" fmla="*/ 2128069 h 2323145"/>
              <a:gd name="connsiteX189" fmla="*/ 3120467 w 11269336"/>
              <a:gd name="connsiteY189" fmla="*/ 2128281 h 2323145"/>
              <a:gd name="connsiteX190" fmla="*/ 3116175 w 11269336"/>
              <a:gd name="connsiteY190" fmla="*/ 2131633 h 2323145"/>
              <a:gd name="connsiteX191" fmla="*/ 3103685 w 11269336"/>
              <a:gd name="connsiteY191" fmla="*/ 2132814 h 2323145"/>
              <a:gd name="connsiteX192" fmla="*/ 3078794 w 11269336"/>
              <a:gd name="connsiteY192" fmla="*/ 2137935 h 2323145"/>
              <a:gd name="connsiteX193" fmla="*/ 3074407 w 11269336"/>
              <a:gd name="connsiteY193" fmla="*/ 2136274 h 2323145"/>
              <a:gd name="connsiteX194" fmla="*/ 3037285 w 11269336"/>
              <a:gd name="connsiteY194" fmla="*/ 2139919 h 2323145"/>
              <a:gd name="connsiteX195" fmla="*/ 3036901 w 11269336"/>
              <a:gd name="connsiteY195" fmla="*/ 2138726 h 2323145"/>
              <a:gd name="connsiteX196" fmla="*/ 3026996 w 11269336"/>
              <a:gd name="connsiteY196" fmla="*/ 2134322 h 2323145"/>
              <a:gd name="connsiteX197" fmla="*/ 3007772 w 11269336"/>
              <a:gd name="connsiteY197" fmla="*/ 2128742 h 2323145"/>
              <a:gd name="connsiteX198" fmla="*/ 2965030 w 11269336"/>
              <a:gd name="connsiteY198" fmla="*/ 2100494 h 2323145"/>
              <a:gd name="connsiteX199" fmla="*/ 2926342 w 11269336"/>
              <a:gd name="connsiteY199" fmla="*/ 2104155 h 2323145"/>
              <a:gd name="connsiteX200" fmla="*/ 2918608 w 11269336"/>
              <a:gd name="connsiteY200" fmla="*/ 2104215 h 2323145"/>
              <a:gd name="connsiteX201" fmla="*/ 2918475 w 11269336"/>
              <a:gd name="connsiteY201" fmla="*/ 2103937 h 2323145"/>
              <a:gd name="connsiteX202" fmla="*/ 2910360 w 11269336"/>
              <a:gd name="connsiteY202" fmla="*/ 2103444 h 2323145"/>
              <a:gd name="connsiteX203" fmla="*/ 2904507 w 11269336"/>
              <a:gd name="connsiteY203" fmla="*/ 2104326 h 2323145"/>
              <a:gd name="connsiteX204" fmla="*/ 2889503 w 11269336"/>
              <a:gd name="connsiteY204" fmla="*/ 2104443 h 2323145"/>
              <a:gd name="connsiteX205" fmla="*/ 2884480 w 11269336"/>
              <a:gd name="connsiteY205" fmla="*/ 2102626 h 2323145"/>
              <a:gd name="connsiteX206" fmla="*/ 2882689 w 11269336"/>
              <a:gd name="connsiteY206" fmla="*/ 2099228 h 2323145"/>
              <a:gd name="connsiteX207" fmla="*/ 2881291 w 11269336"/>
              <a:gd name="connsiteY207" fmla="*/ 2099618 h 2323145"/>
              <a:gd name="connsiteX208" fmla="*/ 2853979 w 11269336"/>
              <a:gd name="connsiteY208" fmla="*/ 2090388 h 2323145"/>
              <a:gd name="connsiteX209" fmla="*/ 2791790 w 11269336"/>
              <a:gd name="connsiteY209" fmla="*/ 2080332 h 2323145"/>
              <a:gd name="connsiteX210" fmla="*/ 2755844 w 11269336"/>
              <a:gd name="connsiteY210" fmla="*/ 2078874 h 2323145"/>
              <a:gd name="connsiteX211" fmla="*/ 2657742 w 11269336"/>
              <a:gd name="connsiteY211" fmla="*/ 2070179 h 2323145"/>
              <a:gd name="connsiteX212" fmla="*/ 2559549 w 11269336"/>
              <a:gd name="connsiteY212" fmla="*/ 2057873 h 2323145"/>
              <a:gd name="connsiteX213" fmla="*/ 2512054 w 11269336"/>
              <a:gd name="connsiteY213" fmla="*/ 2031671 h 2323145"/>
              <a:gd name="connsiteX214" fmla="*/ 2506437 w 11269336"/>
              <a:gd name="connsiteY214" fmla="*/ 2030918 h 2323145"/>
              <a:gd name="connsiteX215" fmla="*/ 2491752 w 11269336"/>
              <a:gd name="connsiteY215" fmla="*/ 2033906 h 2323145"/>
              <a:gd name="connsiteX216" fmla="*/ 2486338 w 11269336"/>
              <a:gd name="connsiteY216" fmla="*/ 2035862 h 2323145"/>
              <a:gd name="connsiteX217" fmla="*/ 2478186 w 11269336"/>
              <a:gd name="connsiteY217" fmla="*/ 2036953 h 2323145"/>
              <a:gd name="connsiteX218" fmla="*/ 2477950 w 11269336"/>
              <a:gd name="connsiteY218" fmla="*/ 2036715 h 2323145"/>
              <a:gd name="connsiteX219" fmla="*/ 2470381 w 11269336"/>
              <a:gd name="connsiteY219" fmla="*/ 2038256 h 2323145"/>
              <a:gd name="connsiteX220" fmla="*/ 2433781 w 11269336"/>
              <a:gd name="connsiteY220" fmla="*/ 2049140 h 2323145"/>
              <a:gd name="connsiteX221" fmla="*/ 2381172 w 11269336"/>
              <a:gd name="connsiteY221" fmla="*/ 2030645 h 2323145"/>
              <a:gd name="connsiteX222" fmla="*/ 2360198 w 11269336"/>
              <a:gd name="connsiteY222" fmla="*/ 2029059 h 2323145"/>
              <a:gd name="connsiteX223" fmla="*/ 2348815 w 11269336"/>
              <a:gd name="connsiteY223" fmla="*/ 2026798 h 2323145"/>
              <a:gd name="connsiteX224" fmla="*/ 2347988 w 11269336"/>
              <a:gd name="connsiteY224" fmla="*/ 2025745 h 2323145"/>
              <a:gd name="connsiteX225" fmla="*/ 2312920 w 11269336"/>
              <a:gd name="connsiteY225" fmla="*/ 2036311 h 2323145"/>
              <a:gd name="connsiteX226" fmla="*/ 2307986 w 11269336"/>
              <a:gd name="connsiteY226" fmla="*/ 2035583 h 2323145"/>
              <a:gd name="connsiteX227" fmla="*/ 2285481 w 11269336"/>
              <a:gd name="connsiteY227" fmla="*/ 2045197 h 2323145"/>
              <a:gd name="connsiteX228" fmla="*/ 2273666 w 11269336"/>
              <a:gd name="connsiteY228" fmla="*/ 2048710 h 2323145"/>
              <a:gd name="connsiteX229" fmla="*/ 2270719 w 11269336"/>
              <a:gd name="connsiteY229" fmla="*/ 2052702 h 2323145"/>
              <a:gd name="connsiteX230" fmla="*/ 2253080 w 11269336"/>
              <a:gd name="connsiteY230" fmla="*/ 2056363 h 2323145"/>
              <a:gd name="connsiteX231" fmla="*/ 2250906 w 11269336"/>
              <a:gd name="connsiteY231" fmla="*/ 2055654 h 2323145"/>
              <a:gd name="connsiteX232" fmla="*/ 2236905 w 11269336"/>
              <a:gd name="connsiteY232" fmla="*/ 2062882 h 2323145"/>
              <a:gd name="connsiteX233" fmla="*/ 2225830 w 11269336"/>
              <a:gd name="connsiteY233" fmla="*/ 2074027 h 2323145"/>
              <a:gd name="connsiteX234" fmla="*/ 2073776 w 11269336"/>
              <a:gd name="connsiteY234" fmla="*/ 2089244 h 2323145"/>
              <a:gd name="connsiteX235" fmla="*/ 1948256 w 11269336"/>
              <a:gd name="connsiteY235" fmla="*/ 2146616 h 2323145"/>
              <a:gd name="connsiteX236" fmla="*/ 1865582 w 11269336"/>
              <a:gd name="connsiteY236" fmla="*/ 2153738 h 2323145"/>
              <a:gd name="connsiteX237" fmla="*/ 1835210 w 11269336"/>
              <a:gd name="connsiteY237" fmla="*/ 2134244 h 2323145"/>
              <a:gd name="connsiteX238" fmla="*/ 1632661 w 11269336"/>
              <a:gd name="connsiteY238" fmla="*/ 2173882 h 2323145"/>
              <a:gd name="connsiteX239" fmla="*/ 1579590 w 11269336"/>
              <a:gd name="connsiteY239" fmla="*/ 2173680 h 2323145"/>
              <a:gd name="connsiteX240" fmla="*/ 1535601 w 11269336"/>
              <a:gd name="connsiteY240" fmla="*/ 2194590 h 2323145"/>
              <a:gd name="connsiteX241" fmla="*/ 1515594 w 11269336"/>
              <a:gd name="connsiteY241" fmla="*/ 2189622 h 2323145"/>
              <a:gd name="connsiteX242" fmla="*/ 1512113 w 11269336"/>
              <a:gd name="connsiteY242" fmla="*/ 2188534 h 2323145"/>
              <a:gd name="connsiteX243" fmla="*/ 1498838 w 11269336"/>
              <a:gd name="connsiteY243" fmla="*/ 2189213 h 2323145"/>
              <a:gd name="connsiteX244" fmla="*/ 1494279 w 11269336"/>
              <a:gd name="connsiteY244" fmla="*/ 2183112 h 2323145"/>
              <a:gd name="connsiteX245" fmla="*/ 1473714 w 11269336"/>
              <a:gd name="connsiteY245" fmla="*/ 2179625 h 2323145"/>
              <a:gd name="connsiteX246" fmla="*/ 1449503 w 11269336"/>
              <a:gd name="connsiteY246" fmla="*/ 2182633 h 2323145"/>
              <a:gd name="connsiteX247" fmla="*/ 1335495 w 11269336"/>
              <a:gd name="connsiteY247" fmla="*/ 2203940 h 2323145"/>
              <a:gd name="connsiteX248" fmla="*/ 1266687 w 11269336"/>
              <a:gd name="connsiteY248" fmla="*/ 2212688 h 2323145"/>
              <a:gd name="connsiteX249" fmla="*/ 1239614 w 11269336"/>
              <a:gd name="connsiteY249" fmla="*/ 2209727 h 2323145"/>
              <a:gd name="connsiteX250" fmla="*/ 1202436 w 11269336"/>
              <a:gd name="connsiteY250" fmla="*/ 2209817 h 2323145"/>
              <a:gd name="connsiteX251" fmla="*/ 1136097 w 11269336"/>
              <a:gd name="connsiteY251" fmla="*/ 2205112 h 2323145"/>
              <a:gd name="connsiteX252" fmla="*/ 1048229 w 11269336"/>
              <a:gd name="connsiteY252" fmla="*/ 2207249 h 2323145"/>
              <a:gd name="connsiteX253" fmla="*/ 988232 w 11269336"/>
              <a:gd name="connsiteY253" fmla="*/ 2235635 h 2323145"/>
              <a:gd name="connsiteX254" fmla="*/ 981959 w 11269336"/>
              <a:gd name="connsiteY254" fmla="*/ 2231607 h 2323145"/>
              <a:gd name="connsiteX255" fmla="*/ 938600 w 11269336"/>
              <a:gd name="connsiteY255" fmla="*/ 2238113 h 2323145"/>
              <a:gd name="connsiteX256" fmla="*/ 791788 w 11269336"/>
              <a:gd name="connsiteY256" fmla="*/ 2293224 h 2323145"/>
              <a:gd name="connsiteX257" fmla="*/ 706914 w 11269336"/>
              <a:gd name="connsiteY257" fmla="*/ 2305046 h 2323145"/>
              <a:gd name="connsiteX258" fmla="*/ 675971 w 11269336"/>
              <a:gd name="connsiteY258" fmla="*/ 2304030 h 2323145"/>
              <a:gd name="connsiteX259" fmla="*/ 624180 w 11269336"/>
              <a:gd name="connsiteY259" fmla="*/ 2302650 h 2323145"/>
              <a:gd name="connsiteX260" fmla="*/ 583453 w 11269336"/>
              <a:gd name="connsiteY260" fmla="*/ 2288788 h 2323145"/>
              <a:gd name="connsiteX261" fmla="*/ 540946 w 11269336"/>
              <a:gd name="connsiteY261" fmla="*/ 2292721 h 2323145"/>
              <a:gd name="connsiteX262" fmla="*/ 533680 w 11269336"/>
              <a:gd name="connsiteY262" fmla="*/ 2310233 h 2323145"/>
              <a:gd name="connsiteX263" fmla="*/ 487366 w 11269336"/>
              <a:gd name="connsiteY263" fmla="*/ 2309053 h 2323145"/>
              <a:gd name="connsiteX264" fmla="*/ 416820 w 11269336"/>
              <a:gd name="connsiteY264" fmla="*/ 2305443 h 2323145"/>
              <a:gd name="connsiteX265" fmla="*/ 376805 w 11269336"/>
              <a:gd name="connsiteY265" fmla="*/ 2307647 h 2323145"/>
              <a:gd name="connsiteX266" fmla="*/ 266777 w 11269336"/>
              <a:gd name="connsiteY266" fmla="*/ 2309012 h 2323145"/>
              <a:gd name="connsiteX267" fmla="*/ 156013 w 11269336"/>
              <a:gd name="connsiteY267" fmla="*/ 2306832 h 2323145"/>
              <a:gd name="connsiteX268" fmla="*/ 87258 w 11269336"/>
              <a:gd name="connsiteY268" fmla="*/ 2285511 h 2323145"/>
              <a:gd name="connsiteX269" fmla="*/ 23798 w 11269336"/>
              <a:gd name="connsiteY269" fmla="*/ 2281822 h 2323145"/>
              <a:gd name="connsiteX270" fmla="*/ 0 w 11269336"/>
              <a:gd name="connsiteY270" fmla="*/ 2285369 h 2323145"/>
              <a:gd name="connsiteX271" fmla="*/ 0 w 11269336"/>
              <a:gd name="connsiteY271"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742561 w 11269336"/>
              <a:gd name="connsiteY18" fmla="*/ 500437 h 2323145"/>
              <a:gd name="connsiteX19" fmla="*/ 9561831 w 11269336"/>
              <a:gd name="connsiteY19" fmla="*/ 547649 h 2323145"/>
              <a:gd name="connsiteX20" fmla="*/ 9380600 w 11269336"/>
              <a:gd name="connsiteY20" fmla="*/ 549821 h 2323145"/>
              <a:gd name="connsiteX21" fmla="*/ 9139429 w 11269336"/>
              <a:gd name="connsiteY21" fmla="*/ 696446 h 2323145"/>
              <a:gd name="connsiteX22" fmla="*/ 9114263 w 11269336"/>
              <a:gd name="connsiteY22" fmla="*/ 709213 h 2323145"/>
              <a:gd name="connsiteX23" fmla="*/ 9028928 w 11269336"/>
              <a:gd name="connsiteY23" fmla="*/ 745350 h 2323145"/>
              <a:gd name="connsiteX24" fmla="*/ 8977138 w 11269336"/>
              <a:gd name="connsiteY24" fmla="*/ 774970 h 2323145"/>
              <a:gd name="connsiteX25" fmla="*/ 8947030 w 11269336"/>
              <a:gd name="connsiteY25" fmla="*/ 814934 h 2323145"/>
              <a:gd name="connsiteX26" fmla="*/ 8914746 w 11269336"/>
              <a:gd name="connsiteY26" fmla="*/ 826428 h 2323145"/>
              <a:gd name="connsiteX27" fmla="*/ 8917778 w 11269336"/>
              <a:gd name="connsiteY27" fmla="*/ 835198 h 2323145"/>
              <a:gd name="connsiteX28" fmla="*/ 8905560 w 11269336"/>
              <a:gd name="connsiteY28" fmla="*/ 838358 h 2323145"/>
              <a:gd name="connsiteX29" fmla="*/ 8897564 w 11269336"/>
              <a:gd name="connsiteY29" fmla="*/ 834287 h 2323145"/>
              <a:gd name="connsiteX30" fmla="*/ 8878040 w 11269336"/>
              <a:gd name="connsiteY30" fmla="*/ 844150 h 2323145"/>
              <a:gd name="connsiteX31" fmla="*/ 8882654 w 11269336"/>
              <a:gd name="connsiteY31" fmla="*/ 892768 h 2323145"/>
              <a:gd name="connsiteX32" fmla="*/ 8837498 w 11269336"/>
              <a:gd name="connsiteY32" fmla="*/ 885664 h 2323145"/>
              <a:gd name="connsiteX33" fmla="*/ 8795998 w 11269336"/>
              <a:gd name="connsiteY33" fmla="*/ 863337 h 2323145"/>
              <a:gd name="connsiteX34" fmla="*/ 8776970 w 11269336"/>
              <a:gd name="connsiteY34" fmla="*/ 885177 h 2323145"/>
              <a:gd name="connsiteX35" fmla="*/ 8755719 w 11269336"/>
              <a:gd name="connsiteY35" fmla="*/ 889754 h 2323145"/>
              <a:gd name="connsiteX36" fmla="*/ 8743257 w 11269336"/>
              <a:gd name="connsiteY36" fmla="*/ 904723 h 2323145"/>
              <a:gd name="connsiteX37" fmla="*/ 8721366 w 11269336"/>
              <a:gd name="connsiteY37" fmla="*/ 904711 h 2323145"/>
              <a:gd name="connsiteX38" fmla="*/ 8678353 w 11269336"/>
              <a:gd name="connsiteY38" fmla="*/ 926318 h 2323145"/>
              <a:gd name="connsiteX39" fmla="*/ 8636849 w 11269336"/>
              <a:gd name="connsiteY39" fmla="*/ 937900 h 2323145"/>
              <a:gd name="connsiteX40" fmla="*/ 8620213 w 11269336"/>
              <a:gd name="connsiteY40" fmla="*/ 943068 h 2323145"/>
              <a:gd name="connsiteX41" fmla="*/ 8612581 w 11269336"/>
              <a:gd name="connsiteY41" fmla="*/ 952695 h 2323145"/>
              <a:gd name="connsiteX42" fmla="*/ 8589038 w 11269336"/>
              <a:gd name="connsiteY42" fmla="*/ 963892 h 2323145"/>
              <a:gd name="connsiteX43" fmla="*/ 8579950 w 11269336"/>
              <a:gd name="connsiteY43" fmla="*/ 960899 h 2323145"/>
              <a:gd name="connsiteX44" fmla="*/ 8579319 w 11269336"/>
              <a:gd name="connsiteY44" fmla="*/ 965630 h 2323145"/>
              <a:gd name="connsiteX45" fmla="*/ 8547429 w 11269336"/>
              <a:gd name="connsiteY45" fmla="*/ 984506 h 2323145"/>
              <a:gd name="connsiteX46" fmla="*/ 8478704 w 11269336"/>
              <a:gd name="connsiteY46" fmla="*/ 1025490 h 2323145"/>
              <a:gd name="connsiteX47" fmla="*/ 8461421 w 11269336"/>
              <a:gd name="connsiteY47" fmla="*/ 1035512 h 2323145"/>
              <a:gd name="connsiteX48" fmla="*/ 8445003 w 11269336"/>
              <a:gd name="connsiteY48" fmla="*/ 1036851 h 2323145"/>
              <a:gd name="connsiteX49" fmla="*/ 8357350 w 11269336"/>
              <a:gd name="connsiteY49" fmla="*/ 1060213 h 2323145"/>
              <a:gd name="connsiteX50" fmla="*/ 8335565 w 11269336"/>
              <a:gd name="connsiteY50" fmla="*/ 1061151 h 2323145"/>
              <a:gd name="connsiteX51" fmla="*/ 8325267 w 11269336"/>
              <a:gd name="connsiteY51" fmla="*/ 1055919 h 2323145"/>
              <a:gd name="connsiteX52" fmla="*/ 8293586 w 11269336"/>
              <a:gd name="connsiteY52" fmla="*/ 1076144 h 2323145"/>
              <a:gd name="connsiteX53" fmla="*/ 8242405 w 11269336"/>
              <a:gd name="connsiteY53" fmla="*/ 1095960 h 2323145"/>
              <a:gd name="connsiteX54" fmla="*/ 8218531 w 11269336"/>
              <a:gd name="connsiteY54" fmla="*/ 1107622 h 2323145"/>
              <a:gd name="connsiteX55" fmla="*/ 8197391 w 11269336"/>
              <a:gd name="connsiteY55" fmla="*/ 1107746 h 2323145"/>
              <a:gd name="connsiteX56" fmla="*/ 8081474 w 11269336"/>
              <a:gd name="connsiteY56" fmla="*/ 1130125 h 2323145"/>
              <a:gd name="connsiteX57" fmla="*/ 8053585 w 11269336"/>
              <a:gd name="connsiteY57" fmla="*/ 1129169 h 2323145"/>
              <a:gd name="connsiteX58" fmla="*/ 8038422 w 11269336"/>
              <a:gd name="connsiteY58" fmla="*/ 1119092 h 2323145"/>
              <a:gd name="connsiteX59" fmla="*/ 8029450 w 11269336"/>
              <a:gd name="connsiteY59" fmla="*/ 1125592 h 2323145"/>
              <a:gd name="connsiteX60" fmla="*/ 7959552 w 11269336"/>
              <a:gd name="connsiteY60" fmla="*/ 1140188 h 2323145"/>
              <a:gd name="connsiteX61" fmla="*/ 7914188 w 11269336"/>
              <a:gd name="connsiteY61" fmla="*/ 1150862 h 2323145"/>
              <a:gd name="connsiteX62" fmla="*/ 7914918 w 11269336"/>
              <a:gd name="connsiteY62" fmla="*/ 1168758 h 2323145"/>
              <a:gd name="connsiteX63" fmla="*/ 7875510 w 11269336"/>
              <a:gd name="connsiteY63" fmla="*/ 1183153 h 2323145"/>
              <a:gd name="connsiteX64" fmla="*/ 7829932 w 11269336"/>
              <a:gd name="connsiteY64" fmla="*/ 1180782 h 2323145"/>
              <a:gd name="connsiteX65" fmla="*/ 7779182 w 11269336"/>
              <a:gd name="connsiteY65" fmla="*/ 1192665 h 2323145"/>
              <a:gd name="connsiteX66" fmla="*/ 7748774 w 11269336"/>
              <a:gd name="connsiteY66" fmla="*/ 1199586 h 2323145"/>
              <a:gd name="connsiteX67" fmla="*/ 7671846 w 11269336"/>
              <a:gd name="connsiteY67" fmla="*/ 1231966 h 2323145"/>
              <a:gd name="connsiteX68" fmla="*/ 7554146 w 11269336"/>
              <a:gd name="connsiteY68" fmla="*/ 1319748 h 2323145"/>
              <a:gd name="connsiteX69" fmla="*/ 7515052 w 11269336"/>
              <a:gd name="connsiteY69" fmla="*/ 1336718 h 2323145"/>
              <a:gd name="connsiteX70" fmla="*/ 7507193 w 11269336"/>
              <a:gd name="connsiteY70" fmla="*/ 1334617 h 2323145"/>
              <a:gd name="connsiteX71" fmla="*/ 7461694 w 11269336"/>
              <a:gd name="connsiteY71" fmla="*/ 1375866 h 2323145"/>
              <a:gd name="connsiteX72" fmla="*/ 7377571 w 11269336"/>
              <a:gd name="connsiteY72" fmla="*/ 1400128 h 2323145"/>
              <a:gd name="connsiteX73" fmla="*/ 7311261 w 11269336"/>
              <a:gd name="connsiteY73" fmla="*/ 1412652 h 2323145"/>
              <a:gd name="connsiteX74" fmla="*/ 7275307 w 11269336"/>
              <a:gd name="connsiteY74" fmla="*/ 1422171 h 2323145"/>
              <a:gd name="connsiteX75" fmla="*/ 7247783 w 11269336"/>
              <a:gd name="connsiteY75" fmla="*/ 1426330 h 2323145"/>
              <a:gd name="connsiteX76" fmla="*/ 7185047 w 11269336"/>
              <a:gd name="connsiteY76" fmla="*/ 1451812 h 2323145"/>
              <a:gd name="connsiteX77" fmla="*/ 7084117 w 11269336"/>
              <a:gd name="connsiteY77" fmla="*/ 1500281 h 2323145"/>
              <a:gd name="connsiteX78" fmla="*/ 7062011 w 11269336"/>
              <a:gd name="connsiteY78" fmla="*/ 1509183 h 2323145"/>
              <a:gd name="connsiteX79" fmla="*/ 7040555 w 11269336"/>
              <a:gd name="connsiteY79" fmla="*/ 1511207 h 2323145"/>
              <a:gd name="connsiteX80" fmla="*/ 7033438 w 11269336"/>
              <a:gd name="connsiteY80" fmla="*/ 1506772 h 2323145"/>
              <a:gd name="connsiteX81" fmla="*/ 7020886 w 11269336"/>
              <a:gd name="connsiteY81" fmla="*/ 1510764 h 2323145"/>
              <a:gd name="connsiteX82" fmla="*/ 7017033 w 11269336"/>
              <a:gd name="connsiteY82" fmla="*/ 1510650 h 2323145"/>
              <a:gd name="connsiteX83" fmla="*/ 6995460 w 11269336"/>
              <a:gd name="connsiteY83" fmla="*/ 1511173 h 2323145"/>
              <a:gd name="connsiteX84" fmla="*/ 6962144 w 11269336"/>
              <a:gd name="connsiteY84" fmla="*/ 1541508 h 2323145"/>
              <a:gd name="connsiteX85" fmla="*/ 6910674 w 11269336"/>
              <a:gd name="connsiteY85" fmla="*/ 1554793 h 2323145"/>
              <a:gd name="connsiteX86" fmla="*/ 6732152 w 11269336"/>
              <a:gd name="connsiteY86" fmla="*/ 1642538 h 2323145"/>
              <a:gd name="connsiteX87" fmla="*/ 6694106 w 11269336"/>
              <a:gd name="connsiteY87" fmla="*/ 1632377 h 2323145"/>
              <a:gd name="connsiteX88" fmla="*/ 6617223 w 11269336"/>
              <a:gd name="connsiteY88" fmla="*/ 1659889 h 2323145"/>
              <a:gd name="connsiteX89" fmla="*/ 6521138 w 11269336"/>
              <a:gd name="connsiteY89" fmla="*/ 1744340 h 2323145"/>
              <a:gd name="connsiteX90" fmla="*/ 6380677 w 11269336"/>
              <a:gd name="connsiteY90" fmla="*/ 1796883 h 2323145"/>
              <a:gd name="connsiteX91" fmla="*/ 6374897 w 11269336"/>
              <a:gd name="connsiteY91" fmla="*/ 1809910 h 2323145"/>
              <a:gd name="connsiteX92" fmla="*/ 6364545 w 11269336"/>
              <a:gd name="connsiteY92" fmla="*/ 1820090 h 2323145"/>
              <a:gd name="connsiteX93" fmla="*/ 6362126 w 11269336"/>
              <a:gd name="connsiteY93" fmla="*/ 1819991 h 2323145"/>
              <a:gd name="connsiteX94" fmla="*/ 6346673 w 11269336"/>
              <a:gd name="connsiteY94" fmla="*/ 1827824 h 2323145"/>
              <a:gd name="connsiteX95" fmla="*/ 6345588 w 11269336"/>
              <a:gd name="connsiteY95" fmla="*/ 1832232 h 2323145"/>
              <a:gd name="connsiteX96" fmla="*/ 6335708 w 11269336"/>
              <a:gd name="connsiteY96" fmla="*/ 1838451 h 2323145"/>
              <a:gd name="connsiteX97" fmla="*/ 6318182 w 11269336"/>
              <a:gd name="connsiteY97" fmla="*/ 1852975 h 2323145"/>
              <a:gd name="connsiteX98" fmla="*/ 6313084 w 11269336"/>
              <a:gd name="connsiteY98" fmla="*/ 1853561 h 2323145"/>
              <a:gd name="connsiteX99" fmla="*/ 6283816 w 11269336"/>
              <a:gd name="connsiteY99" fmla="*/ 1872148 h 2323145"/>
              <a:gd name="connsiteX100" fmla="*/ 6282550 w 11269336"/>
              <a:gd name="connsiteY100" fmla="*/ 1871392 h 2323145"/>
              <a:gd name="connsiteX101" fmla="*/ 6270527 w 11269336"/>
              <a:gd name="connsiteY101" fmla="*/ 1872208 h 2323145"/>
              <a:gd name="connsiteX102" fmla="*/ 6249518 w 11269336"/>
              <a:gd name="connsiteY102" fmla="*/ 1876079 h 2323145"/>
              <a:gd name="connsiteX103" fmla="*/ 6190386 w 11269336"/>
              <a:gd name="connsiteY103" fmla="*/ 1872478 h 2323145"/>
              <a:gd name="connsiteX104" fmla="*/ 6159777 w 11269336"/>
              <a:gd name="connsiteY104" fmla="*/ 1891745 h 2323145"/>
              <a:gd name="connsiteX105" fmla="*/ 6153131 w 11269336"/>
              <a:gd name="connsiteY105" fmla="*/ 1895079 h 2323145"/>
              <a:gd name="connsiteX106" fmla="*/ 6152798 w 11269336"/>
              <a:gd name="connsiteY106" fmla="*/ 1894920 h 2323145"/>
              <a:gd name="connsiteX107" fmla="*/ 6145388 w 11269336"/>
              <a:gd name="connsiteY107" fmla="*/ 1897990 h 2323145"/>
              <a:gd name="connsiteX108" fmla="*/ 6141014 w 11269336"/>
              <a:gd name="connsiteY108" fmla="*/ 1901155 h 2323145"/>
              <a:gd name="connsiteX109" fmla="*/ 6128122 w 11269336"/>
              <a:gd name="connsiteY109" fmla="*/ 1907623 h 2323145"/>
              <a:gd name="connsiteX110" fmla="*/ 6122351 w 11269336"/>
              <a:gd name="connsiteY110" fmla="*/ 1908359 h 2323145"/>
              <a:gd name="connsiteX111" fmla="*/ 6064750 w 11269336"/>
              <a:gd name="connsiteY111" fmla="*/ 1896394 h 2323145"/>
              <a:gd name="connsiteX112" fmla="*/ 5964230 w 11269336"/>
              <a:gd name="connsiteY112" fmla="*/ 1910038 h 2323145"/>
              <a:gd name="connsiteX113" fmla="*/ 5865399 w 11269336"/>
              <a:gd name="connsiteY113" fmla="*/ 1926966 h 2323145"/>
              <a:gd name="connsiteX114" fmla="*/ 5829951 w 11269336"/>
              <a:gd name="connsiteY114" fmla="*/ 1934755 h 2323145"/>
              <a:gd name="connsiteX115" fmla="*/ 5765285 w 11269336"/>
              <a:gd name="connsiteY115" fmla="*/ 1941322 h 2323145"/>
              <a:gd name="connsiteX116" fmla="*/ 5734750 w 11269336"/>
              <a:gd name="connsiteY116" fmla="*/ 1939793 h 2323145"/>
              <a:gd name="connsiteX117" fmla="*/ 5733569 w 11269336"/>
              <a:gd name="connsiteY117" fmla="*/ 1940505 h 2323145"/>
              <a:gd name="connsiteX118" fmla="*/ 5730329 w 11269336"/>
              <a:gd name="connsiteY118" fmla="*/ 1937845 h 2323145"/>
              <a:gd name="connsiteX119" fmla="*/ 5724661 w 11269336"/>
              <a:gd name="connsiteY119" fmla="*/ 1937455 h 2323145"/>
              <a:gd name="connsiteX120" fmla="*/ 5710186 w 11269336"/>
              <a:gd name="connsiteY120" fmla="*/ 1941370 h 2323145"/>
              <a:gd name="connsiteX121" fmla="*/ 5704910 w 11269336"/>
              <a:gd name="connsiteY121" fmla="*/ 1943663 h 2323145"/>
              <a:gd name="connsiteX122" fmla="*/ 5696836 w 11269336"/>
              <a:gd name="connsiteY122" fmla="*/ 1945271 h 2323145"/>
              <a:gd name="connsiteX123" fmla="*/ 5696583 w 11269336"/>
              <a:gd name="connsiteY123" fmla="*/ 1945050 h 2323145"/>
              <a:gd name="connsiteX124" fmla="*/ 5689123 w 11269336"/>
              <a:gd name="connsiteY124" fmla="*/ 1947067 h 2323145"/>
              <a:gd name="connsiteX125" fmla="*/ 5653291 w 11269336"/>
              <a:gd name="connsiteY125" fmla="*/ 1960245 h 2323145"/>
              <a:gd name="connsiteX126" fmla="*/ 5599385 w 11269336"/>
              <a:gd name="connsiteY126" fmla="*/ 1945198 h 2323145"/>
              <a:gd name="connsiteX127" fmla="*/ 5578300 w 11269336"/>
              <a:gd name="connsiteY127" fmla="*/ 1944963 h 2323145"/>
              <a:gd name="connsiteX128" fmla="*/ 5566758 w 11269336"/>
              <a:gd name="connsiteY128" fmla="*/ 1943441 h 2323145"/>
              <a:gd name="connsiteX129" fmla="*/ 5565857 w 11269336"/>
              <a:gd name="connsiteY129" fmla="*/ 1942445 h 2323145"/>
              <a:gd name="connsiteX130" fmla="*/ 5531534 w 11269336"/>
              <a:gd name="connsiteY130" fmla="*/ 1955208 h 2323145"/>
              <a:gd name="connsiteX131" fmla="*/ 5526552 w 11269336"/>
              <a:gd name="connsiteY131" fmla="*/ 1954799 h 2323145"/>
              <a:gd name="connsiteX132" fmla="*/ 5504723 w 11269336"/>
              <a:gd name="connsiteY132" fmla="*/ 1965811 h 2323145"/>
              <a:gd name="connsiteX133" fmla="*/ 5493156 w 11269336"/>
              <a:gd name="connsiteY133" fmla="*/ 1970063 h 2323145"/>
              <a:gd name="connsiteX134" fmla="*/ 5490486 w 11269336"/>
              <a:gd name="connsiteY134" fmla="*/ 1974227 h 2323145"/>
              <a:gd name="connsiteX135" fmla="*/ 5473107 w 11269336"/>
              <a:gd name="connsiteY135" fmla="*/ 1979001 h 2323145"/>
              <a:gd name="connsiteX136" fmla="*/ 5470885 w 11269336"/>
              <a:gd name="connsiteY136" fmla="*/ 1978432 h 2323145"/>
              <a:gd name="connsiteX137" fmla="*/ 5457393 w 11269336"/>
              <a:gd name="connsiteY137" fmla="*/ 1986525 h 2323145"/>
              <a:gd name="connsiteX138" fmla="*/ 5447102 w 11269336"/>
              <a:gd name="connsiteY138" fmla="*/ 1998329 h 2323145"/>
              <a:gd name="connsiteX139" fmla="*/ 5159151 w 11269336"/>
              <a:gd name="connsiteY139" fmla="*/ 2029640 h 2323145"/>
              <a:gd name="connsiteX140" fmla="*/ 5041688 w 11269336"/>
              <a:gd name="connsiteY140" fmla="*/ 2022334 h 2323145"/>
              <a:gd name="connsiteX141" fmla="*/ 4860988 w 11269336"/>
              <a:gd name="connsiteY141" fmla="*/ 2135698 h 2323145"/>
              <a:gd name="connsiteX142" fmla="*/ 4807902 w 11269336"/>
              <a:gd name="connsiteY142" fmla="*/ 2138894 h 2323145"/>
              <a:gd name="connsiteX143" fmla="*/ 4765388 w 11269336"/>
              <a:gd name="connsiteY143" fmla="*/ 2162525 h 2323145"/>
              <a:gd name="connsiteX144" fmla="*/ 4745033 w 11269336"/>
              <a:gd name="connsiteY144" fmla="*/ 2158859 h 2323145"/>
              <a:gd name="connsiteX145" fmla="*/ 4741475 w 11269336"/>
              <a:gd name="connsiteY145" fmla="*/ 2157998 h 2323145"/>
              <a:gd name="connsiteX146" fmla="*/ 4728247 w 11269336"/>
              <a:gd name="connsiteY146" fmla="*/ 2159526 h 2323145"/>
              <a:gd name="connsiteX147" fmla="*/ 4723263 w 11269336"/>
              <a:gd name="connsiteY147" fmla="*/ 2153742 h 2323145"/>
              <a:gd name="connsiteX148" fmla="*/ 4702453 w 11269336"/>
              <a:gd name="connsiteY148" fmla="*/ 2151586 h 2323145"/>
              <a:gd name="connsiteX149" fmla="*/ 4678455 w 11269336"/>
              <a:gd name="connsiteY149" fmla="*/ 2156131 h 2323145"/>
              <a:gd name="connsiteX150" fmla="*/ 4593061 w 11269336"/>
              <a:gd name="connsiteY150" fmla="*/ 2171597 h 2323145"/>
              <a:gd name="connsiteX151" fmla="*/ 4579902 w 11269336"/>
              <a:gd name="connsiteY151" fmla="*/ 2177927 h 2323145"/>
              <a:gd name="connsiteX152" fmla="*/ 4533444 w 11269336"/>
              <a:gd name="connsiteY152" fmla="*/ 2181200 h 2323145"/>
              <a:gd name="connsiteX153" fmla="*/ 4492832 w 11269336"/>
              <a:gd name="connsiteY153" fmla="*/ 2188033 h 2323145"/>
              <a:gd name="connsiteX154" fmla="*/ 4467257 w 11269336"/>
              <a:gd name="connsiteY154" fmla="*/ 2196121 h 2323145"/>
              <a:gd name="connsiteX155" fmla="*/ 4459937 w 11269336"/>
              <a:gd name="connsiteY155" fmla="*/ 2195182 h 2323145"/>
              <a:gd name="connsiteX156" fmla="*/ 4433312 w 11269336"/>
              <a:gd name="connsiteY156" fmla="*/ 2199004 h 2323145"/>
              <a:gd name="connsiteX157" fmla="*/ 4420601 w 11269336"/>
              <a:gd name="connsiteY157" fmla="*/ 2205158 h 2323145"/>
              <a:gd name="connsiteX158" fmla="*/ 4405765 w 11269336"/>
              <a:gd name="connsiteY158" fmla="*/ 2199902 h 2323145"/>
              <a:gd name="connsiteX159" fmla="*/ 4401354 w 11269336"/>
              <a:gd name="connsiteY159" fmla="*/ 2194745 h 2323145"/>
              <a:gd name="connsiteX160" fmla="*/ 4383151 w 11269336"/>
              <a:gd name="connsiteY160" fmla="*/ 2201140 h 2323145"/>
              <a:gd name="connsiteX161" fmla="*/ 4366646 w 11269336"/>
              <a:gd name="connsiteY161" fmla="*/ 2198564 h 2323145"/>
              <a:gd name="connsiteX162" fmla="*/ 4354009 w 11269336"/>
              <a:gd name="connsiteY162" fmla="*/ 2204984 h 2323145"/>
              <a:gd name="connsiteX163" fmla="*/ 4348284 w 11269336"/>
              <a:gd name="connsiteY163" fmla="*/ 2205270 h 2323145"/>
              <a:gd name="connsiteX164" fmla="*/ 4333906 w 11269336"/>
              <a:gd name="connsiteY164" fmla="*/ 2205251 h 2323145"/>
              <a:gd name="connsiteX165" fmla="*/ 4308819 w 11269336"/>
              <a:gd name="connsiteY165" fmla="*/ 2203822 h 2323145"/>
              <a:gd name="connsiteX166" fmla="*/ 4301210 w 11269336"/>
              <a:gd name="connsiteY166" fmla="*/ 2204456 h 2323145"/>
              <a:gd name="connsiteX167" fmla="*/ 4283095 w 11269336"/>
              <a:gd name="connsiteY167" fmla="*/ 2198177 h 2323145"/>
              <a:gd name="connsiteX168" fmla="*/ 4250119 w 11269336"/>
              <a:gd name="connsiteY168" fmla="*/ 2196342 h 2323145"/>
              <a:gd name="connsiteX169" fmla="*/ 4189203 w 11269336"/>
              <a:gd name="connsiteY169" fmla="*/ 2178994 h 2323145"/>
              <a:gd name="connsiteX170" fmla="*/ 4154035 w 11269336"/>
              <a:gd name="connsiteY170" fmla="*/ 2171950 h 2323145"/>
              <a:gd name="connsiteX171" fmla="*/ 4129569 w 11269336"/>
              <a:gd name="connsiteY171" fmla="*/ 2163850 h 2323145"/>
              <a:gd name="connsiteX172" fmla="*/ 4061250 w 11269336"/>
              <a:gd name="connsiteY172" fmla="*/ 2159236 h 2323145"/>
              <a:gd name="connsiteX173" fmla="*/ 3945480 w 11269336"/>
              <a:gd name="connsiteY173" fmla="*/ 2158279 h 2323145"/>
              <a:gd name="connsiteX174" fmla="*/ 3921468 w 11269336"/>
              <a:gd name="connsiteY174" fmla="*/ 2156588 h 2323145"/>
              <a:gd name="connsiteX175" fmla="*/ 3903348 w 11269336"/>
              <a:gd name="connsiteY175" fmla="*/ 2149220 h 2323145"/>
              <a:gd name="connsiteX176" fmla="*/ 3901342 w 11269336"/>
              <a:gd name="connsiteY176" fmla="*/ 2142355 h 2323145"/>
              <a:gd name="connsiteX177" fmla="*/ 3888539 w 11269336"/>
              <a:gd name="connsiteY177" fmla="*/ 2140476 h 2323145"/>
              <a:gd name="connsiteX178" fmla="*/ 3885662 w 11269336"/>
              <a:gd name="connsiteY178" fmla="*/ 2138740 h 2323145"/>
              <a:gd name="connsiteX179" fmla="*/ 3868627 w 11269336"/>
              <a:gd name="connsiteY179" fmla="*/ 2130023 h 2323145"/>
              <a:gd name="connsiteX180" fmla="*/ 3819177 w 11269336"/>
              <a:gd name="connsiteY180" fmla="*/ 2142111 h 2323145"/>
              <a:gd name="connsiteX181" fmla="*/ 3769100 w 11269336"/>
              <a:gd name="connsiteY181" fmla="*/ 2131731 h 2323145"/>
              <a:gd name="connsiteX182" fmla="*/ 3562752 w 11269336"/>
              <a:gd name="connsiteY182" fmla="*/ 2131785 h 2323145"/>
              <a:gd name="connsiteX183" fmla="*/ 3541402 w 11269336"/>
              <a:gd name="connsiteY183" fmla="*/ 2106821 h 2323145"/>
              <a:gd name="connsiteX184" fmla="*/ 3365341 w 11269336"/>
              <a:gd name="connsiteY184" fmla="*/ 2077638 h 2323145"/>
              <a:gd name="connsiteX185" fmla="*/ 3170922 w 11269336"/>
              <a:gd name="connsiteY185" fmla="*/ 2115957 h 2323145"/>
              <a:gd name="connsiteX186" fmla="*/ 3156256 w 11269336"/>
              <a:gd name="connsiteY186" fmla="*/ 2124773 h 2323145"/>
              <a:gd name="connsiteX187" fmla="*/ 3140298 w 11269336"/>
              <a:gd name="connsiteY187" fmla="*/ 2129182 h 2323145"/>
              <a:gd name="connsiteX188" fmla="*/ 3138514 w 11269336"/>
              <a:gd name="connsiteY188" fmla="*/ 2128069 h 2323145"/>
              <a:gd name="connsiteX189" fmla="*/ 3120467 w 11269336"/>
              <a:gd name="connsiteY189" fmla="*/ 2128281 h 2323145"/>
              <a:gd name="connsiteX190" fmla="*/ 3116175 w 11269336"/>
              <a:gd name="connsiteY190" fmla="*/ 2131633 h 2323145"/>
              <a:gd name="connsiteX191" fmla="*/ 3103685 w 11269336"/>
              <a:gd name="connsiteY191" fmla="*/ 2132814 h 2323145"/>
              <a:gd name="connsiteX192" fmla="*/ 3078794 w 11269336"/>
              <a:gd name="connsiteY192" fmla="*/ 2137935 h 2323145"/>
              <a:gd name="connsiteX193" fmla="*/ 3074407 w 11269336"/>
              <a:gd name="connsiteY193" fmla="*/ 2136274 h 2323145"/>
              <a:gd name="connsiteX194" fmla="*/ 3037285 w 11269336"/>
              <a:gd name="connsiteY194" fmla="*/ 2139919 h 2323145"/>
              <a:gd name="connsiteX195" fmla="*/ 3036901 w 11269336"/>
              <a:gd name="connsiteY195" fmla="*/ 2138726 h 2323145"/>
              <a:gd name="connsiteX196" fmla="*/ 3026996 w 11269336"/>
              <a:gd name="connsiteY196" fmla="*/ 2134322 h 2323145"/>
              <a:gd name="connsiteX197" fmla="*/ 3007772 w 11269336"/>
              <a:gd name="connsiteY197" fmla="*/ 2128742 h 2323145"/>
              <a:gd name="connsiteX198" fmla="*/ 2965030 w 11269336"/>
              <a:gd name="connsiteY198" fmla="*/ 2100494 h 2323145"/>
              <a:gd name="connsiteX199" fmla="*/ 2926342 w 11269336"/>
              <a:gd name="connsiteY199" fmla="*/ 2104155 h 2323145"/>
              <a:gd name="connsiteX200" fmla="*/ 2918608 w 11269336"/>
              <a:gd name="connsiteY200" fmla="*/ 2104215 h 2323145"/>
              <a:gd name="connsiteX201" fmla="*/ 2918475 w 11269336"/>
              <a:gd name="connsiteY201" fmla="*/ 2103937 h 2323145"/>
              <a:gd name="connsiteX202" fmla="*/ 2910360 w 11269336"/>
              <a:gd name="connsiteY202" fmla="*/ 2103444 h 2323145"/>
              <a:gd name="connsiteX203" fmla="*/ 2904507 w 11269336"/>
              <a:gd name="connsiteY203" fmla="*/ 2104326 h 2323145"/>
              <a:gd name="connsiteX204" fmla="*/ 2889503 w 11269336"/>
              <a:gd name="connsiteY204" fmla="*/ 2104443 h 2323145"/>
              <a:gd name="connsiteX205" fmla="*/ 2884480 w 11269336"/>
              <a:gd name="connsiteY205" fmla="*/ 2102626 h 2323145"/>
              <a:gd name="connsiteX206" fmla="*/ 2882689 w 11269336"/>
              <a:gd name="connsiteY206" fmla="*/ 2099228 h 2323145"/>
              <a:gd name="connsiteX207" fmla="*/ 2881291 w 11269336"/>
              <a:gd name="connsiteY207" fmla="*/ 2099618 h 2323145"/>
              <a:gd name="connsiteX208" fmla="*/ 2853979 w 11269336"/>
              <a:gd name="connsiteY208" fmla="*/ 2090388 h 2323145"/>
              <a:gd name="connsiteX209" fmla="*/ 2791790 w 11269336"/>
              <a:gd name="connsiteY209" fmla="*/ 2080332 h 2323145"/>
              <a:gd name="connsiteX210" fmla="*/ 2755844 w 11269336"/>
              <a:gd name="connsiteY210" fmla="*/ 2078874 h 2323145"/>
              <a:gd name="connsiteX211" fmla="*/ 2657742 w 11269336"/>
              <a:gd name="connsiteY211" fmla="*/ 2070179 h 2323145"/>
              <a:gd name="connsiteX212" fmla="*/ 2559549 w 11269336"/>
              <a:gd name="connsiteY212" fmla="*/ 2057873 h 2323145"/>
              <a:gd name="connsiteX213" fmla="*/ 2512054 w 11269336"/>
              <a:gd name="connsiteY213" fmla="*/ 2031671 h 2323145"/>
              <a:gd name="connsiteX214" fmla="*/ 2506437 w 11269336"/>
              <a:gd name="connsiteY214" fmla="*/ 2030918 h 2323145"/>
              <a:gd name="connsiteX215" fmla="*/ 2491752 w 11269336"/>
              <a:gd name="connsiteY215" fmla="*/ 2033906 h 2323145"/>
              <a:gd name="connsiteX216" fmla="*/ 2486338 w 11269336"/>
              <a:gd name="connsiteY216" fmla="*/ 2035862 h 2323145"/>
              <a:gd name="connsiteX217" fmla="*/ 2478186 w 11269336"/>
              <a:gd name="connsiteY217" fmla="*/ 2036953 h 2323145"/>
              <a:gd name="connsiteX218" fmla="*/ 2477950 w 11269336"/>
              <a:gd name="connsiteY218" fmla="*/ 2036715 h 2323145"/>
              <a:gd name="connsiteX219" fmla="*/ 2470381 w 11269336"/>
              <a:gd name="connsiteY219" fmla="*/ 2038256 h 2323145"/>
              <a:gd name="connsiteX220" fmla="*/ 2433781 w 11269336"/>
              <a:gd name="connsiteY220" fmla="*/ 2049140 h 2323145"/>
              <a:gd name="connsiteX221" fmla="*/ 2381172 w 11269336"/>
              <a:gd name="connsiteY221" fmla="*/ 2030645 h 2323145"/>
              <a:gd name="connsiteX222" fmla="*/ 2360198 w 11269336"/>
              <a:gd name="connsiteY222" fmla="*/ 2029059 h 2323145"/>
              <a:gd name="connsiteX223" fmla="*/ 2348815 w 11269336"/>
              <a:gd name="connsiteY223" fmla="*/ 2026798 h 2323145"/>
              <a:gd name="connsiteX224" fmla="*/ 2347988 w 11269336"/>
              <a:gd name="connsiteY224" fmla="*/ 2025745 h 2323145"/>
              <a:gd name="connsiteX225" fmla="*/ 2312920 w 11269336"/>
              <a:gd name="connsiteY225" fmla="*/ 2036311 h 2323145"/>
              <a:gd name="connsiteX226" fmla="*/ 2307986 w 11269336"/>
              <a:gd name="connsiteY226" fmla="*/ 2035583 h 2323145"/>
              <a:gd name="connsiteX227" fmla="*/ 2285481 w 11269336"/>
              <a:gd name="connsiteY227" fmla="*/ 2045197 h 2323145"/>
              <a:gd name="connsiteX228" fmla="*/ 2273666 w 11269336"/>
              <a:gd name="connsiteY228" fmla="*/ 2048710 h 2323145"/>
              <a:gd name="connsiteX229" fmla="*/ 2270719 w 11269336"/>
              <a:gd name="connsiteY229" fmla="*/ 2052702 h 2323145"/>
              <a:gd name="connsiteX230" fmla="*/ 2253080 w 11269336"/>
              <a:gd name="connsiteY230" fmla="*/ 2056363 h 2323145"/>
              <a:gd name="connsiteX231" fmla="*/ 2250906 w 11269336"/>
              <a:gd name="connsiteY231" fmla="*/ 2055654 h 2323145"/>
              <a:gd name="connsiteX232" fmla="*/ 2236905 w 11269336"/>
              <a:gd name="connsiteY232" fmla="*/ 2062882 h 2323145"/>
              <a:gd name="connsiteX233" fmla="*/ 2225830 w 11269336"/>
              <a:gd name="connsiteY233" fmla="*/ 2074027 h 2323145"/>
              <a:gd name="connsiteX234" fmla="*/ 2073776 w 11269336"/>
              <a:gd name="connsiteY234" fmla="*/ 2089244 h 2323145"/>
              <a:gd name="connsiteX235" fmla="*/ 1948256 w 11269336"/>
              <a:gd name="connsiteY235" fmla="*/ 2146616 h 2323145"/>
              <a:gd name="connsiteX236" fmla="*/ 1865582 w 11269336"/>
              <a:gd name="connsiteY236" fmla="*/ 2153738 h 2323145"/>
              <a:gd name="connsiteX237" fmla="*/ 1835210 w 11269336"/>
              <a:gd name="connsiteY237" fmla="*/ 2134244 h 2323145"/>
              <a:gd name="connsiteX238" fmla="*/ 1632661 w 11269336"/>
              <a:gd name="connsiteY238" fmla="*/ 2173882 h 2323145"/>
              <a:gd name="connsiteX239" fmla="*/ 1579590 w 11269336"/>
              <a:gd name="connsiteY239" fmla="*/ 2173680 h 2323145"/>
              <a:gd name="connsiteX240" fmla="*/ 1535601 w 11269336"/>
              <a:gd name="connsiteY240" fmla="*/ 2194590 h 2323145"/>
              <a:gd name="connsiteX241" fmla="*/ 1515594 w 11269336"/>
              <a:gd name="connsiteY241" fmla="*/ 2189622 h 2323145"/>
              <a:gd name="connsiteX242" fmla="*/ 1512113 w 11269336"/>
              <a:gd name="connsiteY242" fmla="*/ 2188534 h 2323145"/>
              <a:gd name="connsiteX243" fmla="*/ 1498838 w 11269336"/>
              <a:gd name="connsiteY243" fmla="*/ 2189213 h 2323145"/>
              <a:gd name="connsiteX244" fmla="*/ 1494279 w 11269336"/>
              <a:gd name="connsiteY244" fmla="*/ 2183112 h 2323145"/>
              <a:gd name="connsiteX245" fmla="*/ 1473714 w 11269336"/>
              <a:gd name="connsiteY245" fmla="*/ 2179625 h 2323145"/>
              <a:gd name="connsiteX246" fmla="*/ 1449503 w 11269336"/>
              <a:gd name="connsiteY246" fmla="*/ 2182633 h 2323145"/>
              <a:gd name="connsiteX247" fmla="*/ 1335495 w 11269336"/>
              <a:gd name="connsiteY247" fmla="*/ 2203940 h 2323145"/>
              <a:gd name="connsiteX248" fmla="*/ 1266687 w 11269336"/>
              <a:gd name="connsiteY248" fmla="*/ 2212688 h 2323145"/>
              <a:gd name="connsiteX249" fmla="*/ 1239614 w 11269336"/>
              <a:gd name="connsiteY249" fmla="*/ 2209727 h 2323145"/>
              <a:gd name="connsiteX250" fmla="*/ 1202436 w 11269336"/>
              <a:gd name="connsiteY250" fmla="*/ 2209817 h 2323145"/>
              <a:gd name="connsiteX251" fmla="*/ 1136097 w 11269336"/>
              <a:gd name="connsiteY251" fmla="*/ 2205112 h 2323145"/>
              <a:gd name="connsiteX252" fmla="*/ 1048229 w 11269336"/>
              <a:gd name="connsiteY252" fmla="*/ 2207249 h 2323145"/>
              <a:gd name="connsiteX253" fmla="*/ 988232 w 11269336"/>
              <a:gd name="connsiteY253" fmla="*/ 2235635 h 2323145"/>
              <a:gd name="connsiteX254" fmla="*/ 981959 w 11269336"/>
              <a:gd name="connsiteY254" fmla="*/ 2231607 h 2323145"/>
              <a:gd name="connsiteX255" fmla="*/ 938600 w 11269336"/>
              <a:gd name="connsiteY255" fmla="*/ 2238113 h 2323145"/>
              <a:gd name="connsiteX256" fmla="*/ 791788 w 11269336"/>
              <a:gd name="connsiteY256" fmla="*/ 2293224 h 2323145"/>
              <a:gd name="connsiteX257" fmla="*/ 706914 w 11269336"/>
              <a:gd name="connsiteY257" fmla="*/ 2305046 h 2323145"/>
              <a:gd name="connsiteX258" fmla="*/ 675971 w 11269336"/>
              <a:gd name="connsiteY258" fmla="*/ 2304030 h 2323145"/>
              <a:gd name="connsiteX259" fmla="*/ 624180 w 11269336"/>
              <a:gd name="connsiteY259" fmla="*/ 2302650 h 2323145"/>
              <a:gd name="connsiteX260" fmla="*/ 583453 w 11269336"/>
              <a:gd name="connsiteY260" fmla="*/ 2288788 h 2323145"/>
              <a:gd name="connsiteX261" fmla="*/ 540946 w 11269336"/>
              <a:gd name="connsiteY261" fmla="*/ 2292721 h 2323145"/>
              <a:gd name="connsiteX262" fmla="*/ 533680 w 11269336"/>
              <a:gd name="connsiteY262" fmla="*/ 2310233 h 2323145"/>
              <a:gd name="connsiteX263" fmla="*/ 487366 w 11269336"/>
              <a:gd name="connsiteY263" fmla="*/ 2309053 h 2323145"/>
              <a:gd name="connsiteX264" fmla="*/ 416820 w 11269336"/>
              <a:gd name="connsiteY264" fmla="*/ 2305443 h 2323145"/>
              <a:gd name="connsiteX265" fmla="*/ 376805 w 11269336"/>
              <a:gd name="connsiteY265" fmla="*/ 2307647 h 2323145"/>
              <a:gd name="connsiteX266" fmla="*/ 266777 w 11269336"/>
              <a:gd name="connsiteY266" fmla="*/ 2309012 h 2323145"/>
              <a:gd name="connsiteX267" fmla="*/ 156013 w 11269336"/>
              <a:gd name="connsiteY267" fmla="*/ 2306832 h 2323145"/>
              <a:gd name="connsiteX268" fmla="*/ 87258 w 11269336"/>
              <a:gd name="connsiteY268" fmla="*/ 2285511 h 2323145"/>
              <a:gd name="connsiteX269" fmla="*/ 23798 w 11269336"/>
              <a:gd name="connsiteY269" fmla="*/ 2281822 h 2323145"/>
              <a:gd name="connsiteX270" fmla="*/ 0 w 11269336"/>
              <a:gd name="connsiteY270" fmla="*/ 2285369 h 2323145"/>
              <a:gd name="connsiteX271" fmla="*/ 0 w 11269336"/>
              <a:gd name="connsiteY271"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742561 w 11269336"/>
              <a:gd name="connsiteY18" fmla="*/ 500437 h 2323145"/>
              <a:gd name="connsiteX19" fmla="*/ 9561831 w 11269336"/>
              <a:gd name="connsiteY19" fmla="*/ 547649 h 2323145"/>
              <a:gd name="connsiteX20" fmla="*/ 9380600 w 11269336"/>
              <a:gd name="connsiteY20" fmla="*/ 549821 h 2323145"/>
              <a:gd name="connsiteX21" fmla="*/ 9139429 w 11269336"/>
              <a:gd name="connsiteY21" fmla="*/ 696446 h 2323145"/>
              <a:gd name="connsiteX22" fmla="*/ 9114263 w 11269336"/>
              <a:gd name="connsiteY22" fmla="*/ 709213 h 2323145"/>
              <a:gd name="connsiteX23" fmla="*/ 9028928 w 11269336"/>
              <a:gd name="connsiteY23" fmla="*/ 745350 h 2323145"/>
              <a:gd name="connsiteX24" fmla="*/ 8977138 w 11269336"/>
              <a:gd name="connsiteY24" fmla="*/ 774970 h 2323145"/>
              <a:gd name="connsiteX25" fmla="*/ 8947030 w 11269336"/>
              <a:gd name="connsiteY25" fmla="*/ 814934 h 2323145"/>
              <a:gd name="connsiteX26" fmla="*/ 8914746 w 11269336"/>
              <a:gd name="connsiteY26" fmla="*/ 826428 h 2323145"/>
              <a:gd name="connsiteX27" fmla="*/ 8917778 w 11269336"/>
              <a:gd name="connsiteY27" fmla="*/ 835198 h 2323145"/>
              <a:gd name="connsiteX28" fmla="*/ 8905560 w 11269336"/>
              <a:gd name="connsiteY28" fmla="*/ 838358 h 2323145"/>
              <a:gd name="connsiteX29" fmla="*/ 8897564 w 11269336"/>
              <a:gd name="connsiteY29" fmla="*/ 834287 h 2323145"/>
              <a:gd name="connsiteX30" fmla="*/ 8878040 w 11269336"/>
              <a:gd name="connsiteY30" fmla="*/ 844150 h 2323145"/>
              <a:gd name="connsiteX31" fmla="*/ 8882654 w 11269336"/>
              <a:gd name="connsiteY31" fmla="*/ 892768 h 2323145"/>
              <a:gd name="connsiteX32" fmla="*/ 8837498 w 11269336"/>
              <a:gd name="connsiteY32" fmla="*/ 885664 h 2323145"/>
              <a:gd name="connsiteX33" fmla="*/ 8795998 w 11269336"/>
              <a:gd name="connsiteY33" fmla="*/ 863337 h 2323145"/>
              <a:gd name="connsiteX34" fmla="*/ 8776970 w 11269336"/>
              <a:gd name="connsiteY34" fmla="*/ 885177 h 2323145"/>
              <a:gd name="connsiteX35" fmla="*/ 8755719 w 11269336"/>
              <a:gd name="connsiteY35" fmla="*/ 889754 h 2323145"/>
              <a:gd name="connsiteX36" fmla="*/ 8743257 w 11269336"/>
              <a:gd name="connsiteY36" fmla="*/ 904723 h 2323145"/>
              <a:gd name="connsiteX37" fmla="*/ 8721366 w 11269336"/>
              <a:gd name="connsiteY37" fmla="*/ 904711 h 2323145"/>
              <a:gd name="connsiteX38" fmla="*/ 8678353 w 11269336"/>
              <a:gd name="connsiteY38" fmla="*/ 926318 h 2323145"/>
              <a:gd name="connsiteX39" fmla="*/ 8636849 w 11269336"/>
              <a:gd name="connsiteY39" fmla="*/ 937900 h 2323145"/>
              <a:gd name="connsiteX40" fmla="*/ 8620213 w 11269336"/>
              <a:gd name="connsiteY40" fmla="*/ 943068 h 2323145"/>
              <a:gd name="connsiteX41" fmla="*/ 8612581 w 11269336"/>
              <a:gd name="connsiteY41" fmla="*/ 952695 h 2323145"/>
              <a:gd name="connsiteX42" fmla="*/ 8589038 w 11269336"/>
              <a:gd name="connsiteY42" fmla="*/ 963892 h 2323145"/>
              <a:gd name="connsiteX43" fmla="*/ 8579950 w 11269336"/>
              <a:gd name="connsiteY43" fmla="*/ 960899 h 2323145"/>
              <a:gd name="connsiteX44" fmla="*/ 8579319 w 11269336"/>
              <a:gd name="connsiteY44" fmla="*/ 965630 h 2323145"/>
              <a:gd name="connsiteX45" fmla="*/ 8547429 w 11269336"/>
              <a:gd name="connsiteY45" fmla="*/ 984506 h 2323145"/>
              <a:gd name="connsiteX46" fmla="*/ 8478704 w 11269336"/>
              <a:gd name="connsiteY46" fmla="*/ 1025490 h 2323145"/>
              <a:gd name="connsiteX47" fmla="*/ 8461421 w 11269336"/>
              <a:gd name="connsiteY47" fmla="*/ 1035512 h 2323145"/>
              <a:gd name="connsiteX48" fmla="*/ 8445003 w 11269336"/>
              <a:gd name="connsiteY48" fmla="*/ 1036851 h 2323145"/>
              <a:gd name="connsiteX49" fmla="*/ 8357350 w 11269336"/>
              <a:gd name="connsiteY49" fmla="*/ 1060213 h 2323145"/>
              <a:gd name="connsiteX50" fmla="*/ 8335565 w 11269336"/>
              <a:gd name="connsiteY50" fmla="*/ 1061151 h 2323145"/>
              <a:gd name="connsiteX51" fmla="*/ 8325267 w 11269336"/>
              <a:gd name="connsiteY51" fmla="*/ 1055919 h 2323145"/>
              <a:gd name="connsiteX52" fmla="*/ 8293586 w 11269336"/>
              <a:gd name="connsiteY52" fmla="*/ 1076144 h 2323145"/>
              <a:gd name="connsiteX53" fmla="*/ 8242405 w 11269336"/>
              <a:gd name="connsiteY53" fmla="*/ 1095960 h 2323145"/>
              <a:gd name="connsiteX54" fmla="*/ 8218531 w 11269336"/>
              <a:gd name="connsiteY54" fmla="*/ 1107622 h 2323145"/>
              <a:gd name="connsiteX55" fmla="*/ 8197391 w 11269336"/>
              <a:gd name="connsiteY55" fmla="*/ 1107746 h 2323145"/>
              <a:gd name="connsiteX56" fmla="*/ 8081474 w 11269336"/>
              <a:gd name="connsiteY56" fmla="*/ 1130125 h 2323145"/>
              <a:gd name="connsiteX57" fmla="*/ 8053585 w 11269336"/>
              <a:gd name="connsiteY57" fmla="*/ 1129169 h 2323145"/>
              <a:gd name="connsiteX58" fmla="*/ 8038422 w 11269336"/>
              <a:gd name="connsiteY58" fmla="*/ 1119092 h 2323145"/>
              <a:gd name="connsiteX59" fmla="*/ 8029450 w 11269336"/>
              <a:gd name="connsiteY59" fmla="*/ 1125592 h 2323145"/>
              <a:gd name="connsiteX60" fmla="*/ 7959552 w 11269336"/>
              <a:gd name="connsiteY60" fmla="*/ 1140188 h 2323145"/>
              <a:gd name="connsiteX61" fmla="*/ 7914188 w 11269336"/>
              <a:gd name="connsiteY61" fmla="*/ 1150862 h 2323145"/>
              <a:gd name="connsiteX62" fmla="*/ 7914918 w 11269336"/>
              <a:gd name="connsiteY62" fmla="*/ 1168758 h 2323145"/>
              <a:gd name="connsiteX63" fmla="*/ 7875510 w 11269336"/>
              <a:gd name="connsiteY63" fmla="*/ 1183153 h 2323145"/>
              <a:gd name="connsiteX64" fmla="*/ 7829932 w 11269336"/>
              <a:gd name="connsiteY64" fmla="*/ 1180782 h 2323145"/>
              <a:gd name="connsiteX65" fmla="*/ 7779182 w 11269336"/>
              <a:gd name="connsiteY65" fmla="*/ 1192665 h 2323145"/>
              <a:gd name="connsiteX66" fmla="*/ 7748774 w 11269336"/>
              <a:gd name="connsiteY66" fmla="*/ 1199586 h 2323145"/>
              <a:gd name="connsiteX67" fmla="*/ 7671846 w 11269336"/>
              <a:gd name="connsiteY67" fmla="*/ 1231966 h 2323145"/>
              <a:gd name="connsiteX68" fmla="*/ 7554146 w 11269336"/>
              <a:gd name="connsiteY68" fmla="*/ 1319748 h 2323145"/>
              <a:gd name="connsiteX69" fmla="*/ 7515052 w 11269336"/>
              <a:gd name="connsiteY69" fmla="*/ 1336718 h 2323145"/>
              <a:gd name="connsiteX70" fmla="*/ 7507193 w 11269336"/>
              <a:gd name="connsiteY70" fmla="*/ 1334617 h 2323145"/>
              <a:gd name="connsiteX71" fmla="*/ 7461694 w 11269336"/>
              <a:gd name="connsiteY71" fmla="*/ 1375866 h 2323145"/>
              <a:gd name="connsiteX72" fmla="*/ 7377571 w 11269336"/>
              <a:gd name="connsiteY72" fmla="*/ 1400128 h 2323145"/>
              <a:gd name="connsiteX73" fmla="*/ 7311261 w 11269336"/>
              <a:gd name="connsiteY73" fmla="*/ 1412652 h 2323145"/>
              <a:gd name="connsiteX74" fmla="*/ 7275307 w 11269336"/>
              <a:gd name="connsiteY74" fmla="*/ 1422171 h 2323145"/>
              <a:gd name="connsiteX75" fmla="*/ 7247783 w 11269336"/>
              <a:gd name="connsiteY75" fmla="*/ 1426330 h 2323145"/>
              <a:gd name="connsiteX76" fmla="*/ 7185047 w 11269336"/>
              <a:gd name="connsiteY76" fmla="*/ 1451812 h 2323145"/>
              <a:gd name="connsiteX77" fmla="*/ 7084117 w 11269336"/>
              <a:gd name="connsiteY77" fmla="*/ 1500281 h 2323145"/>
              <a:gd name="connsiteX78" fmla="*/ 7062011 w 11269336"/>
              <a:gd name="connsiteY78" fmla="*/ 1509183 h 2323145"/>
              <a:gd name="connsiteX79" fmla="*/ 7040555 w 11269336"/>
              <a:gd name="connsiteY79" fmla="*/ 1511207 h 2323145"/>
              <a:gd name="connsiteX80" fmla="*/ 7033438 w 11269336"/>
              <a:gd name="connsiteY80" fmla="*/ 1506772 h 2323145"/>
              <a:gd name="connsiteX81" fmla="*/ 7020886 w 11269336"/>
              <a:gd name="connsiteY81" fmla="*/ 1510764 h 2323145"/>
              <a:gd name="connsiteX82" fmla="*/ 7017033 w 11269336"/>
              <a:gd name="connsiteY82" fmla="*/ 1510650 h 2323145"/>
              <a:gd name="connsiteX83" fmla="*/ 6995460 w 11269336"/>
              <a:gd name="connsiteY83" fmla="*/ 1511173 h 2323145"/>
              <a:gd name="connsiteX84" fmla="*/ 6962144 w 11269336"/>
              <a:gd name="connsiteY84" fmla="*/ 1541508 h 2323145"/>
              <a:gd name="connsiteX85" fmla="*/ 6910674 w 11269336"/>
              <a:gd name="connsiteY85" fmla="*/ 1554793 h 2323145"/>
              <a:gd name="connsiteX86" fmla="*/ 6732152 w 11269336"/>
              <a:gd name="connsiteY86" fmla="*/ 1642538 h 2323145"/>
              <a:gd name="connsiteX87" fmla="*/ 6694106 w 11269336"/>
              <a:gd name="connsiteY87" fmla="*/ 1632377 h 2323145"/>
              <a:gd name="connsiteX88" fmla="*/ 6617223 w 11269336"/>
              <a:gd name="connsiteY88" fmla="*/ 1659889 h 2323145"/>
              <a:gd name="connsiteX89" fmla="*/ 6521138 w 11269336"/>
              <a:gd name="connsiteY89" fmla="*/ 1744340 h 2323145"/>
              <a:gd name="connsiteX90" fmla="*/ 6380677 w 11269336"/>
              <a:gd name="connsiteY90" fmla="*/ 1796883 h 2323145"/>
              <a:gd name="connsiteX91" fmla="*/ 6374897 w 11269336"/>
              <a:gd name="connsiteY91" fmla="*/ 1809910 h 2323145"/>
              <a:gd name="connsiteX92" fmla="*/ 6364545 w 11269336"/>
              <a:gd name="connsiteY92" fmla="*/ 1820090 h 2323145"/>
              <a:gd name="connsiteX93" fmla="*/ 6362126 w 11269336"/>
              <a:gd name="connsiteY93" fmla="*/ 1819991 h 2323145"/>
              <a:gd name="connsiteX94" fmla="*/ 6346673 w 11269336"/>
              <a:gd name="connsiteY94" fmla="*/ 1827824 h 2323145"/>
              <a:gd name="connsiteX95" fmla="*/ 6345588 w 11269336"/>
              <a:gd name="connsiteY95" fmla="*/ 1832232 h 2323145"/>
              <a:gd name="connsiteX96" fmla="*/ 6335708 w 11269336"/>
              <a:gd name="connsiteY96" fmla="*/ 1838451 h 2323145"/>
              <a:gd name="connsiteX97" fmla="*/ 6318182 w 11269336"/>
              <a:gd name="connsiteY97" fmla="*/ 1852975 h 2323145"/>
              <a:gd name="connsiteX98" fmla="*/ 6313084 w 11269336"/>
              <a:gd name="connsiteY98" fmla="*/ 1853561 h 2323145"/>
              <a:gd name="connsiteX99" fmla="*/ 6283816 w 11269336"/>
              <a:gd name="connsiteY99" fmla="*/ 1872148 h 2323145"/>
              <a:gd name="connsiteX100" fmla="*/ 6282550 w 11269336"/>
              <a:gd name="connsiteY100" fmla="*/ 1871392 h 2323145"/>
              <a:gd name="connsiteX101" fmla="*/ 6270527 w 11269336"/>
              <a:gd name="connsiteY101" fmla="*/ 1872208 h 2323145"/>
              <a:gd name="connsiteX102" fmla="*/ 6249518 w 11269336"/>
              <a:gd name="connsiteY102" fmla="*/ 1876079 h 2323145"/>
              <a:gd name="connsiteX103" fmla="*/ 6190386 w 11269336"/>
              <a:gd name="connsiteY103" fmla="*/ 1872478 h 2323145"/>
              <a:gd name="connsiteX104" fmla="*/ 6159777 w 11269336"/>
              <a:gd name="connsiteY104" fmla="*/ 1891745 h 2323145"/>
              <a:gd name="connsiteX105" fmla="*/ 6153131 w 11269336"/>
              <a:gd name="connsiteY105" fmla="*/ 1895079 h 2323145"/>
              <a:gd name="connsiteX106" fmla="*/ 6152798 w 11269336"/>
              <a:gd name="connsiteY106" fmla="*/ 1894920 h 2323145"/>
              <a:gd name="connsiteX107" fmla="*/ 6145388 w 11269336"/>
              <a:gd name="connsiteY107" fmla="*/ 1897990 h 2323145"/>
              <a:gd name="connsiteX108" fmla="*/ 6141014 w 11269336"/>
              <a:gd name="connsiteY108" fmla="*/ 1901155 h 2323145"/>
              <a:gd name="connsiteX109" fmla="*/ 6128122 w 11269336"/>
              <a:gd name="connsiteY109" fmla="*/ 1907623 h 2323145"/>
              <a:gd name="connsiteX110" fmla="*/ 6122351 w 11269336"/>
              <a:gd name="connsiteY110" fmla="*/ 1908359 h 2323145"/>
              <a:gd name="connsiteX111" fmla="*/ 6064750 w 11269336"/>
              <a:gd name="connsiteY111" fmla="*/ 1896394 h 2323145"/>
              <a:gd name="connsiteX112" fmla="*/ 5964230 w 11269336"/>
              <a:gd name="connsiteY112" fmla="*/ 1910038 h 2323145"/>
              <a:gd name="connsiteX113" fmla="*/ 5865399 w 11269336"/>
              <a:gd name="connsiteY113" fmla="*/ 1926966 h 2323145"/>
              <a:gd name="connsiteX114" fmla="*/ 5829951 w 11269336"/>
              <a:gd name="connsiteY114" fmla="*/ 1934755 h 2323145"/>
              <a:gd name="connsiteX115" fmla="*/ 5765285 w 11269336"/>
              <a:gd name="connsiteY115" fmla="*/ 1941322 h 2323145"/>
              <a:gd name="connsiteX116" fmla="*/ 5734750 w 11269336"/>
              <a:gd name="connsiteY116" fmla="*/ 1939793 h 2323145"/>
              <a:gd name="connsiteX117" fmla="*/ 5733569 w 11269336"/>
              <a:gd name="connsiteY117" fmla="*/ 1940505 h 2323145"/>
              <a:gd name="connsiteX118" fmla="*/ 5730329 w 11269336"/>
              <a:gd name="connsiteY118" fmla="*/ 1937845 h 2323145"/>
              <a:gd name="connsiteX119" fmla="*/ 5724661 w 11269336"/>
              <a:gd name="connsiteY119" fmla="*/ 1937455 h 2323145"/>
              <a:gd name="connsiteX120" fmla="*/ 5710186 w 11269336"/>
              <a:gd name="connsiteY120" fmla="*/ 1941370 h 2323145"/>
              <a:gd name="connsiteX121" fmla="*/ 5704910 w 11269336"/>
              <a:gd name="connsiteY121" fmla="*/ 1943663 h 2323145"/>
              <a:gd name="connsiteX122" fmla="*/ 5696836 w 11269336"/>
              <a:gd name="connsiteY122" fmla="*/ 1945271 h 2323145"/>
              <a:gd name="connsiteX123" fmla="*/ 5696583 w 11269336"/>
              <a:gd name="connsiteY123" fmla="*/ 1945050 h 2323145"/>
              <a:gd name="connsiteX124" fmla="*/ 5689123 w 11269336"/>
              <a:gd name="connsiteY124" fmla="*/ 1947067 h 2323145"/>
              <a:gd name="connsiteX125" fmla="*/ 5653291 w 11269336"/>
              <a:gd name="connsiteY125" fmla="*/ 1960245 h 2323145"/>
              <a:gd name="connsiteX126" fmla="*/ 5599385 w 11269336"/>
              <a:gd name="connsiteY126" fmla="*/ 1945198 h 2323145"/>
              <a:gd name="connsiteX127" fmla="*/ 5578300 w 11269336"/>
              <a:gd name="connsiteY127" fmla="*/ 1944963 h 2323145"/>
              <a:gd name="connsiteX128" fmla="*/ 5566758 w 11269336"/>
              <a:gd name="connsiteY128" fmla="*/ 1943441 h 2323145"/>
              <a:gd name="connsiteX129" fmla="*/ 5565857 w 11269336"/>
              <a:gd name="connsiteY129" fmla="*/ 1942445 h 2323145"/>
              <a:gd name="connsiteX130" fmla="*/ 5531534 w 11269336"/>
              <a:gd name="connsiteY130" fmla="*/ 1955208 h 2323145"/>
              <a:gd name="connsiteX131" fmla="*/ 5526552 w 11269336"/>
              <a:gd name="connsiteY131" fmla="*/ 1954799 h 2323145"/>
              <a:gd name="connsiteX132" fmla="*/ 5504723 w 11269336"/>
              <a:gd name="connsiteY132" fmla="*/ 1965811 h 2323145"/>
              <a:gd name="connsiteX133" fmla="*/ 5493156 w 11269336"/>
              <a:gd name="connsiteY133" fmla="*/ 1970063 h 2323145"/>
              <a:gd name="connsiteX134" fmla="*/ 5490486 w 11269336"/>
              <a:gd name="connsiteY134" fmla="*/ 1974227 h 2323145"/>
              <a:gd name="connsiteX135" fmla="*/ 5473107 w 11269336"/>
              <a:gd name="connsiteY135" fmla="*/ 1979001 h 2323145"/>
              <a:gd name="connsiteX136" fmla="*/ 5470885 w 11269336"/>
              <a:gd name="connsiteY136" fmla="*/ 1978432 h 2323145"/>
              <a:gd name="connsiteX137" fmla="*/ 5457393 w 11269336"/>
              <a:gd name="connsiteY137" fmla="*/ 1986525 h 2323145"/>
              <a:gd name="connsiteX138" fmla="*/ 5447102 w 11269336"/>
              <a:gd name="connsiteY138" fmla="*/ 1998329 h 2323145"/>
              <a:gd name="connsiteX139" fmla="*/ 5159151 w 11269336"/>
              <a:gd name="connsiteY139" fmla="*/ 2029640 h 2323145"/>
              <a:gd name="connsiteX140" fmla="*/ 5041688 w 11269336"/>
              <a:gd name="connsiteY140" fmla="*/ 2022334 h 2323145"/>
              <a:gd name="connsiteX141" fmla="*/ 4860988 w 11269336"/>
              <a:gd name="connsiteY141" fmla="*/ 2135698 h 2323145"/>
              <a:gd name="connsiteX142" fmla="*/ 4807902 w 11269336"/>
              <a:gd name="connsiteY142" fmla="*/ 2138894 h 2323145"/>
              <a:gd name="connsiteX143" fmla="*/ 4765388 w 11269336"/>
              <a:gd name="connsiteY143" fmla="*/ 2162525 h 2323145"/>
              <a:gd name="connsiteX144" fmla="*/ 4745033 w 11269336"/>
              <a:gd name="connsiteY144" fmla="*/ 2158859 h 2323145"/>
              <a:gd name="connsiteX145" fmla="*/ 4741475 w 11269336"/>
              <a:gd name="connsiteY145" fmla="*/ 2157998 h 2323145"/>
              <a:gd name="connsiteX146" fmla="*/ 4728247 w 11269336"/>
              <a:gd name="connsiteY146" fmla="*/ 2159526 h 2323145"/>
              <a:gd name="connsiteX147" fmla="*/ 4723263 w 11269336"/>
              <a:gd name="connsiteY147" fmla="*/ 2153742 h 2323145"/>
              <a:gd name="connsiteX148" fmla="*/ 4702453 w 11269336"/>
              <a:gd name="connsiteY148" fmla="*/ 2151586 h 2323145"/>
              <a:gd name="connsiteX149" fmla="*/ 4678455 w 11269336"/>
              <a:gd name="connsiteY149" fmla="*/ 2156131 h 2323145"/>
              <a:gd name="connsiteX150" fmla="*/ 4593061 w 11269336"/>
              <a:gd name="connsiteY150" fmla="*/ 2171597 h 2323145"/>
              <a:gd name="connsiteX151" fmla="*/ 4579902 w 11269336"/>
              <a:gd name="connsiteY151" fmla="*/ 2177927 h 2323145"/>
              <a:gd name="connsiteX152" fmla="*/ 4533444 w 11269336"/>
              <a:gd name="connsiteY152" fmla="*/ 2181200 h 2323145"/>
              <a:gd name="connsiteX153" fmla="*/ 4492832 w 11269336"/>
              <a:gd name="connsiteY153" fmla="*/ 2188033 h 2323145"/>
              <a:gd name="connsiteX154" fmla="*/ 4467257 w 11269336"/>
              <a:gd name="connsiteY154" fmla="*/ 2196121 h 2323145"/>
              <a:gd name="connsiteX155" fmla="*/ 4459937 w 11269336"/>
              <a:gd name="connsiteY155" fmla="*/ 2195182 h 2323145"/>
              <a:gd name="connsiteX156" fmla="*/ 4433312 w 11269336"/>
              <a:gd name="connsiteY156" fmla="*/ 2199004 h 2323145"/>
              <a:gd name="connsiteX157" fmla="*/ 4420601 w 11269336"/>
              <a:gd name="connsiteY157" fmla="*/ 2205158 h 2323145"/>
              <a:gd name="connsiteX158" fmla="*/ 4405765 w 11269336"/>
              <a:gd name="connsiteY158" fmla="*/ 2199902 h 2323145"/>
              <a:gd name="connsiteX159" fmla="*/ 4401354 w 11269336"/>
              <a:gd name="connsiteY159" fmla="*/ 2194745 h 2323145"/>
              <a:gd name="connsiteX160" fmla="*/ 4383151 w 11269336"/>
              <a:gd name="connsiteY160" fmla="*/ 2201140 h 2323145"/>
              <a:gd name="connsiteX161" fmla="*/ 4366646 w 11269336"/>
              <a:gd name="connsiteY161" fmla="*/ 2198564 h 2323145"/>
              <a:gd name="connsiteX162" fmla="*/ 4354009 w 11269336"/>
              <a:gd name="connsiteY162" fmla="*/ 2204984 h 2323145"/>
              <a:gd name="connsiteX163" fmla="*/ 4348284 w 11269336"/>
              <a:gd name="connsiteY163" fmla="*/ 2205270 h 2323145"/>
              <a:gd name="connsiteX164" fmla="*/ 4333906 w 11269336"/>
              <a:gd name="connsiteY164" fmla="*/ 2205251 h 2323145"/>
              <a:gd name="connsiteX165" fmla="*/ 4308819 w 11269336"/>
              <a:gd name="connsiteY165" fmla="*/ 2203822 h 2323145"/>
              <a:gd name="connsiteX166" fmla="*/ 4301210 w 11269336"/>
              <a:gd name="connsiteY166" fmla="*/ 2204456 h 2323145"/>
              <a:gd name="connsiteX167" fmla="*/ 4283095 w 11269336"/>
              <a:gd name="connsiteY167" fmla="*/ 2198177 h 2323145"/>
              <a:gd name="connsiteX168" fmla="*/ 4250119 w 11269336"/>
              <a:gd name="connsiteY168" fmla="*/ 2196342 h 2323145"/>
              <a:gd name="connsiteX169" fmla="*/ 4189203 w 11269336"/>
              <a:gd name="connsiteY169" fmla="*/ 2178994 h 2323145"/>
              <a:gd name="connsiteX170" fmla="*/ 4154035 w 11269336"/>
              <a:gd name="connsiteY170" fmla="*/ 2171950 h 2323145"/>
              <a:gd name="connsiteX171" fmla="*/ 4129569 w 11269336"/>
              <a:gd name="connsiteY171" fmla="*/ 2163850 h 2323145"/>
              <a:gd name="connsiteX172" fmla="*/ 4061250 w 11269336"/>
              <a:gd name="connsiteY172" fmla="*/ 2159236 h 2323145"/>
              <a:gd name="connsiteX173" fmla="*/ 3945480 w 11269336"/>
              <a:gd name="connsiteY173" fmla="*/ 2158279 h 2323145"/>
              <a:gd name="connsiteX174" fmla="*/ 3921468 w 11269336"/>
              <a:gd name="connsiteY174" fmla="*/ 2156588 h 2323145"/>
              <a:gd name="connsiteX175" fmla="*/ 3903348 w 11269336"/>
              <a:gd name="connsiteY175" fmla="*/ 2149220 h 2323145"/>
              <a:gd name="connsiteX176" fmla="*/ 3901342 w 11269336"/>
              <a:gd name="connsiteY176" fmla="*/ 2142355 h 2323145"/>
              <a:gd name="connsiteX177" fmla="*/ 3888539 w 11269336"/>
              <a:gd name="connsiteY177" fmla="*/ 2140476 h 2323145"/>
              <a:gd name="connsiteX178" fmla="*/ 3885662 w 11269336"/>
              <a:gd name="connsiteY178" fmla="*/ 2138740 h 2323145"/>
              <a:gd name="connsiteX179" fmla="*/ 3868627 w 11269336"/>
              <a:gd name="connsiteY179" fmla="*/ 2130023 h 2323145"/>
              <a:gd name="connsiteX180" fmla="*/ 3819177 w 11269336"/>
              <a:gd name="connsiteY180" fmla="*/ 2142111 h 2323145"/>
              <a:gd name="connsiteX181" fmla="*/ 3769100 w 11269336"/>
              <a:gd name="connsiteY181" fmla="*/ 2131731 h 2323145"/>
              <a:gd name="connsiteX182" fmla="*/ 3562752 w 11269336"/>
              <a:gd name="connsiteY182" fmla="*/ 2131785 h 2323145"/>
              <a:gd name="connsiteX183" fmla="*/ 3541402 w 11269336"/>
              <a:gd name="connsiteY183" fmla="*/ 2106821 h 2323145"/>
              <a:gd name="connsiteX184" fmla="*/ 3365341 w 11269336"/>
              <a:gd name="connsiteY184" fmla="*/ 2077638 h 2323145"/>
              <a:gd name="connsiteX185" fmla="*/ 3170922 w 11269336"/>
              <a:gd name="connsiteY185" fmla="*/ 2115957 h 2323145"/>
              <a:gd name="connsiteX186" fmla="*/ 3156256 w 11269336"/>
              <a:gd name="connsiteY186" fmla="*/ 2124773 h 2323145"/>
              <a:gd name="connsiteX187" fmla="*/ 3140298 w 11269336"/>
              <a:gd name="connsiteY187" fmla="*/ 2129182 h 2323145"/>
              <a:gd name="connsiteX188" fmla="*/ 3138514 w 11269336"/>
              <a:gd name="connsiteY188" fmla="*/ 2128069 h 2323145"/>
              <a:gd name="connsiteX189" fmla="*/ 3120467 w 11269336"/>
              <a:gd name="connsiteY189" fmla="*/ 2128281 h 2323145"/>
              <a:gd name="connsiteX190" fmla="*/ 3116175 w 11269336"/>
              <a:gd name="connsiteY190" fmla="*/ 2131633 h 2323145"/>
              <a:gd name="connsiteX191" fmla="*/ 3103685 w 11269336"/>
              <a:gd name="connsiteY191" fmla="*/ 2132814 h 2323145"/>
              <a:gd name="connsiteX192" fmla="*/ 3078794 w 11269336"/>
              <a:gd name="connsiteY192" fmla="*/ 2137935 h 2323145"/>
              <a:gd name="connsiteX193" fmla="*/ 3074407 w 11269336"/>
              <a:gd name="connsiteY193" fmla="*/ 2136274 h 2323145"/>
              <a:gd name="connsiteX194" fmla="*/ 3037285 w 11269336"/>
              <a:gd name="connsiteY194" fmla="*/ 2139919 h 2323145"/>
              <a:gd name="connsiteX195" fmla="*/ 3036901 w 11269336"/>
              <a:gd name="connsiteY195" fmla="*/ 2138726 h 2323145"/>
              <a:gd name="connsiteX196" fmla="*/ 3026996 w 11269336"/>
              <a:gd name="connsiteY196" fmla="*/ 2134322 h 2323145"/>
              <a:gd name="connsiteX197" fmla="*/ 3007772 w 11269336"/>
              <a:gd name="connsiteY197" fmla="*/ 2128742 h 2323145"/>
              <a:gd name="connsiteX198" fmla="*/ 2965030 w 11269336"/>
              <a:gd name="connsiteY198" fmla="*/ 2100494 h 2323145"/>
              <a:gd name="connsiteX199" fmla="*/ 2926342 w 11269336"/>
              <a:gd name="connsiteY199" fmla="*/ 2104155 h 2323145"/>
              <a:gd name="connsiteX200" fmla="*/ 2918608 w 11269336"/>
              <a:gd name="connsiteY200" fmla="*/ 2104215 h 2323145"/>
              <a:gd name="connsiteX201" fmla="*/ 2918475 w 11269336"/>
              <a:gd name="connsiteY201" fmla="*/ 2103937 h 2323145"/>
              <a:gd name="connsiteX202" fmla="*/ 2910360 w 11269336"/>
              <a:gd name="connsiteY202" fmla="*/ 2103444 h 2323145"/>
              <a:gd name="connsiteX203" fmla="*/ 2904507 w 11269336"/>
              <a:gd name="connsiteY203" fmla="*/ 2104326 h 2323145"/>
              <a:gd name="connsiteX204" fmla="*/ 2889503 w 11269336"/>
              <a:gd name="connsiteY204" fmla="*/ 2104443 h 2323145"/>
              <a:gd name="connsiteX205" fmla="*/ 2884480 w 11269336"/>
              <a:gd name="connsiteY205" fmla="*/ 2102626 h 2323145"/>
              <a:gd name="connsiteX206" fmla="*/ 2882689 w 11269336"/>
              <a:gd name="connsiteY206" fmla="*/ 2099228 h 2323145"/>
              <a:gd name="connsiteX207" fmla="*/ 2881291 w 11269336"/>
              <a:gd name="connsiteY207" fmla="*/ 2099618 h 2323145"/>
              <a:gd name="connsiteX208" fmla="*/ 2853979 w 11269336"/>
              <a:gd name="connsiteY208" fmla="*/ 2090388 h 2323145"/>
              <a:gd name="connsiteX209" fmla="*/ 2791790 w 11269336"/>
              <a:gd name="connsiteY209" fmla="*/ 2080332 h 2323145"/>
              <a:gd name="connsiteX210" fmla="*/ 2755844 w 11269336"/>
              <a:gd name="connsiteY210" fmla="*/ 2078874 h 2323145"/>
              <a:gd name="connsiteX211" fmla="*/ 2657742 w 11269336"/>
              <a:gd name="connsiteY211" fmla="*/ 2070179 h 2323145"/>
              <a:gd name="connsiteX212" fmla="*/ 2559549 w 11269336"/>
              <a:gd name="connsiteY212" fmla="*/ 2057873 h 2323145"/>
              <a:gd name="connsiteX213" fmla="*/ 2512054 w 11269336"/>
              <a:gd name="connsiteY213" fmla="*/ 2031671 h 2323145"/>
              <a:gd name="connsiteX214" fmla="*/ 2506437 w 11269336"/>
              <a:gd name="connsiteY214" fmla="*/ 2030918 h 2323145"/>
              <a:gd name="connsiteX215" fmla="*/ 2491752 w 11269336"/>
              <a:gd name="connsiteY215" fmla="*/ 2033906 h 2323145"/>
              <a:gd name="connsiteX216" fmla="*/ 2486338 w 11269336"/>
              <a:gd name="connsiteY216" fmla="*/ 2035862 h 2323145"/>
              <a:gd name="connsiteX217" fmla="*/ 2478186 w 11269336"/>
              <a:gd name="connsiteY217" fmla="*/ 2036953 h 2323145"/>
              <a:gd name="connsiteX218" fmla="*/ 2477950 w 11269336"/>
              <a:gd name="connsiteY218" fmla="*/ 2036715 h 2323145"/>
              <a:gd name="connsiteX219" fmla="*/ 2470381 w 11269336"/>
              <a:gd name="connsiteY219" fmla="*/ 2038256 h 2323145"/>
              <a:gd name="connsiteX220" fmla="*/ 2433781 w 11269336"/>
              <a:gd name="connsiteY220" fmla="*/ 2049140 h 2323145"/>
              <a:gd name="connsiteX221" fmla="*/ 2381172 w 11269336"/>
              <a:gd name="connsiteY221" fmla="*/ 2030645 h 2323145"/>
              <a:gd name="connsiteX222" fmla="*/ 2360198 w 11269336"/>
              <a:gd name="connsiteY222" fmla="*/ 2029059 h 2323145"/>
              <a:gd name="connsiteX223" fmla="*/ 2348815 w 11269336"/>
              <a:gd name="connsiteY223" fmla="*/ 2026798 h 2323145"/>
              <a:gd name="connsiteX224" fmla="*/ 2347988 w 11269336"/>
              <a:gd name="connsiteY224" fmla="*/ 2025745 h 2323145"/>
              <a:gd name="connsiteX225" fmla="*/ 2312920 w 11269336"/>
              <a:gd name="connsiteY225" fmla="*/ 2036311 h 2323145"/>
              <a:gd name="connsiteX226" fmla="*/ 2307986 w 11269336"/>
              <a:gd name="connsiteY226" fmla="*/ 2035583 h 2323145"/>
              <a:gd name="connsiteX227" fmla="*/ 2285481 w 11269336"/>
              <a:gd name="connsiteY227" fmla="*/ 2045197 h 2323145"/>
              <a:gd name="connsiteX228" fmla="*/ 2273666 w 11269336"/>
              <a:gd name="connsiteY228" fmla="*/ 2048710 h 2323145"/>
              <a:gd name="connsiteX229" fmla="*/ 2270719 w 11269336"/>
              <a:gd name="connsiteY229" fmla="*/ 2052702 h 2323145"/>
              <a:gd name="connsiteX230" fmla="*/ 2253080 w 11269336"/>
              <a:gd name="connsiteY230" fmla="*/ 2056363 h 2323145"/>
              <a:gd name="connsiteX231" fmla="*/ 2250906 w 11269336"/>
              <a:gd name="connsiteY231" fmla="*/ 2055654 h 2323145"/>
              <a:gd name="connsiteX232" fmla="*/ 2236905 w 11269336"/>
              <a:gd name="connsiteY232" fmla="*/ 2062882 h 2323145"/>
              <a:gd name="connsiteX233" fmla="*/ 2225830 w 11269336"/>
              <a:gd name="connsiteY233" fmla="*/ 2074027 h 2323145"/>
              <a:gd name="connsiteX234" fmla="*/ 2073776 w 11269336"/>
              <a:gd name="connsiteY234" fmla="*/ 2089244 h 2323145"/>
              <a:gd name="connsiteX235" fmla="*/ 1948256 w 11269336"/>
              <a:gd name="connsiteY235" fmla="*/ 2146616 h 2323145"/>
              <a:gd name="connsiteX236" fmla="*/ 1865582 w 11269336"/>
              <a:gd name="connsiteY236" fmla="*/ 2153738 h 2323145"/>
              <a:gd name="connsiteX237" fmla="*/ 1835210 w 11269336"/>
              <a:gd name="connsiteY237" fmla="*/ 2134244 h 2323145"/>
              <a:gd name="connsiteX238" fmla="*/ 1632661 w 11269336"/>
              <a:gd name="connsiteY238" fmla="*/ 2173882 h 2323145"/>
              <a:gd name="connsiteX239" fmla="*/ 1579590 w 11269336"/>
              <a:gd name="connsiteY239" fmla="*/ 2173680 h 2323145"/>
              <a:gd name="connsiteX240" fmla="*/ 1535601 w 11269336"/>
              <a:gd name="connsiteY240" fmla="*/ 2194590 h 2323145"/>
              <a:gd name="connsiteX241" fmla="*/ 1515594 w 11269336"/>
              <a:gd name="connsiteY241" fmla="*/ 2189622 h 2323145"/>
              <a:gd name="connsiteX242" fmla="*/ 1512113 w 11269336"/>
              <a:gd name="connsiteY242" fmla="*/ 2188534 h 2323145"/>
              <a:gd name="connsiteX243" fmla="*/ 1498838 w 11269336"/>
              <a:gd name="connsiteY243" fmla="*/ 2189213 h 2323145"/>
              <a:gd name="connsiteX244" fmla="*/ 1494279 w 11269336"/>
              <a:gd name="connsiteY244" fmla="*/ 2183112 h 2323145"/>
              <a:gd name="connsiteX245" fmla="*/ 1473714 w 11269336"/>
              <a:gd name="connsiteY245" fmla="*/ 2179625 h 2323145"/>
              <a:gd name="connsiteX246" fmla="*/ 1449503 w 11269336"/>
              <a:gd name="connsiteY246" fmla="*/ 2182633 h 2323145"/>
              <a:gd name="connsiteX247" fmla="*/ 1335495 w 11269336"/>
              <a:gd name="connsiteY247" fmla="*/ 2203940 h 2323145"/>
              <a:gd name="connsiteX248" fmla="*/ 1266687 w 11269336"/>
              <a:gd name="connsiteY248" fmla="*/ 2212688 h 2323145"/>
              <a:gd name="connsiteX249" fmla="*/ 1239614 w 11269336"/>
              <a:gd name="connsiteY249" fmla="*/ 2209727 h 2323145"/>
              <a:gd name="connsiteX250" fmla="*/ 1202436 w 11269336"/>
              <a:gd name="connsiteY250" fmla="*/ 2209817 h 2323145"/>
              <a:gd name="connsiteX251" fmla="*/ 1136097 w 11269336"/>
              <a:gd name="connsiteY251" fmla="*/ 2205112 h 2323145"/>
              <a:gd name="connsiteX252" fmla="*/ 988232 w 11269336"/>
              <a:gd name="connsiteY252" fmla="*/ 2235635 h 2323145"/>
              <a:gd name="connsiteX253" fmla="*/ 981959 w 11269336"/>
              <a:gd name="connsiteY253" fmla="*/ 2231607 h 2323145"/>
              <a:gd name="connsiteX254" fmla="*/ 938600 w 11269336"/>
              <a:gd name="connsiteY254" fmla="*/ 2238113 h 2323145"/>
              <a:gd name="connsiteX255" fmla="*/ 791788 w 11269336"/>
              <a:gd name="connsiteY255" fmla="*/ 2293224 h 2323145"/>
              <a:gd name="connsiteX256" fmla="*/ 706914 w 11269336"/>
              <a:gd name="connsiteY256" fmla="*/ 2305046 h 2323145"/>
              <a:gd name="connsiteX257" fmla="*/ 675971 w 11269336"/>
              <a:gd name="connsiteY257" fmla="*/ 2304030 h 2323145"/>
              <a:gd name="connsiteX258" fmla="*/ 624180 w 11269336"/>
              <a:gd name="connsiteY258" fmla="*/ 2302650 h 2323145"/>
              <a:gd name="connsiteX259" fmla="*/ 583453 w 11269336"/>
              <a:gd name="connsiteY259" fmla="*/ 2288788 h 2323145"/>
              <a:gd name="connsiteX260" fmla="*/ 540946 w 11269336"/>
              <a:gd name="connsiteY260" fmla="*/ 2292721 h 2323145"/>
              <a:gd name="connsiteX261" fmla="*/ 533680 w 11269336"/>
              <a:gd name="connsiteY261" fmla="*/ 2310233 h 2323145"/>
              <a:gd name="connsiteX262" fmla="*/ 487366 w 11269336"/>
              <a:gd name="connsiteY262" fmla="*/ 2309053 h 2323145"/>
              <a:gd name="connsiteX263" fmla="*/ 416820 w 11269336"/>
              <a:gd name="connsiteY263" fmla="*/ 2305443 h 2323145"/>
              <a:gd name="connsiteX264" fmla="*/ 376805 w 11269336"/>
              <a:gd name="connsiteY264" fmla="*/ 2307647 h 2323145"/>
              <a:gd name="connsiteX265" fmla="*/ 266777 w 11269336"/>
              <a:gd name="connsiteY265" fmla="*/ 2309012 h 2323145"/>
              <a:gd name="connsiteX266" fmla="*/ 156013 w 11269336"/>
              <a:gd name="connsiteY266" fmla="*/ 2306832 h 2323145"/>
              <a:gd name="connsiteX267" fmla="*/ 87258 w 11269336"/>
              <a:gd name="connsiteY267" fmla="*/ 2285511 h 2323145"/>
              <a:gd name="connsiteX268" fmla="*/ 23798 w 11269336"/>
              <a:gd name="connsiteY268" fmla="*/ 2281822 h 2323145"/>
              <a:gd name="connsiteX269" fmla="*/ 0 w 11269336"/>
              <a:gd name="connsiteY269" fmla="*/ 2285369 h 2323145"/>
              <a:gd name="connsiteX270" fmla="*/ 0 w 11269336"/>
              <a:gd name="connsiteY270"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742561 w 11269336"/>
              <a:gd name="connsiteY18" fmla="*/ 500437 h 2323145"/>
              <a:gd name="connsiteX19" fmla="*/ 9561831 w 11269336"/>
              <a:gd name="connsiteY19" fmla="*/ 547649 h 2323145"/>
              <a:gd name="connsiteX20" fmla="*/ 9380600 w 11269336"/>
              <a:gd name="connsiteY20" fmla="*/ 549821 h 2323145"/>
              <a:gd name="connsiteX21" fmla="*/ 9139429 w 11269336"/>
              <a:gd name="connsiteY21" fmla="*/ 696446 h 2323145"/>
              <a:gd name="connsiteX22" fmla="*/ 9114263 w 11269336"/>
              <a:gd name="connsiteY22" fmla="*/ 709213 h 2323145"/>
              <a:gd name="connsiteX23" fmla="*/ 9028928 w 11269336"/>
              <a:gd name="connsiteY23" fmla="*/ 745350 h 2323145"/>
              <a:gd name="connsiteX24" fmla="*/ 8977138 w 11269336"/>
              <a:gd name="connsiteY24" fmla="*/ 774970 h 2323145"/>
              <a:gd name="connsiteX25" fmla="*/ 8947030 w 11269336"/>
              <a:gd name="connsiteY25" fmla="*/ 814934 h 2323145"/>
              <a:gd name="connsiteX26" fmla="*/ 8914746 w 11269336"/>
              <a:gd name="connsiteY26" fmla="*/ 826428 h 2323145"/>
              <a:gd name="connsiteX27" fmla="*/ 8917778 w 11269336"/>
              <a:gd name="connsiteY27" fmla="*/ 835198 h 2323145"/>
              <a:gd name="connsiteX28" fmla="*/ 8905560 w 11269336"/>
              <a:gd name="connsiteY28" fmla="*/ 838358 h 2323145"/>
              <a:gd name="connsiteX29" fmla="*/ 8897564 w 11269336"/>
              <a:gd name="connsiteY29" fmla="*/ 834287 h 2323145"/>
              <a:gd name="connsiteX30" fmla="*/ 8878040 w 11269336"/>
              <a:gd name="connsiteY30" fmla="*/ 844150 h 2323145"/>
              <a:gd name="connsiteX31" fmla="*/ 8882654 w 11269336"/>
              <a:gd name="connsiteY31" fmla="*/ 892768 h 2323145"/>
              <a:gd name="connsiteX32" fmla="*/ 8837498 w 11269336"/>
              <a:gd name="connsiteY32" fmla="*/ 885664 h 2323145"/>
              <a:gd name="connsiteX33" fmla="*/ 8795998 w 11269336"/>
              <a:gd name="connsiteY33" fmla="*/ 863337 h 2323145"/>
              <a:gd name="connsiteX34" fmla="*/ 8776970 w 11269336"/>
              <a:gd name="connsiteY34" fmla="*/ 885177 h 2323145"/>
              <a:gd name="connsiteX35" fmla="*/ 8755719 w 11269336"/>
              <a:gd name="connsiteY35" fmla="*/ 889754 h 2323145"/>
              <a:gd name="connsiteX36" fmla="*/ 8743257 w 11269336"/>
              <a:gd name="connsiteY36" fmla="*/ 904723 h 2323145"/>
              <a:gd name="connsiteX37" fmla="*/ 8721366 w 11269336"/>
              <a:gd name="connsiteY37" fmla="*/ 904711 h 2323145"/>
              <a:gd name="connsiteX38" fmla="*/ 8678353 w 11269336"/>
              <a:gd name="connsiteY38" fmla="*/ 926318 h 2323145"/>
              <a:gd name="connsiteX39" fmla="*/ 8636849 w 11269336"/>
              <a:gd name="connsiteY39" fmla="*/ 937900 h 2323145"/>
              <a:gd name="connsiteX40" fmla="*/ 8620213 w 11269336"/>
              <a:gd name="connsiteY40" fmla="*/ 943068 h 2323145"/>
              <a:gd name="connsiteX41" fmla="*/ 8612581 w 11269336"/>
              <a:gd name="connsiteY41" fmla="*/ 952695 h 2323145"/>
              <a:gd name="connsiteX42" fmla="*/ 8589038 w 11269336"/>
              <a:gd name="connsiteY42" fmla="*/ 963892 h 2323145"/>
              <a:gd name="connsiteX43" fmla="*/ 8579950 w 11269336"/>
              <a:gd name="connsiteY43" fmla="*/ 960899 h 2323145"/>
              <a:gd name="connsiteX44" fmla="*/ 8579319 w 11269336"/>
              <a:gd name="connsiteY44" fmla="*/ 965630 h 2323145"/>
              <a:gd name="connsiteX45" fmla="*/ 8547429 w 11269336"/>
              <a:gd name="connsiteY45" fmla="*/ 984506 h 2323145"/>
              <a:gd name="connsiteX46" fmla="*/ 8478704 w 11269336"/>
              <a:gd name="connsiteY46" fmla="*/ 1025490 h 2323145"/>
              <a:gd name="connsiteX47" fmla="*/ 8461421 w 11269336"/>
              <a:gd name="connsiteY47" fmla="*/ 1035512 h 2323145"/>
              <a:gd name="connsiteX48" fmla="*/ 8445003 w 11269336"/>
              <a:gd name="connsiteY48" fmla="*/ 1036851 h 2323145"/>
              <a:gd name="connsiteX49" fmla="*/ 8357350 w 11269336"/>
              <a:gd name="connsiteY49" fmla="*/ 1060213 h 2323145"/>
              <a:gd name="connsiteX50" fmla="*/ 8335565 w 11269336"/>
              <a:gd name="connsiteY50" fmla="*/ 1061151 h 2323145"/>
              <a:gd name="connsiteX51" fmla="*/ 8325267 w 11269336"/>
              <a:gd name="connsiteY51" fmla="*/ 1055919 h 2323145"/>
              <a:gd name="connsiteX52" fmla="*/ 8293586 w 11269336"/>
              <a:gd name="connsiteY52" fmla="*/ 1076144 h 2323145"/>
              <a:gd name="connsiteX53" fmla="*/ 8242405 w 11269336"/>
              <a:gd name="connsiteY53" fmla="*/ 1095960 h 2323145"/>
              <a:gd name="connsiteX54" fmla="*/ 8218531 w 11269336"/>
              <a:gd name="connsiteY54" fmla="*/ 1107622 h 2323145"/>
              <a:gd name="connsiteX55" fmla="*/ 8197391 w 11269336"/>
              <a:gd name="connsiteY55" fmla="*/ 1107746 h 2323145"/>
              <a:gd name="connsiteX56" fmla="*/ 8081474 w 11269336"/>
              <a:gd name="connsiteY56" fmla="*/ 1130125 h 2323145"/>
              <a:gd name="connsiteX57" fmla="*/ 8053585 w 11269336"/>
              <a:gd name="connsiteY57" fmla="*/ 1129169 h 2323145"/>
              <a:gd name="connsiteX58" fmla="*/ 8038422 w 11269336"/>
              <a:gd name="connsiteY58" fmla="*/ 1119092 h 2323145"/>
              <a:gd name="connsiteX59" fmla="*/ 8029450 w 11269336"/>
              <a:gd name="connsiteY59" fmla="*/ 1125592 h 2323145"/>
              <a:gd name="connsiteX60" fmla="*/ 7959552 w 11269336"/>
              <a:gd name="connsiteY60" fmla="*/ 1140188 h 2323145"/>
              <a:gd name="connsiteX61" fmla="*/ 7914188 w 11269336"/>
              <a:gd name="connsiteY61" fmla="*/ 1150862 h 2323145"/>
              <a:gd name="connsiteX62" fmla="*/ 7914918 w 11269336"/>
              <a:gd name="connsiteY62" fmla="*/ 1168758 h 2323145"/>
              <a:gd name="connsiteX63" fmla="*/ 7875510 w 11269336"/>
              <a:gd name="connsiteY63" fmla="*/ 1183153 h 2323145"/>
              <a:gd name="connsiteX64" fmla="*/ 7829932 w 11269336"/>
              <a:gd name="connsiteY64" fmla="*/ 1180782 h 2323145"/>
              <a:gd name="connsiteX65" fmla="*/ 7779182 w 11269336"/>
              <a:gd name="connsiteY65" fmla="*/ 1192665 h 2323145"/>
              <a:gd name="connsiteX66" fmla="*/ 7748774 w 11269336"/>
              <a:gd name="connsiteY66" fmla="*/ 1199586 h 2323145"/>
              <a:gd name="connsiteX67" fmla="*/ 7671846 w 11269336"/>
              <a:gd name="connsiteY67" fmla="*/ 1231966 h 2323145"/>
              <a:gd name="connsiteX68" fmla="*/ 7554146 w 11269336"/>
              <a:gd name="connsiteY68" fmla="*/ 1319748 h 2323145"/>
              <a:gd name="connsiteX69" fmla="*/ 7515052 w 11269336"/>
              <a:gd name="connsiteY69" fmla="*/ 1336718 h 2323145"/>
              <a:gd name="connsiteX70" fmla="*/ 7507193 w 11269336"/>
              <a:gd name="connsiteY70" fmla="*/ 1334617 h 2323145"/>
              <a:gd name="connsiteX71" fmla="*/ 7461694 w 11269336"/>
              <a:gd name="connsiteY71" fmla="*/ 1375866 h 2323145"/>
              <a:gd name="connsiteX72" fmla="*/ 7377571 w 11269336"/>
              <a:gd name="connsiteY72" fmla="*/ 1400128 h 2323145"/>
              <a:gd name="connsiteX73" fmla="*/ 7311261 w 11269336"/>
              <a:gd name="connsiteY73" fmla="*/ 1412652 h 2323145"/>
              <a:gd name="connsiteX74" fmla="*/ 7275307 w 11269336"/>
              <a:gd name="connsiteY74" fmla="*/ 1422171 h 2323145"/>
              <a:gd name="connsiteX75" fmla="*/ 7247783 w 11269336"/>
              <a:gd name="connsiteY75" fmla="*/ 1426330 h 2323145"/>
              <a:gd name="connsiteX76" fmla="*/ 7185047 w 11269336"/>
              <a:gd name="connsiteY76" fmla="*/ 1451812 h 2323145"/>
              <a:gd name="connsiteX77" fmla="*/ 7084117 w 11269336"/>
              <a:gd name="connsiteY77" fmla="*/ 1500281 h 2323145"/>
              <a:gd name="connsiteX78" fmla="*/ 7062011 w 11269336"/>
              <a:gd name="connsiteY78" fmla="*/ 1509183 h 2323145"/>
              <a:gd name="connsiteX79" fmla="*/ 7040555 w 11269336"/>
              <a:gd name="connsiteY79" fmla="*/ 1511207 h 2323145"/>
              <a:gd name="connsiteX80" fmla="*/ 7033438 w 11269336"/>
              <a:gd name="connsiteY80" fmla="*/ 1506772 h 2323145"/>
              <a:gd name="connsiteX81" fmla="*/ 7020886 w 11269336"/>
              <a:gd name="connsiteY81" fmla="*/ 1510764 h 2323145"/>
              <a:gd name="connsiteX82" fmla="*/ 7017033 w 11269336"/>
              <a:gd name="connsiteY82" fmla="*/ 1510650 h 2323145"/>
              <a:gd name="connsiteX83" fmla="*/ 6995460 w 11269336"/>
              <a:gd name="connsiteY83" fmla="*/ 1511173 h 2323145"/>
              <a:gd name="connsiteX84" fmla="*/ 6962144 w 11269336"/>
              <a:gd name="connsiteY84" fmla="*/ 1541508 h 2323145"/>
              <a:gd name="connsiteX85" fmla="*/ 6910674 w 11269336"/>
              <a:gd name="connsiteY85" fmla="*/ 1554793 h 2323145"/>
              <a:gd name="connsiteX86" fmla="*/ 6732152 w 11269336"/>
              <a:gd name="connsiteY86" fmla="*/ 1642538 h 2323145"/>
              <a:gd name="connsiteX87" fmla="*/ 6694106 w 11269336"/>
              <a:gd name="connsiteY87" fmla="*/ 1632377 h 2323145"/>
              <a:gd name="connsiteX88" fmla="*/ 6617223 w 11269336"/>
              <a:gd name="connsiteY88" fmla="*/ 1659889 h 2323145"/>
              <a:gd name="connsiteX89" fmla="*/ 6521138 w 11269336"/>
              <a:gd name="connsiteY89" fmla="*/ 1744340 h 2323145"/>
              <a:gd name="connsiteX90" fmla="*/ 6380677 w 11269336"/>
              <a:gd name="connsiteY90" fmla="*/ 1796883 h 2323145"/>
              <a:gd name="connsiteX91" fmla="*/ 6374897 w 11269336"/>
              <a:gd name="connsiteY91" fmla="*/ 1809910 h 2323145"/>
              <a:gd name="connsiteX92" fmla="*/ 6364545 w 11269336"/>
              <a:gd name="connsiteY92" fmla="*/ 1820090 h 2323145"/>
              <a:gd name="connsiteX93" fmla="*/ 6362126 w 11269336"/>
              <a:gd name="connsiteY93" fmla="*/ 1819991 h 2323145"/>
              <a:gd name="connsiteX94" fmla="*/ 6346673 w 11269336"/>
              <a:gd name="connsiteY94" fmla="*/ 1827824 h 2323145"/>
              <a:gd name="connsiteX95" fmla="*/ 6345588 w 11269336"/>
              <a:gd name="connsiteY95" fmla="*/ 1832232 h 2323145"/>
              <a:gd name="connsiteX96" fmla="*/ 6335708 w 11269336"/>
              <a:gd name="connsiteY96" fmla="*/ 1838451 h 2323145"/>
              <a:gd name="connsiteX97" fmla="*/ 6318182 w 11269336"/>
              <a:gd name="connsiteY97" fmla="*/ 1852975 h 2323145"/>
              <a:gd name="connsiteX98" fmla="*/ 6313084 w 11269336"/>
              <a:gd name="connsiteY98" fmla="*/ 1853561 h 2323145"/>
              <a:gd name="connsiteX99" fmla="*/ 6283816 w 11269336"/>
              <a:gd name="connsiteY99" fmla="*/ 1872148 h 2323145"/>
              <a:gd name="connsiteX100" fmla="*/ 6282550 w 11269336"/>
              <a:gd name="connsiteY100" fmla="*/ 1871392 h 2323145"/>
              <a:gd name="connsiteX101" fmla="*/ 6270527 w 11269336"/>
              <a:gd name="connsiteY101" fmla="*/ 1872208 h 2323145"/>
              <a:gd name="connsiteX102" fmla="*/ 6249518 w 11269336"/>
              <a:gd name="connsiteY102" fmla="*/ 1876079 h 2323145"/>
              <a:gd name="connsiteX103" fmla="*/ 6190386 w 11269336"/>
              <a:gd name="connsiteY103" fmla="*/ 1872478 h 2323145"/>
              <a:gd name="connsiteX104" fmla="*/ 6159777 w 11269336"/>
              <a:gd name="connsiteY104" fmla="*/ 1891745 h 2323145"/>
              <a:gd name="connsiteX105" fmla="*/ 6153131 w 11269336"/>
              <a:gd name="connsiteY105" fmla="*/ 1895079 h 2323145"/>
              <a:gd name="connsiteX106" fmla="*/ 6152798 w 11269336"/>
              <a:gd name="connsiteY106" fmla="*/ 1894920 h 2323145"/>
              <a:gd name="connsiteX107" fmla="*/ 6145388 w 11269336"/>
              <a:gd name="connsiteY107" fmla="*/ 1897990 h 2323145"/>
              <a:gd name="connsiteX108" fmla="*/ 6141014 w 11269336"/>
              <a:gd name="connsiteY108" fmla="*/ 1901155 h 2323145"/>
              <a:gd name="connsiteX109" fmla="*/ 6128122 w 11269336"/>
              <a:gd name="connsiteY109" fmla="*/ 1907623 h 2323145"/>
              <a:gd name="connsiteX110" fmla="*/ 6122351 w 11269336"/>
              <a:gd name="connsiteY110" fmla="*/ 1908359 h 2323145"/>
              <a:gd name="connsiteX111" fmla="*/ 6064750 w 11269336"/>
              <a:gd name="connsiteY111" fmla="*/ 1896394 h 2323145"/>
              <a:gd name="connsiteX112" fmla="*/ 5964230 w 11269336"/>
              <a:gd name="connsiteY112" fmla="*/ 1910038 h 2323145"/>
              <a:gd name="connsiteX113" fmla="*/ 5865399 w 11269336"/>
              <a:gd name="connsiteY113" fmla="*/ 1926966 h 2323145"/>
              <a:gd name="connsiteX114" fmla="*/ 5829951 w 11269336"/>
              <a:gd name="connsiteY114" fmla="*/ 1934755 h 2323145"/>
              <a:gd name="connsiteX115" fmla="*/ 5765285 w 11269336"/>
              <a:gd name="connsiteY115" fmla="*/ 1941322 h 2323145"/>
              <a:gd name="connsiteX116" fmla="*/ 5734750 w 11269336"/>
              <a:gd name="connsiteY116" fmla="*/ 1939793 h 2323145"/>
              <a:gd name="connsiteX117" fmla="*/ 5733569 w 11269336"/>
              <a:gd name="connsiteY117" fmla="*/ 1940505 h 2323145"/>
              <a:gd name="connsiteX118" fmla="*/ 5730329 w 11269336"/>
              <a:gd name="connsiteY118" fmla="*/ 1937845 h 2323145"/>
              <a:gd name="connsiteX119" fmla="*/ 5724661 w 11269336"/>
              <a:gd name="connsiteY119" fmla="*/ 1937455 h 2323145"/>
              <a:gd name="connsiteX120" fmla="*/ 5710186 w 11269336"/>
              <a:gd name="connsiteY120" fmla="*/ 1941370 h 2323145"/>
              <a:gd name="connsiteX121" fmla="*/ 5704910 w 11269336"/>
              <a:gd name="connsiteY121" fmla="*/ 1943663 h 2323145"/>
              <a:gd name="connsiteX122" fmla="*/ 5696836 w 11269336"/>
              <a:gd name="connsiteY122" fmla="*/ 1945271 h 2323145"/>
              <a:gd name="connsiteX123" fmla="*/ 5696583 w 11269336"/>
              <a:gd name="connsiteY123" fmla="*/ 1945050 h 2323145"/>
              <a:gd name="connsiteX124" fmla="*/ 5689123 w 11269336"/>
              <a:gd name="connsiteY124" fmla="*/ 1947067 h 2323145"/>
              <a:gd name="connsiteX125" fmla="*/ 5653291 w 11269336"/>
              <a:gd name="connsiteY125" fmla="*/ 1960245 h 2323145"/>
              <a:gd name="connsiteX126" fmla="*/ 5599385 w 11269336"/>
              <a:gd name="connsiteY126" fmla="*/ 1945198 h 2323145"/>
              <a:gd name="connsiteX127" fmla="*/ 5578300 w 11269336"/>
              <a:gd name="connsiteY127" fmla="*/ 1944963 h 2323145"/>
              <a:gd name="connsiteX128" fmla="*/ 5566758 w 11269336"/>
              <a:gd name="connsiteY128" fmla="*/ 1943441 h 2323145"/>
              <a:gd name="connsiteX129" fmla="*/ 5565857 w 11269336"/>
              <a:gd name="connsiteY129" fmla="*/ 1942445 h 2323145"/>
              <a:gd name="connsiteX130" fmla="*/ 5531534 w 11269336"/>
              <a:gd name="connsiteY130" fmla="*/ 1955208 h 2323145"/>
              <a:gd name="connsiteX131" fmla="*/ 5526552 w 11269336"/>
              <a:gd name="connsiteY131" fmla="*/ 1954799 h 2323145"/>
              <a:gd name="connsiteX132" fmla="*/ 5504723 w 11269336"/>
              <a:gd name="connsiteY132" fmla="*/ 1965811 h 2323145"/>
              <a:gd name="connsiteX133" fmla="*/ 5493156 w 11269336"/>
              <a:gd name="connsiteY133" fmla="*/ 1970063 h 2323145"/>
              <a:gd name="connsiteX134" fmla="*/ 5490486 w 11269336"/>
              <a:gd name="connsiteY134" fmla="*/ 1974227 h 2323145"/>
              <a:gd name="connsiteX135" fmla="*/ 5473107 w 11269336"/>
              <a:gd name="connsiteY135" fmla="*/ 1979001 h 2323145"/>
              <a:gd name="connsiteX136" fmla="*/ 5470885 w 11269336"/>
              <a:gd name="connsiteY136" fmla="*/ 1978432 h 2323145"/>
              <a:gd name="connsiteX137" fmla="*/ 5457393 w 11269336"/>
              <a:gd name="connsiteY137" fmla="*/ 1986525 h 2323145"/>
              <a:gd name="connsiteX138" fmla="*/ 5447102 w 11269336"/>
              <a:gd name="connsiteY138" fmla="*/ 1998329 h 2323145"/>
              <a:gd name="connsiteX139" fmla="*/ 5159151 w 11269336"/>
              <a:gd name="connsiteY139" fmla="*/ 2029640 h 2323145"/>
              <a:gd name="connsiteX140" fmla="*/ 5041688 w 11269336"/>
              <a:gd name="connsiteY140" fmla="*/ 2022334 h 2323145"/>
              <a:gd name="connsiteX141" fmla="*/ 4860988 w 11269336"/>
              <a:gd name="connsiteY141" fmla="*/ 2135698 h 2323145"/>
              <a:gd name="connsiteX142" fmla="*/ 4807902 w 11269336"/>
              <a:gd name="connsiteY142" fmla="*/ 2138894 h 2323145"/>
              <a:gd name="connsiteX143" fmla="*/ 4765388 w 11269336"/>
              <a:gd name="connsiteY143" fmla="*/ 2162525 h 2323145"/>
              <a:gd name="connsiteX144" fmla="*/ 4745033 w 11269336"/>
              <a:gd name="connsiteY144" fmla="*/ 2158859 h 2323145"/>
              <a:gd name="connsiteX145" fmla="*/ 4741475 w 11269336"/>
              <a:gd name="connsiteY145" fmla="*/ 2157998 h 2323145"/>
              <a:gd name="connsiteX146" fmla="*/ 4728247 w 11269336"/>
              <a:gd name="connsiteY146" fmla="*/ 2159526 h 2323145"/>
              <a:gd name="connsiteX147" fmla="*/ 4723263 w 11269336"/>
              <a:gd name="connsiteY147" fmla="*/ 2153742 h 2323145"/>
              <a:gd name="connsiteX148" fmla="*/ 4702453 w 11269336"/>
              <a:gd name="connsiteY148" fmla="*/ 2151586 h 2323145"/>
              <a:gd name="connsiteX149" fmla="*/ 4678455 w 11269336"/>
              <a:gd name="connsiteY149" fmla="*/ 2156131 h 2323145"/>
              <a:gd name="connsiteX150" fmla="*/ 4593061 w 11269336"/>
              <a:gd name="connsiteY150" fmla="*/ 2171597 h 2323145"/>
              <a:gd name="connsiteX151" fmla="*/ 4579902 w 11269336"/>
              <a:gd name="connsiteY151" fmla="*/ 2177927 h 2323145"/>
              <a:gd name="connsiteX152" fmla="*/ 4533444 w 11269336"/>
              <a:gd name="connsiteY152" fmla="*/ 2181200 h 2323145"/>
              <a:gd name="connsiteX153" fmla="*/ 4492832 w 11269336"/>
              <a:gd name="connsiteY153" fmla="*/ 2188033 h 2323145"/>
              <a:gd name="connsiteX154" fmla="*/ 4467257 w 11269336"/>
              <a:gd name="connsiteY154" fmla="*/ 2196121 h 2323145"/>
              <a:gd name="connsiteX155" fmla="*/ 4459937 w 11269336"/>
              <a:gd name="connsiteY155" fmla="*/ 2195182 h 2323145"/>
              <a:gd name="connsiteX156" fmla="*/ 4433312 w 11269336"/>
              <a:gd name="connsiteY156" fmla="*/ 2199004 h 2323145"/>
              <a:gd name="connsiteX157" fmla="*/ 4420601 w 11269336"/>
              <a:gd name="connsiteY157" fmla="*/ 2205158 h 2323145"/>
              <a:gd name="connsiteX158" fmla="*/ 4405765 w 11269336"/>
              <a:gd name="connsiteY158" fmla="*/ 2199902 h 2323145"/>
              <a:gd name="connsiteX159" fmla="*/ 4401354 w 11269336"/>
              <a:gd name="connsiteY159" fmla="*/ 2194745 h 2323145"/>
              <a:gd name="connsiteX160" fmla="*/ 4383151 w 11269336"/>
              <a:gd name="connsiteY160" fmla="*/ 2201140 h 2323145"/>
              <a:gd name="connsiteX161" fmla="*/ 4366646 w 11269336"/>
              <a:gd name="connsiteY161" fmla="*/ 2198564 h 2323145"/>
              <a:gd name="connsiteX162" fmla="*/ 4354009 w 11269336"/>
              <a:gd name="connsiteY162" fmla="*/ 2204984 h 2323145"/>
              <a:gd name="connsiteX163" fmla="*/ 4348284 w 11269336"/>
              <a:gd name="connsiteY163" fmla="*/ 2205270 h 2323145"/>
              <a:gd name="connsiteX164" fmla="*/ 4333906 w 11269336"/>
              <a:gd name="connsiteY164" fmla="*/ 2205251 h 2323145"/>
              <a:gd name="connsiteX165" fmla="*/ 4308819 w 11269336"/>
              <a:gd name="connsiteY165" fmla="*/ 2203822 h 2323145"/>
              <a:gd name="connsiteX166" fmla="*/ 4301210 w 11269336"/>
              <a:gd name="connsiteY166" fmla="*/ 2204456 h 2323145"/>
              <a:gd name="connsiteX167" fmla="*/ 4283095 w 11269336"/>
              <a:gd name="connsiteY167" fmla="*/ 2198177 h 2323145"/>
              <a:gd name="connsiteX168" fmla="*/ 4250119 w 11269336"/>
              <a:gd name="connsiteY168" fmla="*/ 2196342 h 2323145"/>
              <a:gd name="connsiteX169" fmla="*/ 4189203 w 11269336"/>
              <a:gd name="connsiteY169" fmla="*/ 2178994 h 2323145"/>
              <a:gd name="connsiteX170" fmla="*/ 4154035 w 11269336"/>
              <a:gd name="connsiteY170" fmla="*/ 2171950 h 2323145"/>
              <a:gd name="connsiteX171" fmla="*/ 4129569 w 11269336"/>
              <a:gd name="connsiteY171" fmla="*/ 2163850 h 2323145"/>
              <a:gd name="connsiteX172" fmla="*/ 4061250 w 11269336"/>
              <a:gd name="connsiteY172" fmla="*/ 2159236 h 2323145"/>
              <a:gd name="connsiteX173" fmla="*/ 3945480 w 11269336"/>
              <a:gd name="connsiteY173" fmla="*/ 2158279 h 2323145"/>
              <a:gd name="connsiteX174" fmla="*/ 3921468 w 11269336"/>
              <a:gd name="connsiteY174" fmla="*/ 2156588 h 2323145"/>
              <a:gd name="connsiteX175" fmla="*/ 3903348 w 11269336"/>
              <a:gd name="connsiteY175" fmla="*/ 2149220 h 2323145"/>
              <a:gd name="connsiteX176" fmla="*/ 3901342 w 11269336"/>
              <a:gd name="connsiteY176" fmla="*/ 2142355 h 2323145"/>
              <a:gd name="connsiteX177" fmla="*/ 3888539 w 11269336"/>
              <a:gd name="connsiteY177" fmla="*/ 2140476 h 2323145"/>
              <a:gd name="connsiteX178" fmla="*/ 3885662 w 11269336"/>
              <a:gd name="connsiteY178" fmla="*/ 2138740 h 2323145"/>
              <a:gd name="connsiteX179" fmla="*/ 3868627 w 11269336"/>
              <a:gd name="connsiteY179" fmla="*/ 2130023 h 2323145"/>
              <a:gd name="connsiteX180" fmla="*/ 3819177 w 11269336"/>
              <a:gd name="connsiteY180" fmla="*/ 2142111 h 2323145"/>
              <a:gd name="connsiteX181" fmla="*/ 3769100 w 11269336"/>
              <a:gd name="connsiteY181" fmla="*/ 2131731 h 2323145"/>
              <a:gd name="connsiteX182" fmla="*/ 3562752 w 11269336"/>
              <a:gd name="connsiteY182" fmla="*/ 2131785 h 2323145"/>
              <a:gd name="connsiteX183" fmla="*/ 3541402 w 11269336"/>
              <a:gd name="connsiteY183" fmla="*/ 2106821 h 2323145"/>
              <a:gd name="connsiteX184" fmla="*/ 3365341 w 11269336"/>
              <a:gd name="connsiteY184" fmla="*/ 2077638 h 2323145"/>
              <a:gd name="connsiteX185" fmla="*/ 3170922 w 11269336"/>
              <a:gd name="connsiteY185" fmla="*/ 2115957 h 2323145"/>
              <a:gd name="connsiteX186" fmla="*/ 3156256 w 11269336"/>
              <a:gd name="connsiteY186" fmla="*/ 2124773 h 2323145"/>
              <a:gd name="connsiteX187" fmla="*/ 3140298 w 11269336"/>
              <a:gd name="connsiteY187" fmla="*/ 2129182 h 2323145"/>
              <a:gd name="connsiteX188" fmla="*/ 3138514 w 11269336"/>
              <a:gd name="connsiteY188" fmla="*/ 2128069 h 2323145"/>
              <a:gd name="connsiteX189" fmla="*/ 3120467 w 11269336"/>
              <a:gd name="connsiteY189" fmla="*/ 2128281 h 2323145"/>
              <a:gd name="connsiteX190" fmla="*/ 3116175 w 11269336"/>
              <a:gd name="connsiteY190" fmla="*/ 2131633 h 2323145"/>
              <a:gd name="connsiteX191" fmla="*/ 3103685 w 11269336"/>
              <a:gd name="connsiteY191" fmla="*/ 2132814 h 2323145"/>
              <a:gd name="connsiteX192" fmla="*/ 3078794 w 11269336"/>
              <a:gd name="connsiteY192" fmla="*/ 2137935 h 2323145"/>
              <a:gd name="connsiteX193" fmla="*/ 3074407 w 11269336"/>
              <a:gd name="connsiteY193" fmla="*/ 2136274 h 2323145"/>
              <a:gd name="connsiteX194" fmla="*/ 3037285 w 11269336"/>
              <a:gd name="connsiteY194" fmla="*/ 2139919 h 2323145"/>
              <a:gd name="connsiteX195" fmla="*/ 3036901 w 11269336"/>
              <a:gd name="connsiteY195" fmla="*/ 2138726 h 2323145"/>
              <a:gd name="connsiteX196" fmla="*/ 3026996 w 11269336"/>
              <a:gd name="connsiteY196" fmla="*/ 2134322 h 2323145"/>
              <a:gd name="connsiteX197" fmla="*/ 3007772 w 11269336"/>
              <a:gd name="connsiteY197" fmla="*/ 2128742 h 2323145"/>
              <a:gd name="connsiteX198" fmla="*/ 2965030 w 11269336"/>
              <a:gd name="connsiteY198" fmla="*/ 2100494 h 2323145"/>
              <a:gd name="connsiteX199" fmla="*/ 2926342 w 11269336"/>
              <a:gd name="connsiteY199" fmla="*/ 2104155 h 2323145"/>
              <a:gd name="connsiteX200" fmla="*/ 2918608 w 11269336"/>
              <a:gd name="connsiteY200" fmla="*/ 2104215 h 2323145"/>
              <a:gd name="connsiteX201" fmla="*/ 2918475 w 11269336"/>
              <a:gd name="connsiteY201" fmla="*/ 2103937 h 2323145"/>
              <a:gd name="connsiteX202" fmla="*/ 2910360 w 11269336"/>
              <a:gd name="connsiteY202" fmla="*/ 2103444 h 2323145"/>
              <a:gd name="connsiteX203" fmla="*/ 2904507 w 11269336"/>
              <a:gd name="connsiteY203" fmla="*/ 2104326 h 2323145"/>
              <a:gd name="connsiteX204" fmla="*/ 2889503 w 11269336"/>
              <a:gd name="connsiteY204" fmla="*/ 2104443 h 2323145"/>
              <a:gd name="connsiteX205" fmla="*/ 2884480 w 11269336"/>
              <a:gd name="connsiteY205" fmla="*/ 2102626 h 2323145"/>
              <a:gd name="connsiteX206" fmla="*/ 2882689 w 11269336"/>
              <a:gd name="connsiteY206" fmla="*/ 2099228 h 2323145"/>
              <a:gd name="connsiteX207" fmla="*/ 2881291 w 11269336"/>
              <a:gd name="connsiteY207" fmla="*/ 2099618 h 2323145"/>
              <a:gd name="connsiteX208" fmla="*/ 2853979 w 11269336"/>
              <a:gd name="connsiteY208" fmla="*/ 2090388 h 2323145"/>
              <a:gd name="connsiteX209" fmla="*/ 2791790 w 11269336"/>
              <a:gd name="connsiteY209" fmla="*/ 2080332 h 2323145"/>
              <a:gd name="connsiteX210" fmla="*/ 2755844 w 11269336"/>
              <a:gd name="connsiteY210" fmla="*/ 2078874 h 2323145"/>
              <a:gd name="connsiteX211" fmla="*/ 2657742 w 11269336"/>
              <a:gd name="connsiteY211" fmla="*/ 2070179 h 2323145"/>
              <a:gd name="connsiteX212" fmla="*/ 2559549 w 11269336"/>
              <a:gd name="connsiteY212" fmla="*/ 2057873 h 2323145"/>
              <a:gd name="connsiteX213" fmla="*/ 2512054 w 11269336"/>
              <a:gd name="connsiteY213" fmla="*/ 2031671 h 2323145"/>
              <a:gd name="connsiteX214" fmla="*/ 2506437 w 11269336"/>
              <a:gd name="connsiteY214" fmla="*/ 2030918 h 2323145"/>
              <a:gd name="connsiteX215" fmla="*/ 2491752 w 11269336"/>
              <a:gd name="connsiteY215" fmla="*/ 2033906 h 2323145"/>
              <a:gd name="connsiteX216" fmla="*/ 2486338 w 11269336"/>
              <a:gd name="connsiteY216" fmla="*/ 2035862 h 2323145"/>
              <a:gd name="connsiteX217" fmla="*/ 2478186 w 11269336"/>
              <a:gd name="connsiteY217" fmla="*/ 2036953 h 2323145"/>
              <a:gd name="connsiteX218" fmla="*/ 2477950 w 11269336"/>
              <a:gd name="connsiteY218" fmla="*/ 2036715 h 2323145"/>
              <a:gd name="connsiteX219" fmla="*/ 2470381 w 11269336"/>
              <a:gd name="connsiteY219" fmla="*/ 2038256 h 2323145"/>
              <a:gd name="connsiteX220" fmla="*/ 2433781 w 11269336"/>
              <a:gd name="connsiteY220" fmla="*/ 2049140 h 2323145"/>
              <a:gd name="connsiteX221" fmla="*/ 2381172 w 11269336"/>
              <a:gd name="connsiteY221" fmla="*/ 2030645 h 2323145"/>
              <a:gd name="connsiteX222" fmla="*/ 2360198 w 11269336"/>
              <a:gd name="connsiteY222" fmla="*/ 2029059 h 2323145"/>
              <a:gd name="connsiteX223" fmla="*/ 2348815 w 11269336"/>
              <a:gd name="connsiteY223" fmla="*/ 2026798 h 2323145"/>
              <a:gd name="connsiteX224" fmla="*/ 2347988 w 11269336"/>
              <a:gd name="connsiteY224" fmla="*/ 2025745 h 2323145"/>
              <a:gd name="connsiteX225" fmla="*/ 2312920 w 11269336"/>
              <a:gd name="connsiteY225" fmla="*/ 2036311 h 2323145"/>
              <a:gd name="connsiteX226" fmla="*/ 2307986 w 11269336"/>
              <a:gd name="connsiteY226" fmla="*/ 2035583 h 2323145"/>
              <a:gd name="connsiteX227" fmla="*/ 2285481 w 11269336"/>
              <a:gd name="connsiteY227" fmla="*/ 2045197 h 2323145"/>
              <a:gd name="connsiteX228" fmla="*/ 2273666 w 11269336"/>
              <a:gd name="connsiteY228" fmla="*/ 2048710 h 2323145"/>
              <a:gd name="connsiteX229" fmla="*/ 2270719 w 11269336"/>
              <a:gd name="connsiteY229" fmla="*/ 2052702 h 2323145"/>
              <a:gd name="connsiteX230" fmla="*/ 2253080 w 11269336"/>
              <a:gd name="connsiteY230" fmla="*/ 2056363 h 2323145"/>
              <a:gd name="connsiteX231" fmla="*/ 2250906 w 11269336"/>
              <a:gd name="connsiteY231" fmla="*/ 2055654 h 2323145"/>
              <a:gd name="connsiteX232" fmla="*/ 2236905 w 11269336"/>
              <a:gd name="connsiteY232" fmla="*/ 2062882 h 2323145"/>
              <a:gd name="connsiteX233" fmla="*/ 2225830 w 11269336"/>
              <a:gd name="connsiteY233" fmla="*/ 2074027 h 2323145"/>
              <a:gd name="connsiteX234" fmla="*/ 2073776 w 11269336"/>
              <a:gd name="connsiteY234" fmla="*/ 2089244 h 2323145"/>
              <a:gd name="connsiteX235" fmla="*/ 1948256 w 11269336"/>
              <a:gd name="connsiteY235" fmla="*/ 2146616 h 2323145"/>
              <a:gd name="connsiteX236" fmla="*/ 1865582 w 11269336"/>
              <a:gd name="connsiteY236" fmla="*/ 2153738 h 2323145"/>
              <a:gd name="connsiteX237" fmla="*/ 1835210 w 11269336"/>
              <a:gd name="connsiteY237" fmla="*/ 2134244 h 2323145"/>
              <a:gd name="connsiteX238" fmla="*/ 1632661 w 11269336"/>
              <a:gd name="connsiteY238" fmla="*/ 2173882 h 2323145"/>
              <a:gd name="connsiteX239" fmla="*/ 1579590 w 11269336"/>
              <a:gd name="connsiteY239" fmla="*/ 2173680 h 2323145"/>
              <a:gd name="connsiteX240" fmla="*/ 1535601 w 11269336"/>
              <a:gd name="connsiteY240" fmla="*/ 2194590 h 2323145"/>
              <a:gd name="connsiteX241" fmla="*/ 1515594 w 11269336"/>
              <a:gd name="connsiteY241" fmla="*/ 2189622 h 2323145"/>
              <a:gd name="connsiteX242" fmla="*/ 1512113 w 11269336"/>
              <a:gd name="connsiteY242" fmla="*/ 2188534 h 2323145"/>
              <a:gd name="connsiteX243" fmla="*/ 1498838 w 11269336"/>
              <a:gd name="connsiteY243" fmla="*/ 2189213 h 2323145"/>
              <a:gd name="connsiteX244" fmla="*/ 1494279 w 11269336"/>
              <a:gd name="connsiteY244" fmla="*/ 2183112 h 2323145"/>
              <a:gd name="connsiteX245" fmla="*/ 1473714 w 11269336"/>
              <a:gd name="connsiteY245" fmla="*/ 2179625 h 2323145"/>
              <a:gd name="connsiteX246" fmla="*/ 1449503 w 11269336"/>
              <a:gd name="connsiteY246" fmla="*/ 2182633 h 2323145"/>
              <a:gd name="connsiteX247" fmla="*/ 1266687 w 11269336"/>
              <a:gd name="connsiteY247" fmla="*/ 2212688 h 2323145"/>
              <a:gd name="connsiteX248" fmla="*/ 1239614 w 11269336"/>
              <a:gd name="connsiteY248" fmla="*/ 2209727 h 2323145"/>
              <a:gd name="connsiteX249" fmla="*/ 1202436 w 11269336"/>
              <a:gd name="connsiteY249" fmla="*/ 2209817 h 2323145"/>
              <a:gd name="connsiteX250" fmla="*/ 1136097 w 11269336"/>
              <a:gd name="connsiteY250" fmla="*/ 2205112 h 2323145"/>
              <a:gd name="connsiteX251" fmla="*/ 988232 w 11269336"/>
              <a:gd name="connsiteY251" fmla="*/ 2235635 h 2323145"/>
              <a:gd name="connsiteX252" fmla="*/ 981959 w 11269336"/>
              <a:gd name="connsiteY252" fmla="*/ 2231607 h 2323145"/>
              <a:gd name="connsiteX253" fmla="*/ 938600 w 11269336"/>
              <a:gd name="connsiteY253" fmla="*/ 2238113 h 2323145"/>
              <a:gd name="connsiteX254" fmla="*/ 791788 w 11269336"/>
              <a:gd name="connsiteY254" fmla="*/ 2293224 h 2323145"/>
              <a:gd name="connsiteX255" fmla="*/ 706914 w 11269336"/>
              <a:gd name="connsiteY255" fmla="*/ 2305046 h 2323145"/>
              <a:gd name="connsiteX256" fmla="*/ 675971 w 11269336"/>
              <a:gd name="connsiteY256" fmla="*/ 2304030 h 2323145"/>
              <a:gd name="connsiteX257" fmla="*/ 624180 w 11269336"/>
              <a:gd name="connsiteY257" fmla="*/ 2302650 h 2323145"/>
              <a:gd name="connsiteX258" fmla="*/ 583453 w 11269336"/>
              <a:gd name="connsiteY258" fmla="*/ 2288788 h 2323145"/>
              <a:gd name="connsiteX259" fmla="*/ 540946 w 11269336"/>
              <a:gd name="connsiteY259" fmla="*/ 2292721 h 2323145"/>
              <a:gd name="connsiteX260" fmla="*/ 533680 w 11269336"/>
              <a:gd name="connsiteY260" fmla="*/ 2310233 h 2323145"/>
              <a:gd name="connsiteX261" fmla="*/ 487366 w 11269336"/>
              <a:gd name="connsiteY261" fmla="*/ 2309053 h 2323145"/>
              <a:gd name="connsiteX262" fmla="*/ 416820 w 11269336"/>
              <a:gd name="connsiteY262" fmla="*/ 2305443 h 2323145"/>
              <a:gd name="connsiteX263" fmla="*/ 376805 w 11269336"/>
              <a:gd name="connsiteY263" fmla="*/ 2307647 h 2323145"/>
              <a:gd name="connsiteX264" fmla="*/ 266777 w 11269336"/>
              <a:gd name="connsiteY264" fmla="*/ 2309012 h 2323145"/>
              <a:gd name="connsiteX265" fmla="*/ 156013 w 11269336"/>
              <a:gd name="connsiteY265" fmla="*/ 2306832 h 2323145"/>
              <a:gd name="connsiteX266" fmla="*/ 87258 w 11269336"/>
              <a:gd name="connsiteY266" fmla="*/ 2285511 h 2323145"/>
              <a:gd name="connsiteX267" fmla="*/ 23798 w 11269336"/>
              <a:gd name="connsiteY267" fmla="*/ 2281822 h 2323145"/>
              <a:gd name="connsiteX268" fmla="*/ 0 w 11269336"/>
              <a:gd name="connsiteY268" fmla="*/ 2285369 h 2323145"/>
              <a:gd name="connsiteX269" fmla="*/ 0 w 11269336"/>
              <a:gd name="connsiteY269"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742561 w 11269336"/>
              <a:gd name="connsiteY18" fmla="*/ 500437 h 2323145"/>
              <a:gd name="connsiteX19" fmla="*/ 9561831 w 11269336"/>
              <a:gd name="connsiteY19" fmla="*/ 547649 h 2323145"/>
              <a:gd name="connsiteX20" fmla="*/ 9380600 w 11269336"/>
              <a:gd name="connsiteY20" fmla="*/ 549821 h 2323145"/>
              <a:gd name="connsiteX21" fmla="*/ 9139429 w 11269336"/>
              <a:gd name="connsiteY21" fmla="*/ 696446 h 2323145"/>
              <a:gd name="connsiteX22" fmla="*/ 9114263 w 11269336"/>
              <a:gd name="connsiteY22" fmla="*/ 709213 h 2323145"/>
              <a:gd name="connsiteX23" fmla="*/ 9028928 w 11269336"/>
              <a:gd name="connsiteY23" fmla="*/ 745350 h 2323145"/>
              <a:gd name="connsiteX24" fmla="*/ 8977138 w 11269336"/>
              <a:gd name="connsiteY24" fmla="*/ 774970 h 2323145"/>
              <a:gd name="connsiteX25" fmla="*/ 8947030 w 11269336"/>
              <a:gd name="connsiteY25" fmla="*/ 814934 h 2323145"/>
              <a:gd name="connsiteX26" fmla="*/ 8914746 w 11269336"/>
              <a:gd name="connsiteY26" fmla="*/ 826428 h 2323145"/>
              <a:gd name="connsiteX27" fmla="*/ 8917778 w 11269336"/>
              <a:gd name="connsiteY27" fmla="*/ 835198 h 2323145"/>
              <a:gd name="connsiteX28" fmla="*/ 8905560 w 11269336"/>
              <a:gd name="connsiteY28" fmla="*/ 838358 h 2323145"/>
              <a:gd name="connsiteX29" fmla="*/ 8897564 w 11269336"/>
              <a:gd name="connsiteY29" fmla="*/ 834287 h 2323145"/>
              <a:gd name="connsiteX30" fmla="*/ 8878040 w 11269336"/>
              <a:gd name="connsiteY30" fmla="*/ 844150 h 2323145"/>
              <a:gd name="connsiteX31" fmla="*/ 8882654 w 11269336"/>
              <a:gd name="connsiteY31" fmla="*/ 892768 h 2323145"/>
              <a:gd name="connsiteX32" fmla="*/ 8837498 w 11269336"/>
              <a:gd name="connsiteY32" fmla="*/ 885664 h 2323145"/>
              <a:gd name="connsiteX33" fmla="*/ 8795998 w 11269336"/>
              <a:gd name="connsiteY33" fmla="*/ 863337 h 2323145"/>
              <a:gd name="connsiteX34" fmla="*/ 8776970 w 11269336"/>
              <a:gd name="connsiteY34" fmla="*/ 885177 h 2323145"/>
              <a:gd name="connsiteX35" fmla="*/ 8755719 w 11269336"/>
              <a:gd name="connsiteY35" fmla="*/ 889754 h 2323145"/>
              <a:gd name="connsiteX36" fmla="*/ 8743257 w 11269336"/>
              <a:gd name="connsiteY36" fmla="*/ 904723 h 2323145"/>
              <a:gd name="connsiteX37" fmla="*/ 8721366 w 11269336"/>
              <a:gd name="connsiteY37" fmla="*/ 904711 h 2323145"/>
              <a:gd name="connsiteX38" fmla="*/ 8678353 w 11269336"/>
              <a:gd name="connsiteY38" fmla="*/ 926318 h 2323145"/>
              <a:gd name="connsiteX39" fmla="*/ 8636849 w 11269336"/>
              <a:gd name="connsiteY39" fmla="*/ 937900 h 2323145"/>
              <a:gd name="connsiteX40" fmla="*/ 8620213 w 11269336"/>
              <a:gd name="connsiteY40" fmla="*/ 943068 h 2323145"/>
              <a:gd name="connsiteX41" fmla="*/ 8612581 w 11269336"/>
              <a:gd name="connsiteY41" fmla="*/ 952695 h 2323145"/>
              <a:gd name="connsiteX42" fmla="*/ 8589038 w 11269336"/>
              <a:gd name="connsiteY42" fmla="*/ 963892 h 2323145"/>
              <a:gd name="connsiteX43" fmla="*/ 8579950 w 11269336"/>
              <a:gd name="connsiteY43" fmla="*/ 960899 h 2323145"/>
              <a:gd name="connsiteX44" fmla="*/ 8579319 w 11269336"/>
              <a:gd name="connsiteY44" fmla="*/ 965630 h 2323145"/>
              <a:gd name="connsiteX45" fmla="*/ 8547429 w 11269336"/>
              <a:gd name="connsiteY45" fmla="*/ 984506 h 2323145"/>
              <a:gd name="connsiteX46" fmla="*/ 8478704 w 11269336"/>
              <a:gd name="connsiteY46" fmla="*/ 1025490 h 2323145"/>
              <a:gd name="connsiteX47" fmla="*/ 8461421 w 11269336"/>
              <a:gd name="connsiteY47" fmla="*/ 1035512 h 2323145"/>
              <a:gd name="connsiteX48" fmla="*/ 8445003 w 11269336"/>
              <a:gd name="connsiteY48" fmla="*/ 1036851 h 2323145"/>
              <a:gd name="connsiteX49" fmla="*/ 8357350 w 11269336"/>
              <a:gd name="connsiteY49" fmla="*/ 1060213 h 2323145"/>
              <a:gd name="connsiteX50" fmla="*/ 8335565 w 11269336"/>
              <a:gd name="connsiteY50" fmla="*/ 1061151 h 2323145"/>
              <a:gd name="connsiteX51" fmla="*/ 8325267 w 11269336"/>
              <a:gd name="connsiteY51" fmla="*/ 1055919 h 2323145"/>
              <a:gd name="connsiteX52" fmla="*/ 8293586 w 11269336"/>
              <a:gd name="connsiteY52" fmla="*/ 1076144 h 2323145"/>
              <a:gd name="connsiteX53" fmla="*/ 8242405 w 11269336"/>
              <a:gd name="connsiteY53" fmla="*/ 1095960 h 2323145"/>
              <a:gd name="connsiteX54" fmla="*/ 8197391 w 11269336"/>
              <a:gd name="connsiteY54" fmla="*/ 1107746 h 2323145"/>
              <a:gd name="connsiteX55" fmla="*/ 8081474 w 11269336"/>
              <a:gd name="connsiteY55" fmla="*/ 1130125 h 2323145"/>
              <a:gd name="connsiteX56" fmla="*/ 8053585 w 11269336"/>
              <a:gd name="connsiteY56" fmla="*/ 1129169 h 2323145"/>
              <a:gd name="connsiteX57" fmla="*/ 8038422 w 11269336"/>
              <a:gd name="connsiteY57" fmla="*/ 1119092 h 2323145"/>
              <a:gd name="connsiteX58" fmla="*/ 8029450 w 11269336"/>
              <a:gd name="connsiteY58" fmla="*/ 1125592 h 2323145"/>
              <a:gd name="connsiteX59" fmla="*/ 7959552 w 11269336"/>
              <a:gd name="connsiteY59" fmla="*/ 1140188 h 2323145"/>
              <a:gd name="connsiteX60" fmla="*/ 7914188 w 11269336"/>
              <a:gd name="connsiteY60" fmla="*/ 1150862 h 2323145"/>
              <a:gd name="connsiteX61" fmla="*/ 7914918 w 11269336"/>
              <a:gd name="connsiteY61" fmla="*/ 1168758 h 2323145"/>
              <a:gd name="connsiteX62" fmla="*/ 7875510 w 11269336"/>
              <a:gd name="connsiteY62" fmla="*/ 1183153 h 2323145"/>
              <a:gd name="connsiteX63" fmla="*/ 7829932 w 11269336"/>
              <a:gd name="connsiteY63" fmla="*/ 1180782 h 2323145"/>
              <a:gd name="connsiteX64" fmla="*/ 7779182 w 11269336"/>
              <a:gd name="connsiteY64" fmla="*/ 1192665 h 2323145"/>
              <a:gd name="connsiteX65" fmla="*/ 7748774 w 11269336"/>
              <a:gd name="connsiteY65" fmla="*/ 1199586 h 2323145"/>
              <a:gd name="connsiteX66" fmla="*/ 7671846 w 11269336"/>
              <a:gd name="connsiteY66" fmla="*/ 1231966 h 2323145"/>
              <a:gd name="connsiteX67" fmla="*/ 7554146 w 11269336"/>
              <a:gd name="connsiteY67" fmla="*/ 1319748 h 2323145"/>
              <a:gd name="connsiteX68" fmla="*/ 7515052 w 11269336"/>
              <a:gd name="connsiteY68" fmla="*/ 1336718 h 2323145"/>
              <a:gd name="connsiteX69" fmla="*/ 7507193 w 11269336"/>
              <a:gd name="connsiteY69" fmla="*/ 1334617 h 2323145"/>
              <a:gd name="connsiteX70" fmla="*/ 7461694 w 11269336"/>
              <a:gd name="connsiteY70" fmla="*/ 1375866 h 2323145"/>
              <a:gd name="connsiteX71" fmla="*/ 7377571 w 11269336"/>
              <a:gd name="connsiteY71" fmla="*/ 1400128 h 2323145"/>
              <a:gd name="connsiteX72" fmla="*/ 7311261 w 11269336"/>
              <a:gd name="connsiteY72" fmla="*/ 1412652 h 2323145"/>
              <a:gd name="connsiteX73" fmla="*/ 7275307 w 11269336"/>
              <a:gd name="connsiteY73" fmla="*/ 1422171 h 2323145"/>
              <a:gd name="connsiteX74" fmla="*/ 7247783 w 11269336"/>
              <a:gd name="connsiteY74" fmla="*/ 1426330 h 2323145"/>
              <a:gd name="connsiteX75" fmla="*/ 7185047 w 11269336"/>
              <a:gd name="connsiteY75" fmla="*/ 1451812 h 2323145"/>
              <a:gd name="connsiteX76" fmla="*/ 7084117 w 11269336"/>
              <a:gd name="connsiteY76" fmla="*/ 1500281 h 2323145"/>
              <a:gd name="connsiteX77" fmla="*/ 7062011 w 11269336"/>
              <a:gd name="connsiteY77" fmla="*/ 1509183 h 2323145"/>
              <a:gd name="connsiteX78" fmla="*/ 7040555 w 11269336"/>
              <a:gd name="connsiteY78" fmla="*/ 1511207 h 2323145"/>
              <a:gd name="connsiteX79" fmla="*/ 7033438 w 11269336"/>
              <a:gd name="connsiteY79" fmla="*/ 1506772 h 2323145"/>
              <a:gd name="connsiteX80" fmla="*/ 7020886 w 11269336"/>
              <a:gd name="connsiteY80" fmla="*/ 1510764 h 2323145"/>
              <a:gd name="connsiteX81" fmla="*/ 7017033 w 11269336"/>
              <a:gd name="connsiteY81" fmla="*/ 1510650 h 2323145"/>
              <a:gd name="connsiteX82" fmla="*/ 6995460 w 11269336"/>
              <a:gd name="connsiteY82" fmla="*/ 1511173 h 2323145"/>
              <a:gd name="connsiteX83" fmla="*/ 6962144 w 11269336"/>
              <a:gd name="connsiteY83" fmla="*/ 1541508 h 2323145"/>
              <a:gd name="connsiteX84" fmla="*/ 6910674 w 11269336"/>
              <a:gd name="connsiteY84" fmla="*/ 1554793 h 2323145"/>
              <a:gd name="connsiteX85" fmla="*/ 6732152 w 11269336"/>
              <a:gd name="connsiteY85" fmla="*/ 1642538 h 2323145"/>
              <a:gd name="connsiteX86" fmla="*/ 6694106 w 11269336"/>
              <a:gd name="connsiteY86" fmla="*/ 1632377 h 2323145"/>
              <a:gd name="connsiteX87" fmla="*/ 6617223 w 11269336"/>
              <a:gd name="connsiteY87" fmla="*/ 1659889 h 2323145"/>
              <a:gd name="connsiteX88" fmla="*/ 6521138 w 11269336"/>
              <a:gd name="connsiteY88" fmla="*/ 1744340 h 2323145"/>
              <a:gd name="connsiteX89" fmla="*/ 6380677 w 11269336"/>
              <a:gd name="connsiteY89" fmla="*/ 1796883 h 2323145"/>
              <a:gd name="connsiteX90" fmla="*/ 6374897 w 11269336"/>
              <a:gd name="connsiteY90" fmla="*/ 1809910 h 2323145"/>
              <a:gd name="connsiteX91" fmla="*/ 6364545 w 11269336"/>
              <a:gd name="connsiteY91" fmla="*/ 1820090 h 2323145"/>
              <a:gd name="connsiteX92" fmla="*/ 6362126 w 11269336"/>
              <a:gd name="connsiteY92" fmla="*/ 1819991 h 2323145"/>
              <a:gd name="connsiteX93" fmla="*/ 6346673 w 11269336"/>
              <a:gd name="connsiteY93" fmla="*/ 1827824 h 2323145"/>
              <a:gd name="connsiteX94" fmla="*/ 6345588 w 11269336"/>
              <a:gd name="connsiteY94" fmla="*/ 1832232 h 2323145"/>
              <a:gd name="connsiteX95" fmla="*/ 6335708 w 11269336"/>
              <a:gd name="connsiteY95" fmla="*/ 1838451 h 2323145"/>
              <a:gd name="connsiteX96" fmla="*/ 6318182 w 11269336"/>
              <a:gd name="connsiteY96" fmla="*/ 1852975 h 2323145"/>
              <a:gd name="connsiteX97" fmla="*/ 6313084 w 11269336"/>
              <a:gd name="connsiteY97" fmla="*/ 1853561 h 2323145"/>
              <a:gd name="connsiteX98" fmla="*/ 6283816 w 11269336"/>
              <a:gd name="connsiteY98" fmla="*/ 1872148 h 2323145"/>
              <a:gd name="connsiteX99" fmla="*/ 6282550 w 11269336"/>
              <a:gd name="connsiteY99" fmla="*/ 1871392 h 2323145"/>
              <a:gd name="connsiteX100" fmla="*/ 6270527 w 11269336"/>
              <a:gd name="connsiteY100" fmla="*/ 1872208 h 2323145"/>
              <a:gd name="connsiteX101" fmla="*/ 6249518 w 11269336"/>
              <a:gd name="connsiteY101" fmla="*/ 1876079 h 2323145"/>
              <a:gd name="connsiteX102" fmla="*/ 6190386 w 11269336"/>
              <a:gd name="connsiteY102" fmla="*/ 1872478 h 2323145"/>
              <a:gd name="connsiteX103" fmla="*/ 6159777 w 11269336"/>
              <a:gd name="connsiteY103" fmla="*/ 1891745 h 2323145"/>
              <a:gd name="connsiteX104" fmla="*/ 6153131 w 11269336"/>
              <a:gd name="connsiteY104" fmla="*/ 1895079 h 2323145"/>
              <a:gd name="connsiteX105" fmla="*/ 6152798 w 11269336"/>
              <a:gd name="connsiteY105" fmla="*/ 1894920 h 2323145"/>
              <a:gd name="connsiteX106" fmla="*/ 6145388 w 11269336"/>
              <a:gd name="connsiteY106" fmla="*/ 1897990 h 2323145"/>
              <a:gd name="connsiteX107" fmla="*/ 6141014 w 11269336"/>
              <a:gd name="connsiteY107" fmla="*/ 1901155 h 2323145"/>
              <a:gd name="connsiteX108" fmla="*/ 6128122 w 11269336"/>
              <a:gd name="connsiteY108" fmla="*/ 1907623 h 2323145"/>
              <a:gd name="connsiteX109" fmla="*/ 6122351 w 11269336"/>
              <a:gd name="connsiteY109" fmla="*/ 1908359 h 2323145"/>
              <a:gd name="connsiteX110" fmla="*/ 6064750 w 11269336"/>
              <a:gd name="connsiteY110" fmla="*/ 1896394 h 2323145"/>
              <a:gd name="connsiteX111" fmla="*/ 5964230 w 11269336"/>
              <a:gd name="connsiteY111" fmla="*/ 1910038 h 2323145"/>
              <a:gd name="connsiteX112" fmla="*/ 5865399 w 11269336"/>
              <a:gd name="connsiteY112" fmla="*/ 1926966 h 2323145"/>
              <a:gd name="connsiteX113" fmla="*/ 5829951 w 11269336"/>
              <a:gd name="connsiteY113" fmla="*/ 1934755 h 2323145"/>
              <a:gd name="connsiteX114" fmla="*/ 5765285 w 11269336"/>
              <a:gd name="connsiteY114" fmla="*/ 1941322 h 2323145"/>
              <a:gd name="connsiteX115" fmla="*/ 5734750 w 11269336"/>
              <a:gd name="connsiteY115" fmla="*/ 1939793 h 2323145"/>
              <a:gd name="connsiteX116" fmla="*/ 5733569 w 11269336"/>
              <a:gd name="connsiteY116" fmla="*/ 1940505 h 2323145"/>
              <a:gd name="connsiteX117" fmla="*/ 5730329 w 11269336"/>
              <a:gd name="connsiteY117" fmla="*/ 1937845 h 2323145"/>
              <a:gd name="connsiteX118" fmla="*/ 5724661 w 11269336"/>
              <a:gd name="connsiteY118" fmla="*/ 1937455 h 2323145"/>
              <a:gd name="connsiteX119" fmla="*/ 5710186 w 11269336"/>
              <a:gd name="connsiteY119" fmla="*/ 1941370 h 2323145"/>
              <a:gd name="connsiteX120" fmla="*/ 5704910 w 11269336"/>
              <a:gd name="connsiteY120" fmla="*/ 1943663 h 2323145"/>
              <a:gd name="connsiteX121" fmla="*/ 5696836 w 11269336"/>
              <a:gd name="connsiteY121" fmla="*/ 1945271 h 2323145"/>
              <a:gd name="connsiteX122" fmla="*/ 5696583 w 11269336"/>
              <a:gd name="connsiteY122" fmla="*/ 1945050 h 2323145"/>
              <a:gd name="connsiteX123" fmla="*/ 5689123 w 11269336"/>
              <a:gd name="connsiteY123" fmla="*/ 1947067 h 2323145"/>
              <a:gd name="connsiteX124" fmla="*/ 5653291 w 11269336"/>
              <a:gd name="connsiteY124" fmla="*/ 1960245 h 2323145"/>
              <a:gd name="connsiteX125" fmla="*/ 5599385 w 11269336"/>
              <a:gd name="connsiteY125" fmla="*/ 1945198 h 2323145"/>
              <a:gd name="connsiteX126" fmla="*/ 5578300 w 11269336"/>
              <a:gd name="connsiteY126" fmla="*/ 1944963 h 2323145"/>
              <a:gd name="connsiteX127" fmla="*/ 5566758 w 11269336"/>
              <a:gd name="connsiteY127" fmla="*/ 1943441 h 2323145"/>
              <a:gd name="connsiteX128" fmla="*/ 5565857 w 11269336"/>
              <a:gd name="connsiteY128" fmla="*/ 1942445 h 2323145"/>
              <a:gd name="connsiteX129" fmla="*/ 5531534 w 11269336"/>
              <a:gd name="connsiteY129" fmla="*/ 1955208 h 2323145"/>
              <a:gd name="connsiteX130" fmla="*/ 5526552 w 11269336"/>
              <a:gd name="connsiteY130" fmla="*/ 1954799 h 2323145"/>
              <a:gd name="connsiteX131" fmla="*/ 5504723 w 11269336"/>
              <a:gd name="connsiteY131" fmla="*/ 1965811 h 2323145"/>
              <a:gd name="connsiteX132" fmla="*/ 5493156 w 11269336"/>
              <a:gd name="connsiteY132" fmla="*/ 1970063 h 2323145"/>
              <a:gd name="connsiteX133" fmla="*/ 5490486 w 11269336"/>
              <a:gd name="connsiteY133" fmla="*/ 1974227 h 2323145"/>
              <a:gd name="connsiteX134" fmla="*/ 5473107 w 11269336"/>
              <a:gd name="connsiteY134" fmla="*/ 1979001 h 2323145"/>
              <a:gd name="connsiteX135" fmla="*/ 5470885 w 11269336"/>
              <a:gd name="connsiteY135" fmla="*/ 1978432 h 2323145"/>
              <a:gd name="connsiteX136" fmla="*/ 5457393 w 11269336"/>
              <a:gd name="connsiteY136" fmla="*/ 1986525 h 2323145"/>
              <a:gd name="connsiteX137" fmla="*/ 5447102 w 11269336"/>
              <a:gd name="connsiteY137" fmla="*/ 1998329 h 2323145"/>
              <a:gd name="connsiteX138" fmla="*/ 5159151 w 11269336"/>
              <a:gd name="connsiteY138" fmla="*/ 2029640 h 2323145"/>
              <a:gd name="connsiteX139" fmla="*/ 5041688 w 11269336"/>
              <a:gd name="connsiteY139" fmla="*/ 2022334 h 2323145"/>
              <a:gd name="connsiteX140" fmla="*/ 4860988 w 11269336"/>
              <a:gd name="connsiteY140" fmla="*/ 2135698 h 2323145"/>
              <a:gd name="connsiteX141" fmla="*/ 4807902 w 11269336"/>
              <a:gd name="connsiteY141" fmla="*/ 2138894 h 2323145"/>
              <a:gd name="connsiteX142" fmla="*/ 4765388 w 11269336"/>
              <a:gd name="connsiteY142" fmla="*/ 2162525 h 2323145"/>
              <a:gd name="connsiteX143" fmla="*/ 4745033 w 11269336"/>
              <a:gd name="connsiteY143" fmla="*/ 2158859 h 2323145"/>
              <a:gd name="connsiteX144" fmla="*/ 4741475 w 11269336"/>
              <a:gd name="connsiteY144" fmla="*/ 2157998 h 2323145"/>
              <a:gd name="connsiteX145" fmla="*/ 4728247 w 11269336"/>
              <a:gd name="connsiteY145" fmla="*/ 2159526 h 2323145"/>
              <a:gd name="connsiteX146" fmla="*/ 4723263 w 11269336"/>
              <a:gd name="connsiteY146" fmla="*/ 2153742 h 2323145"/>
              <a:gd name="connsiteX147" fmla="*/ 4702453 w 11269336"/>
              <a:gd name="connsiteY147" fmla="*/ 2151586 h 2323145"/>
              <a:gd name="connsiteX148" fmla="*/ 4678455 w 11269336"/>
              <a:gd name="connsiteY148" fmla="*/ 2156131 h 2323145"/>
              <a:gd name="connsiteX149" fmla="*/ 4593061 w 11269336"/>
              <a:gd name="connsiteY149" fmla="*/ 2171597 h 2323145"/>
              <a:gd name="connsiteX150" fmla="*/ 4579902 w 11269336"/>
              <a:gd name="connsiteY150" fmla="*/ 2177927 h 2323145"/>
              <a:gd name="connsiteX151" fmla="*/ 4533444 w 11269336"/>
              <a:gd name="connsiteY151" fmla="*/ 2181200 h 2323145"/>
              <a:gd name="connsiteX152" fmla="*/ 4492832 w 11269336"/>
              <a:gd name="connsiteY152" fmla="*/ 2188033 h 2323145"/>
              <a:gd name="connsiteX153" fmla="*/ 4467257 w 11269336"/>
              <a:gd name="connsiteY153" fmla="*/ 2196121 h 2323145"/>
              <a:gd name="connsiteX154" fmla="*/ 4459937 w 11269336"/>
              <a:gd name="connsiteY154" fmla="*/ 2195182 h 2323145"/>
              <a:gd name="connsiteX155" fmla="*/ 4433312 w 11269336"/>
              <a:gd name="connsiteY155" fmla="*/ 2199004 h 2323145"/>
              <a:gd name="connsiteX156" fmla="*/ 4420601 w 11269336"/>
              <a:gd name="connsiteY156" fmla="*/ 2205158 h 2323145"/>
              <a:gd name="connsiteX157" fmla="*/ 4405765 w 11269336"/>
              <a:gd name="connsiteY157" fmla="*/ 2199902 h 2323145"/>
              <a:gd name="connsiteX158" fmla="*/ 4401354 w 11269336"/>
              <a:gd name="connsiteY158" fmla="*/ 2194745 h 2323145"/>
              <a:gd name="connsiteX159" fmla="*/ 4383151 w 11269336"/>
              <a:gd name="connsiteY159" fmla="*/ 2201140 h 2323145"/>
              <a:gd name="connsiteX160" fmla="*/ 4366646 w 11269336"/>
              <a:gd name="connsiteY160" fmla="*/ 2198564 h 2323145"/>
              <a:gd name="connsiteX161" fmla="*/ 4354009 w 11269336"/>
              <a:gd name="connsiteY161" fmla="*/ 2204984 h 2323145"/>
              <a:gd name="connsiteX162" fmla="*/ 4348284 w 11269336"/>
              <a:gd name="connsiteY162" fmla="*/ 2205270 h 2323145"/>
              <a:gd name="connsiteX163" fmla="*/ 4333906 w 11269336"/>
              <a:gd name="connsiteY163" fmla="*/ 2205251 h 2323145"/>
              <a:gd name="connsiteX164" fmla="*/ 4308819 w 11269336"/>
              <a:gd name="connsiteY164" fmla="*/ 2203822 h 2323145"/>
              <a:gd name="connsiteX165" fmla="*/ 4301210 w 11269336"/>
              <a:gd name="connsiteY165" fmla="*/ 2204456 h 2323145"/>
              <a:gd name="connsiteX166" fmla="*/ 4283095 w 11269336"/>
              <a:gd name="connsiteY166" fmla="*/ 2198177 h 2323145"/>
              <a:gd name="connsiteX167" fmla="*/ 4250119 w 11269336"/>
              <a:gd name="connsiteY167" fmla="*/ 2196342 h 2323145"/>
              <a:gd name="connsiteX168" fmla="*/ 4189203 w 11269336"/>
              <a:gd name="connsiteY168" fmla="*/ 2178994 h 2323145"/>
              <a:gd name="connsiteX169" fmla="*/ 4154035 w 11269336"/>
              <a:gd name="connsiteY169" fmla="*/ 2171950 h 2323145"/>
              <a:gd name="connsiteX170" fmla="*/ 4129569 w 11269336"/>
              <a:gd name="connsiteY170" fmla="*/ 2163850 h 2323145"/>
              <a:gd name="connsiteX171" fmla="*/ 4061250 w 11269336"/>
              <a:gd name="connsiteY171" fmla="*/ 2159236 h 2323145"/>
              <a:gd name="connsiteX172" fmla="*/ 3945480 w 11269336"/>
              <a:gd name="connsiteY172" fmla="*/ 2158279 h 2323145"/>
              <a:gd name="connsiteX173" fmla="*/ 3921468 w 11269336"/>
              <a:gd name="connsiteY173" fmla="*/ 2156588 h 2323145"/>
              <a:gd name="connsiteX174" fmla="*/ 3903348 w 11269336"/>
              <a:gd name="connsiteY174" fmla="*/ 2149220 h 2323145"/>
              <a:gd name="connsiteX175" fmla="*/ 3901342 w 11269336"/>
              <a:gd name="connsiteY175" fmla="*/ 2142355 h 2323145"/>
              <a:gd name="connsiteX176" fmla="*/ 3888539 w 11269336"/>
              <a:gd name="connsiteY176" fmla="*/ 2140476 h 2323145"/>
              <a:gd name="connsiteX177" fmla="*/ 3885662 w 11269336"/>
              <a:gd name="connsiteY177" fmla="*/ 2138740 h 2323145"/>
              <a:gd name="connsiteX178" fmla="*/ 3868627 w 11269336"/>
              <a:gd name="connsiteY178" fmla="*/ 2130023 h 2323145"/>
              <a:gd name="connsiteX179" fmla="*/ 3819177 w 11269336"/>
              <a:gd name="connsiteY179" fmla="*/ 2142111 h 2323145"/>
              <a:gd name="connsiteX180" fmla="*/ 3769100 w 11269336"/>
              <a:gd name="connsiteY180" fmla="*/ 2131731 h 2323145"/>
              <a:gd name="connsiteX181" fmla="*/ 3562752 w 11269336"/>
              <a:gd name="connsiteY181" fmla="*/ 2131785 h 2323145"/>
              <a:gd name="connsiteX182" fmla="*/ 3541402 w 11269336"/>
              <a:gd name="connsiteY182" fmla="*/ 2106821 h 2323145"/>
              <a:gd name="connsiteX183" fmla="*/ 3365341 w 11269336"/>
              <a:gd name="connsiteY183" fmla="*/ 2077638 h 2323145"/>
              <a:gd name="connsiteX184" fmla="*/ 3170922 w 11269336"/>
              <a:gd name="connsiteY184" fmla="*/ 2115957 h 2323145"/>
              <a:gd name="connsiteX185" fmla="*/ 3156256 w 11269336"/>
              <a:gd name="connsiteY185" fmla="*/ 2124773 h 2323145"/>
              <a:gd name="connsiteX186" fmla="*/ 3140298 w 11269336"/>
              <a:gd name="connsiteY186" fmla="*/ 2129182 h 2323145"/>
              <a:gd name="connsiteX187" fmla="*/ 3138514 w 11269336"/>
              <a:gd name="connsiteY187" fmla="*/ 2128069 h 2323145"/>
              <a:gd name="connsiteX188" fmla="*/ 3120467 w 11269336"/>
              <a:gd name="connsiteY188" fmla="*/ 2128281 h 2323145"/>
              <a:gd name="connsiteX189" fmla="*/ 3116175 w 11269336"/>
              <a:gd name="connsiteY189" fmla="*/ 2131633 h 2323145"/>
              <a:gd name="connsiteX190" fmla="*/ 3103685 w 11269336"/>
              <a:gd name="connsiteY190" fmla="*/ 2132814 h 2323145"/>
              <a:gd name="connsiteX191" fmla="*/ 3078794 w 11269336"/>
              <a:gd name="connsiteY191" fmla="*/ 2137935 h 2323145"/>
              <a:gd name="connsiteX192" fmla="*/ 3074407 w 11269336"/>
              <a:gd name="connsiteY192" fmla="*/ 2136274 h 2323145"/>
              <a:gd name="connsiteX193" fmla="*/ 3037285 w 11269336"/>
              <a:gd name="connsiteY193" fmla="*/ 2139919 h 2323145"/>
              <a:gd name="connsiteX194" fmla="*/ 3036901 w 11269336"/>
              <a:gd name="connsiteY194" fmla="*/ 2138726 h 2323145"/>
              <a:gd name="connsiteX195" fmla="*/ 3026996 w 11269336"/>
              <a:gd name="connsiteY195" fmla="*/ 2134322 h 2323145"/>
              <a:gd name="connsiteX196" fmla="*/ 3007772 w 11269336"/>
              <a:gd name="connsiteY196" fmla="*/ 2128742 h 2323145"/>
              <a:gd name="connsiteX197" fmla="*/ 2965030 w 11269336"/>
              <a:gd name="connsiteY197" fmla="*/ 2100494 h 2323145"/>
              <a:gd name="connsiteX198" fmla="*/ 2926342 w 11269336"/>
              <a:gd name="connsiteY198" fmla="*/ 2104155 h 2323145"/>
              <a:gd name="connsiteX199" fmla="*/ 2918608 w 11269336"/>
              <a:gd name="connsiteY199" fmla="*/ 2104215 h 2323145"/>
              <a:gd name="connsiteX200" fmla="*/ 2918475 w 11269336"/>
              <a:gd name="connsiteY200" fmla="*/ 2103937 h 2323145"/>
              <a:gd name="connsiteX201" fmla="*/ 2910360 w 11269336"/>
              <a:gd name="connsiteY201" fmla="*/ 2103444 h 2323145"/>
              <a:gd name="connsiteX202" fmla="*/ 2904507 w 11269336"/>
              <a:gd name="connsiteY202" fmla="*/ 2104326 h 2323145"/>
              <a:gd name="connsiteX203" fmla="*/ 2889503 w 11269336"/>
              <a:gd name="connsiteY203" fmla="*/ 2104443 h 2323145"/>
              <a:gd name="connsiteX204" fmla="*/ 2884480 w 11269336"/>
              <a:gd name="connsiteY204" fmla="*/ 2102626 h 2323145"/>
              <a:gd name="connsiteX205" fmla="*/ 2882689 w 11269336"/>
              <a:gd name="connsiteY205" fmla="*/ 2099228 h 2323145"/>
              <a:gd name="connsiteX206" fmla="*/ 2881291 w 11269336"/>
              <a:gd name="connsiteY206" fmla="*/ 2099618 h 2323145"/>
              <a:gd name="connsiteX207" fmla="*/ 2853979 w 11269336"/>
              <a:gd name="connsiteY207" fmla="*/ 2090388 h 2323145"/>
              <a:gd name="connsiteX208" fmla="*/ 2791790 w 11269336"/>
              <a:gd name="connsiteY208" fmla="*/ 2080332 h 2323145"/>
              <a:gd name="connsiteX209" fmla="*/ 2755844 w 11269336"/>
              <a:gd name="connsiteY209" fmla="*/ 2078874 h 2323145"/>
              <a:gd name="connsiteX210" fmla="*/ 2657742 w 11269336"/>
              <a:gd name="connsiteY210" fmla="*/ 2070179 h 2323145"/>
              <a:gd name="connsiteX211" fmla="*/ 2559549 w 11269336"/>
              <a:gd name="connsiteY211" fmla="*/ 2057873 h 2323145"/>
              <a:gd name="connsiteX212" fmla="*/ 2512054 w 11269336"/>
              <a:gd name="connsiteY212" fmla="*/ 2031671 h 2323145"/>
              <a:gd name="connsiteX213" fmla="*/ 2506437 w 11269336"/>
              <a:gd name="connsiteY213" fmla="*/ 2030918 h 2323145"/>
              <a:gd name="connsiteX214" fmla="*/ 2491752 w 11269336"/>
              <a:gd name="connsiteY214" fmla="*/ 2033906 h 2323145"/>
              <a:gd name="connsiteX215" fmla="*/ 2486338 w 11269336"/>
              <a:gd name="connsiteY215" fmla="*/ 2035862 h 2323145"/>
              <a:gd name="connsiteX216" fmla="*/ 2478186 w 11269336"/>
              <a:gd name="connsiteY216" fmla="*/ 2036953 h 2323145"/>
              <a:gd name="connsiteX217" fmla="*/ 2477950 w 11269336"/>
              <a:gd name="connsiteY217" fmla="*/ 2036715 h 2323145"/>
              <a:gd name="connsiteX218" fmla="*/ 2470381 w 11269336"/>
              <a:gd name="connsiteY218" fmla="*/ 2038256 h 2323145"/>
              <a:gd name="connsiteX219" fmla="*/ 2433781 w 11269336"/>
              <a:gd name="connsiteY219" fmla="*/ 2049140 h 2323145"/>
              <a:gd name="connsiteX220" fmla="*/ 2381172 w 11269336"/>
              <a:gd name="connsiteY220" fmla="*/ 2030645 h 2323145"/>
              <a:gd name="connsiteX221" fmla="*/ 2360198 w 11269336"/>
              <a:gd name="connsiteY221" fmla="*/ 2029059 h 2323145"/>
              <a:gd name="connsiteX222" fmla="*/ 2348815 w 11269336"/>
              <a:gd name="connsiteY222" fmla="*/ 2026798 h 2323145"/>
              <a:gd name="connsiteX223" fmla="*/ 2347988 w 11269336"/>
              <a:gd name="connsiteY223" fmla="*/ 2025745 h 2323145"/>
              <a:gd name="connsiteX224" fmla="*/ 2312920 w 11269336"/>
              <a:gd name="connsiteY224" fmla="*/ 2036311 h 2323145"/>
              <a:gd name="connsiteX225" fmla="*/ 2307986 w 11269336"/>
              <a:gd name="connsiteY225" fmla="*/ 2035583 h 2323145"/>
              <a:gd name="connsiteX226" fmla="*/ 2285481 w 11269336"/>
              <a:gd name="connsiteY226" fmla="*/ 2045197 h 2323145"/>
              <a:gd name="connsiteX227" fmla="*/ 2273666 w 11269336"/>
              <a:gd name="connsiteY227" fmla="*/ 2048710 h 2323145"/>
              <a:gd name="connsiteX228" fmla="*/ 2270719 w 11269336"/>
              <a:gd name="connsiteY228" fmla="*/ 2052702 h 2323145"/>
              <a:gd name="connsiteX229" fmla="*/ 2253080 w 11269336"/>
              <a:gd name="connsiteY229" fmla="*/ 2056363 h 2323145"/>
              <a:gd name="connsiteX230" fmla="*/ 2250906 w 11269336"/>
              <a:gd name="connsiteY230" fmla="*/ 2055654 h 2323145"/>
              <a:gd name="connsiteX231" fmla="*/ 2236905 w 11269336"/>
              <a:gd name="connsiteY231" fmla="*/ 2062882 h 2323145"/>
              <a:gd name="connsiteX232" fmla="*/ 2225830 w 11269336"/>
              <a:gd name="connsiteY232" fmla="*/ 2074027 h 2323145"/>
              <a:gd name="connsiteX233" fmla="*/ 2073776 w 11269336"/>
              <a:gd name="connsiteY233" fmla="*/ 2089244 h 2323145"/>
              <a:gd name="connsiteX234" fmla="*/ 1948256 w 11269336"/>
              <a:gd name="connsiteY234" fmla="*/ 2146616 h 2323145"/>
              <a:gd name="connsiteX235" fmla="*/ 1865582 w 11269336"/>
              <a:gd name="connsiteY235" fmla="*/ 2153738 h 2323145"/>
              <a:gd name="connsiteX236" fmla="*/ 1835210 w 11269336"/>
              <a:gd name="connsiteY236" fmla="*/ 2134244 h 2323145"/>
              <a:gd name="connsiteX237" fmla="*/ 1632661 w 11269336"/>
              <a:gd name="connsiteY237" fmla="*/ 2173882 h 2323145"/>
              <a:gd name="connsiteX238" fmla="*/ 1579590 w 11269336"/>
              <a:gd name="connsiteY238" fmla="*/ 2173680 h 2323145"/>
              <a:gd name="connsiteX239" fmla="*/ 1535601 w 11269336"/>
              <a:gd name="connsiteY239" fmla="*/ 2194590 h 2323145"/>
              <a:gd name="connsiteX240" fmla="*/ 1515594 w 11269336"/>
              <a:gd name="connsiteY240" fmla="*/ 2189622 h 2323145"/>
              <a:gd name="connsiteX241" fmla="*/ 1512113 w 11269336"/>
              <a:gd name="connsiteY241" fmla="*/ 2188534 h 2323145"/>
              <a:gd name="connsiteX242" fmla="*/ 1498838 w 11269336"/>
              <a:gd name="connsiteY242" fmla="*/ 2189213 h 2323145"/>
              <a:gd name="connsiteX243" fmla="*/ 1494279 w 11269336"/>
              <a:gd name="connsiteY243" fmla="*/ 2183112 h 2323145"/>
              <a:gd name="connsiteX244" fmla="*/ 1473714 w 11269336"/>
              <a:gd name="connsiteY244" fmla="*/ 2179625 h 2323145"/>
              <a:gd name="connsiteX245" fmla="*/ 1449503 w 11269336"/>
              <a:gd name="connsiteY245" fmla="*/ 2182633 h 2323145"/>
              <a:gd name="connsiteX246" fmla="*/ 1266687 w 11269336"/>
              <a:gd name="connsiteY246" fmla="*/ 2212688 h 2323145"/>
              <a:gd name="connsiteX247" fmla="*/ 1239614 w 11269336"/>
              <a:gd name="connsiteY247" fmla="*/ 2209727 h 2323145"/>
              <a:gd name="connsiteX248" fmla="*/ 1202436 w 11269336"/>
              <a:gd name="connsiteY248" fmla="*/ 2209817 h 2323145"/>
              <a:gd name="connsiteX249" fmla="*/ 1136097 w 11269336"/>
              <a:gd name="connsiteY249" fmla="*/ 2205112 h 2323145"/>
              <a:gd name="connsiteX250" fmla="*/ 988232 w 11269336"/>
              <a:gd name="connsiteY250" fmla="*/ 2235635 h 2323145"/>
              <a:gd name="connsiteX251" fmla="*/ 981959 w 11269336"/>
              <a:gd name="connsiteY251" fmla="*/ 2231607 h 2323145"/>
              <a:gd name="connsiteX252" fmla="*/ 938600 w 11269336"/>
              <a:gd name="connsiteY252" fmla="*/ 2238113 h 2323145"/>
              <a:gd name="connsiteX253" fmla="*/ 791788 w 11269336"/>
              <a:gd name="connsiteY253" fmla="*/ 2293224 h 2323145"/>
              <a:gd name="connsiteX254" fmla="*/ 706914 w 11269336"/>
              <a:gd name="connsiteY254" fmla="*/ 2305046 h 2323145"/>
              <a:gd name="connsiteX255" fmla="*/ 675971 w 11269336"/>
              <a:gd name="connsiteY255" fmla="*/ 2304030 h 2323145"/>
              <a:gd name="connsiteX256" fmla="*/ 624180 w 11269336"/>
              <a:gd name="connsiteY256" fmla="*/ 2302650 h 2323145"/>
              <a:gd name="connsiteX257" fmla="*/ 583453 w 11269336"/>
              <a:gd name="connsiteY257" fmla="*/ 2288788 h 2323145"/>
              <a:gd name="connsiteX258" fmla="*/ 540946 w 11269336"/>
              <a:gd name="connsiteY258" fmla="*/ 2292721 h 2323145"/>
              <a:gd name="connsiteX259" fmla="*/ 533680 w 11269336"/>
              <a:gd name="connsiteY259" fmla="*/ 2310233 h 2323145"/>
              <a:gd name="connsiteX260" fmla="*/ 487366 w 11269336"/>
              <a:gd name="connsiteY260" fmla="*/ 2309053 h 2323145"/>
              <a:gd name="connsiteX261" fmla="*/ 416820 w 11269336"/>
              <a:gd name="connsiteY261" fmla="*/ 2305443 h 2323145"/>
              <a:gd name="connsiteX262" fmla="*/ 376805 w 11269336"/>
              <a:gd name="connsiteY262" fmla="*/ 2307647 h 2323145"/>
              <a:gd name="connsiteX263" fmla="*/ 266777 w 11269336"/>
              <a:gd name="connsiteY263" fmla="*/ 2309012 h 2323145"/>
              <a:gd name="connsiteX264" fmla="*/ 156013 w 11269336"/>
              <a:gd name="connsiteY264" fmla="*/ 2306832 h 2323145"/>
              <a:gd name="connsiteX265" fmla="*/ 87258 w 11269336"/>
              <a:gd name="connsiteY265" fmla="*/ 2285511 h 2323145"/>
              <a:gd name="connsiteX266" fmla="*/ 23798 w 11269336"/>
              <a:gd name="connsiteY266" fmla="*/ 2281822 h 2323145"/>
              <a:gd name="connsiteX267" fmla="*/ 0 w 11269336"/>
              <a:gd name="connsiteY267" fmla="*/ 2285369 h 2323145"/>
              <a:gd name="connsiteX268" fmla="*/ 0 w 11269336"/>
              <a:gd name="connsiteY268"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742561 w 11269336"/>
              <a:gd name="connsiteY18" fmla="*/ 500437 h 2323145"/>
              <a:gd name="connsiteX19" fmla="*/ 9561831 w 11269336"/>
              <a:gd name="connsiteY19" fmla="*/ 547649 h 2323145"/>
              <a:gd name="connsiteX20" fmla="*/ 9380600 w 11269336"/>
              <a:gd name="connsiteY20" fmla="*/ 549821 h 2323145"/>
              <a:gd name="connsiteX21" fmla="*/ 9139429 w 11269336"/>
              <a:gd name="connsiteY21" fmla="*/ 696446 h 2323145"/>
              <a:gd name="connsiteX22" fmla="*/ 9114263 w 11269336"/>
              <a:gd name="connsiteY22" fmla="*/ 709213 h 2323145"/>
              <a:gd name="connsiteX23" fmla="*/ 9028928 w 11269336"/>
              <a:gd name="connsiteY23" fmla="*/ 745350 h 2323145"/>
              <a:gd name="connsiteX24" fmla="*/ 8977138 w 11269336"/>
              <a:gd name="connsiteY24" fmla="*/ 774970 h 2323145"/>
              <a:gd name="connsiteX25" fmla="*/ 8947030 w 11269336"/>
              <a:gd name="connsiteY25" fmla="*/ 814934 h 2323145"/>
              <a:gd name="connsiteX26" fmla="*/ 8914746 w 11269336"/>
              <a:gd name="connsiteY26" fmla="*/ 826428 h 2323145"/>
              <a:gd name="connsiteX27" fmla="*/ 8917778 w 11269336"/>
              <a:gd name="connsiteY27" fmla="*/ 835198 h 2323145"/>
              <a:gd name="connsiteX28" fmla="*/ 8905560 w 11269336"/>
              <a:gd name="connsiteY28" fmla="*/ 838358 h 2323145"/>
              <a:gd name="connsiteX29" fmla="*/ 8897564 w 11269336"/>
              <a:gd name="connsiteY29" fmla="*/ 834287 h 2323145"/>
              <a:gd name="connsiteX30" fmla="*/ 8878040 w 11269336"/>
              <a:gd name="connsiteY30" fmla="*/ 844150 h 2323145"/>
              <a:gd name="connsiteX31" fmla="*/ 8882654 w 11269336"/>
              <a:gd name="connsiteY31" fmla="*/ 892768 h 2323145"/>
              <a:gd name="connsiteX32" fmla="*/ 8795998 w 11269336"/>
              <a:gd name="connsiteY32" fmla="*/ 863337 h 2323145"/>
              <a:gd name="connsiteX33" fmla="*/ 8776970 w 11269336"/>
              <a:gd name="connsiteY33" fmla="*/ 885177 h 2323145"/>
              <a:gd name="connsiteX34" fmla="*/ 8755719 w 11269336"/>
              <a:gd name="connsiteY34" fmla="*/ 889754 h 2323145"/>
              <a:gd name="connsiteX35" fmla="*/ 8743257 w 11269336"/>
              <a:gd name="connsiteY35" fmla="*/ 904723 h 2323145"/>
              <a:gd name="connsiteX36" fmla="*/ 8721366 w 11269336"/>
              <a:gd name="connsiteY36" fmla="*/ 904711 h 2323145"/>
              <a:gd name="connsiteX37" fmla="*/ 8678353 w 11269336"/>
              <a:gd name="connsiteY37" fmla="*/ 926318 h 2323145"/>
              <a:gd name="connsiteX38" fmla="*/ 8636849 w 11269336"/>
              <a:gd name="connsiteY38" fmla="*/ 937900 h 2323145"/>
              <a:gd name="connsiteX39" fmla="*/ 8620213 w 11269336"/>
              <a:gd name="connsiteY39" fmla="*/ 943068 h 2323145"/>
              <a:gd name="connsiteX40" fmla="*/ 8612581 w 11269336"/>
              <a:gd name="connsiteY40" fmla="*/ 952695 h 2323145"/>
              <a:gd name="connsiteX41" fmla="*/ 8589038 w 11269336"/>
              <a:gd name="connsiteY41" fmla="*/ 963892 h 2323145"/>
              <a:gd name="connsiteX42" fmla="*/ 8579950 w 11269336"/>
              <a:gd name="connsiteY42" fmla="*/ 960899 h 2323145"/>
              <a:gd name="connsiteX43" fmla="*/ 8579319 w 11269336"/>
              <a:gd name="connsiteY43" fmla="*/ 965630 h 2323145"/>
              <a:gd name="connsiteX44" fmla="*/ 8547429 w 11269336"/>
              <a:gd name="connsiteY44" fmla="*/ 984506 h 2323145"/>
              <a:gd name="connsiteX45" fmla="*/ 8478704 w 11269336"/>
              <a:gd name="connsiteY45" fmla="*/ 1025490 h 2323145"/>
              <a:gd name="connsiteX46" fmla="*/ 8461421 w 11269336"/>
              <a:gd name="connsiteY46" fmla="*/ 1035512 h 2323145"/>
              <a:gd name="connsiteX47" fmla="*/ 8445003 w 11269336"/>
              <a:gd name="connsiteY47" fmla="*/ 1036851 h 2323145"/>
              <a:gd name="connsiteX48" fmla="*/ 8357350 w 11269336"/>
              <a:gd name="connsiteY48" fmla="*/ 1060213 h 2323145"/>
              <a:gd name="connsiteX49" fmla="*/ 8335565 w 11269336"/>
              <a:gd name="connsiteY49" fmla="*/ 1061151 h 2323145"/>
              <a:gd name="connsiteX50" fmla="*/ 8325267 w 11269336"/>
              <a:gd name="connsiteY50" fmla="*/ 1055919 h 2323145"/>
              <a:gd name="connsiteX51" fmla="*/ 8293586 w 11269336"/>
              <a:gd name="connsiteY51" fmla="*/ 1076144 h 2323145"/>
              <a:gd name="connsiteX52" fmla="*/ 8242405 w 11269336"/>
              <a:gd name="connsiteY52" fmla="*/ 1095960 h 2323145"/>
              <a:gd name="connsiteX53" fmla="*/ 8197391 w 11269336"/>
              <a:gd name="connsiteY53" fmla="*/ 1107746 h 2323145"/>
              <a:gd name="connsiteX54" fmla="*/ 8081474 w 11269336"/>
              <a:gd name="connsiteY54" fmla="*/ 1130125 h 2323145"/>
              <a:gd name="connsiteX55" fmla="*/ 8053585 w 11269336"/>
              <a:gd name="connsiteY55" fmla="*/ 1129169 h 2323145"/>
              <a:gd name="connsiteX56" fmla="*/ 8038422 w 11269336"/>
              <a:gd name="connsiteY56" fmla="*/ 1119092 h 2323145"/>
              <a:gd name="connsiteX57" fmla="*/ 8029450 w 11269336"/>
              <a:gd name="connsiteY57" fmla="*/ 1125592 h 2323145"/>
              <a:gd name="connsiteX58" fmla="*/ 7959552 w 11269336"/>
              <a:gd name="connsiteY58" fmla="*/ 1140188 h 2323145"/>
              <a:gd name="connsiteX59" fmla="*/ 7914188 w 11269336"/>
              <a:gd name="connsiteY59" fmla="*/ 1150862 h 2323145"/>
              <a:gd name="connsiteX60" fmla="*/ 7914918 w 11269336"/>
              <a:gd name="connsiteY60" fmla="*/ 1168758 h 2323145"/>
              <a:gd name="connsiteX61" fmla="*/ 7875510 w 11269336"/>
              <a:gd name="connsiteY61" fmla="*/ 1183153 h 2323145"/>
              <a:gd name="connsiteX62" fmla="*/ 7829932 w 11269336"/>
              <a:gd name="connsiteY62" fmla="*/ 1180782 h 2323145"/>
              <a:gd name="connsiteX63" fmla="*/ 7779182 w 11269336"/>
              <a:gd name="connsiteY63" fmla="*/ 1192665 h 2323145"/>
              <a:gd name="connsiteX64" fmla="*/ 7748774 w 11269336"/>
              <a:gd name="connsiteY64" fmla="*/ 1199586 h 2323145"/>
              <a:gd name="connsiteX65" fmla="*/ 7671846 w 11269336"/>
              <a:gd name="connsiteY65" fmla="*/ 1231966 h 2323145"/>
              <a:gd name="connsiteX66" fmla="*/ 7554146 w 11269336"/>
              <a:gd name="connsiteY66" fmla="*/ 1319748 h 2323145"/>
              <a:gd name="connsiteX67" fmla="*/ 7515052 w 11269336"/>
              <a:gd name="connsiteY67" fmla="*/ 1336718 h 2323145"/>
              <a:gd name="connsiteX68" fmla="*/ 7507193 w 11269336"/>
              <a:gd name="connsiteY68" fmla="*/ 1334617 h 2323145"/>
              <a:gd name="connsiteX69" fmla="*/ 7461694 w 11269336"/>
              <a:gd name="connsiteY69" fmla="*/ 1375866 h 2323145"/>
              <a:gd name="connsiteX70" fmla="*/ 7377571 w 11269336"/>
              <a:gd name="connsiteY70" fmla="*/ 1400128 h 2323145"/>
              <a:gd name="connsiteX71" fmla="*/ 7311261 w 11269336"/>
              <a:gd name="connsiteY71" fmla="*/ 1412652 h 2323145"/>
              <a:gd name="connsiteX72" fmla="*/ 7275307 w 11269336"/>
              <a:gd name="connsiteY72" fmla="*/ 1422171 h 2323145"/>
              <a:gd name="connsiteX73" fmla="*/ 7247783 w 11269336"/>
              <a:gd name="connsiteY73" fmla="*/ 1426330 h 2323145"/>
              <a:gd name="connsiteX74" fmla="*/ 7185047 w 11269336"/>
              <a:gd name="connsiteY74" fmla="*/ 1451812 h 2323145"/>
              <a:gd name="connsiteX75" fmla="*/ 7084117 w 11269336"/>
              <a:gd name="connsiteY75" fmla="*/ 1500281 h 2323145"/>
              <a:gd name="connsiteX76" fmla="*/ 7062011 w 11269336"/>
              <a:gd name="connsiteY76" fmla="*/ 1509183 h 2323145"/>
              <a:gd name="connsiteX77" fmla="*/ 7040555 w 11269336"/>
              <a:gd name="connsiteY77" fmla="*/ 1511207 h 2323145"/>
              <a:gd name="connsiteX78" fmla="*/ 7033438 w 11269336"/>
              <a:gd name="connsiteY78" fmla="*/ 1506772 h 2323145"/>
              <a:gd name="connsiteX79" fmla="*/ 7020886 w 11269336"/>
              <a:gd name="connsiteY79" fmla="*/ 1510764 h 2323145"/>
              <a:gd name="connsiteX80" fmla="*/ 7017033 w 11269336"/>
              <a:gd name="connsiteY80" fmla="*/ 1510650 h 2323145"/>
              <a:gd name="connsiteX81" fmla="*/ 6995460 w 11269336"/>
              <a:gd name="connsiteY81" fmla="*/ 1511173 h 2323145"/>
              <a:gd name="connsiteX82" fmla="*/ 6962144 w 11269336"/>
              <a:gd name="connsiteY82" fmla="*/ 1541508 h 2323145"/>
              <a:gd name="connsiteX83" fmla="*/ 6910674 w 11269336"/>
              <a:gd name="connsiteY83" fmla="*/ 1554793 h 2323145"/>
              <a:gd name="connsiteX84" fmla="*/ 6732152 w 11269336"/>
              <a:gd name="connsiteY84" fmla="*/ 1642538 h 2323145"/>
              <a:gd name="connsiteX85" fmla="*/ 6694106 w 11269336"/>
              <a:gd name="connsiteY85" fmla="*/ 1632377 h 2323145"/>
              <a:gd name="connsiteX86" fmla="*/ 6617223 w 11269336"/>
              <a:gd name="connsiteY86" fmla="*/ 1659889 h 2323145"/>
              <a:gd name="connsiteX87" fmla="*/ 6521138 w 11269336"/>
              <a:gd name="connsiteY87" fmla="*/ 1744340 h 2323145"/>
              <a:gd name="connsiteX88" fmla="*/ 6380677 w 11269336"/>
              <a:gd name="connsiteY88" fmla="*/ 1796883 h 2323145"/>
              <a:gd name="connsiteX89" fmla="*/ 6374897 w 11269336"/>
              <a:gd name="connsiteY89" fmla="*/ 1809910 h 2323145"/>
              <a:gd name="connsiteX90" fmla="*/ 6364545 w 11269336"/>
              <a:gd name="connsiteY90" fmla="*/ 1820090 h 2323145"/>
              <a:gd name="connsiteX91" fmla="*/ 6362126 w 11269336"/>
              <a:gd name="connsiteY91" fmla="*/ 1819991 h 2323145"/>
              <a:gd name="connsiteX92" fmla="*/ 6346673 w 11269336"/>
              <a:gd name="connsiteY92" fmla="*/ 1827824 h 2323145"/>
              <a:gd name="connsiteX93" fmla="*/ 6345588 w 11269336"/>
              <a:gd name="connsiteY93" fmla="*/ 1832232 h 2323145"/>
              <a:gd name="connsiteX94" fmla="*/ 6335708 w 11269336"/>
              <a:gd name="connsiteY94" fmla="*/ 1838451 h 2323145"/>
              <a:gd name="connsiteX95" fmla="*/ 6318182 w 11269336"/>
              <a:gd name="connsiteY95" fmla="*/ 1852975 h 2323145"/>
              <a:gd name="connsiteX96" fmla="*/ 6313084 w 11269336"/>
              <a:gd name="connsiteY96" fmla="*/ 1853561 h 2323145"/>
              <a:gd name="connsiteX97" fmla="*/ 6283816 w 11269336"/>
              <a:gd name="connsiteY97" fmla="*/ 1872148 h 2323145"/>
              <a:gd name="connsiteX98" fmla="*/ 6282550 w 11269336"/>
              <a:gd name="connsiteY98" fmla="*/ 1871392 h 2323145"/>
              <a:gd name="connsiteX99" fmla="*/ 6270527 w 11269336"/>
              <a:gd name="connsiteY99" fmla="*/ 1872208 h 2323145"/>
              <a:gd name="connsiteX100" fmla="*/ 6249518 w 11269336"/>
              <a:gd name="connsiteY100" fmla="*/ 1876079 h 2323145"/>
              <a:gd name="connsiteX101" fmla="*/ 6190386 w 11269336"/>
              <a:gd name="connsiteY101" fmla="*/ 1872478 h 2323145"/>
              <a:gd name="connsiteX102" fmla="*/ 6159777 w 11269336"/>
              <a:gd name="connsiteY102" fmla="*/ 1891745 h 2323145"/>
              <a:gd name="connsiteX103" fmla="*/ 6153131 w 11269336"/>
              <a:gd name="connsiteY103" fmla="*/ 1895079 h 2323145"/>
              <a:gd name="connsiteX104" fmla="*/ 6152798 w 11269336"/>
              <a:gd name="connsiteY104" fmla="*/ 1894920 h 2323145"/>
              <a:gd name="connsiteX105" fmla="*/ 6145388 w 11269336"/>
              <a:gd name="connsiteY105" fmla="*/ 1897990 h 2323145"/>
              <a:gd name="connsiteX106" fmla="*/ 6141014 w 11269336"/>
              <a:gd name="connsiteY106" fmla="*/ 1901155 h 2323145"/>
              <a:gd name="connsiteX107" fmla="*/ 6128122 w 11269336"/>
              <a:gd name="connsiteY107" fmla="*/ 1907623 h 2323145"/>
              <a:gd name="connsiteX108" fmla="*/ 6122351 w 11269336"/>
              <a:gd name="connsiteY108" fmla="*/ 1908359 h 2323145"/>
              <a:gd name="connsiteX109" fmla="*/ 6064750 w 11269336"/>
              <a:gd name="connsiteY109" fmla="*/ 1896394 h 2323145"/>
              <a:gd name="connsiteX110" fmla="*/ 5964230 w 11269336"/>
              <a:gd name="connsiteY110" fmla="*/ 1910038 h 2323145"/>
              <a:gd name="connsiteX111" fmla="*/ 5865399 w 11269336"/>
              <a:gd name="connsiteY111" fmla="*/ 1926966 h 2323145"/>
              <a:gd name="connsiteX112" fmla="*/ 5829951 w 11269336"/>
              <a:gd name="connsiteY112" fmla="*/ 1934755 h 2323145"/>
              <a:gd name="connsiteX113" fmla="*/ 5765285 w 11269336"/>
              <a:gd name="connsiteY113" fmla="*/ 1941322 h 2323145"/>
              <a:gd name="connsiteX114" fmla="*/ 5734750 w 11269336"/>
              <a:gd name="connsiteY114" fmla="*/ 1939793 h 2323145"/>
              <a:gd name="connsiteX115" fmla="*/ 5733569 w 11269336"/>
              <a:gd name="connsiteY115" fmla="*/ 1940505 h 2323145"/>
              <a:gd name="connsiteX116" fmla="*/ 5730329 w 11269336"/>
              <a:gd name="connsiteY116" fmla="*/ 1937845 h 2323145"/>
              <a:gd name="connsiteX117" fmla="*/ 5724661 w 11269336"/>
              <a:gd name="connsiteY117" fmla="*/ 1937455 h 2323145"/>
              <a:gd name="connsiteX118" fmla="*/ 5710186 w 11269336"/>
              <a:gd name="connsiteY118" fmla="*/ 1941370 h 2323145"/>
              <a:gd name="connsiteX119" fmla="*/ 5704910 w 11269336"/>
              <a:gd name="connsiteY119" fmla="*/ 1943663 h 2323145"/>
              <a:gd name="connsiteX120" fmla="*/ 5696836 w 11269336"/>
              <a:gd name="connsiteY120" fmla="*/ 1945271 h 2323145"/>
              <a:gd name="connsiteX121" fmla="*/ 5696583 w 11269336"/>
              <a:gd name="connsiteY121" fmla="*/ 1945050 h 2323145"/>
              <a:gd name="connsiteX122" fmla="*/ 5689123 w 11269336"/>
              <a:gd name="connsiteY122" fmla="*/ 1947067 h 2323145"/>
              <a:gd name="connsiteX123" fmla="*/ 5653291 w 11269336"/>
              <a:gd name="connsiteY123" fmla="*/ 1960245 h 2323145"/>
              <a:gd name="connsiteX124" fmla="*/ 5599385 w 11269336"/>
              <a:gd name="connsiteY124" fmla="*/ 1945198 h 2323145"/>
              <a:gd name="connsiteX125" fmla="*/ 5578300 w 11269336"/>
              <a:gd name="connsiteY125" fmla="*/ 1944963 h 2323145"/>
              <a:gd name="connsiteX126" fmla="*/ 5566758 w 11269336"/>
              <a:gd name="connsiteY126" fmla="*/ 1943441 h 2323145"/>
              <a:gd name="connsiteX127" fmla="*/ 5565857 w 11269336"/>
              <a:gd name="connsiteY127" fmla="*/ 1942445 h 2323145"/>
              <a:gd name="connsiteX128" fmla="*/ 5531534 w 11269336"/>
              <a:gd name="connsiteY128" fmla="*/ 1955208 h 2323145"/>
              <a:gd name="connsiteX129" fmla="*/ 5526552 w 11269336"/>
              <a:gd name="connsiteY129" fmla="*/ 1954799 h 2323145"/>
              <a:gd name="connsiteX130" fmla="*/ 5504723 w 11269336"/>
              <a:gd name="connsiteY130" fmla="*/ 1965811 h 2323145"/>
              <a:gd name="connsiteX131" fmla="*/ 5493156 w 11269336"/>
              <a:gd name="connsiteY131" fmla="*/ 1970063 h 2323145"/>
              <a:gd name="connsiteX132" fmla="*/ 5490486 w 11269336"/>
              <a:gd name="connsiteY132" fmla="*/ 1974227 h 2323145"/>
              <a:gd name="connsiteX133" fmla="*/ 5473107 w 11269336"/>
              <a:gd name="connsiteY133" fmla="*/ 1979001 h 2323145"/>
              <a:gd name="connsiteX134" fmla="*/ 5470885 w 11269336"/>
              <a:gd name="connsiteY134" fmla="*/ 1978432 h 2323145"/>
              <a:gd name="connsiteX135" fmla="*/ 5457393 w 11269336"/>
              <a:gd name="connsiteY135" fmla="*/ 1986525 h 2323145"/>
              <a:gd name="connsiteX136" fmla="*/ 5447102 w 11269336"/>
              <a:gd name="connsiteY136" fmla="*/ 1998329 h 2323145"/>
              <a:gd name="connsiteX137" fmla="*/ 5159151 w 11269336"/>
              <a:gd name="connsiteY137" fmla="*/ 2029640 h 2323145"/>
              <a:gd name="connsiteX138" fmla="*/ 5041688 w 11269336"/>
              <a:gd name="connsiteY138" fmla="*/ 2022334 h 2323145"/>
              <a:gd name="connsiteX139" fmla="*/ 4860988 w 11269336"/>
              <a:gd name="connsiteY139" fmla="*/ 2135698 h 2323145"/>
              <a:gd name="connsiteX140" fmla="*/ 4807902 w 11269336"/>
              <a:gd name="connsiteY140" fmla="*/ 2138894 h 2323145"/>
              <a:gd name="connsiteX141" fmla="*/ 4765388 w 11269336"/>
              <a:gd name="connsiteY141" fmla="*/ 2162525 h 2323145"/>
              <a:gd name="connsiteX142" fmla="*/ 4745033 w 11269336"/>
              <a:gd name="connsiteY142" fmla="*/ 2158859 h 2323145"/>
              <a:gd name="connsiteX143" fmla="*/ 4741475 w 11269336"/>
              <a:gd name="connsiteY143" fmla="*/ 2157998 h 2323145"/>
              <a:gd name="connsiteX144" fmla="*/ 4728247 w 11269336"/>
              <a:gd name="connsiteY144" fmla="*/ 2159526 h 2323145"/>
              <a:gd name="connsiteX145" fmla="*/ 4723263 w 11269336"/>
              <a:gd name="connsiteY145" fmla="*/ 2153742 h 2323145"/>
              <a:gd name="connsiteX146" fmla="*/ 4702453 w 11269336"/>
              <a:gd name="connsiteY146" fmla="*/ 2151586 h 2323145"/>
              <a:gd name="connsiteX147" fmla="*/ 4678455 w 11269336"/>
              <a:gd name="connsiteY147" fmla="*/ 2156131 h 2323145"/>
              <a:gd name="connsiteX148" fmla="*/ 4593061 w 11269336"/>
              <a:gd name="connsiteY148" fmla="*/ 2171597 h 2323145"/>
              <a:gd name="connsiteX149" fmla="*/ 4579902 w 11269336"/>
              <a:gd name="connsiteY149" fmla="*/ 2177927 h 2323145"/>
              <a:gd name="connsiteX150" fmla="*/ 4533444 w 11269336"/>
              <a:gd name="connsiteY150" fmla="*/ 2181200 h 2323145"/>
              <a:gd name="connsiteX151" fmla="*/ 4492832 w 11269336"/>
              <a:gd name="connsiteY151" fmla="*/ 2188033 h 2323145"/>
              <a:gd name="connsiteX152" fmla="*/ 4467257 w 11269336"/>
              <a:gd name="connsiteY152" fmla="*/ 2196121 h 2323145"/>
              <a:gd name="connsiteX153" fmla="*/ 4459937 w 11269336"/>
              <a:gd name="connsiteY153" fmla="*/ 2195182 h 2323145"/>
              <a:gd name="connsiteX154" fmla="*/ 4433312 w 11269336"/>
              <a:gd name="connsiteY154" fmla="*/ 2199004 h 2323145"/>
              <a:gd name="connsiteX155" fmla="*/ 4420601 w 11269336"/>
              <a:gd name="connsiteY155" fmla="*/ 2205158 h 2323145"/>
              <a:gd name="connsiteX156" fmla="*/ 4405765 w 11269336"/>
              <a:gd name="connsiteY156" fmla="*/ 2199902 h 2323145"/>
              <a:gd name="connsiteX157" fmla="*/ 4401354 w 11269336"/>
              <a:gd name="connsiteY157" fmla="*/ 2194745 h 2323145"/>
              <a:gd name="connsiteX158" fmla="*/ 4383151 w 11269336"/>
              <a:gd name="connsiteY158" fmla="*/ 2201140 h 2323145"/>
              <a:gd name="connsiteX159" fmla="*/ 4366646 w 11269336"/>
              <a:gd name="connsiteY159" fmla="*/ 2198564 h 2323145"/>
              <a:gd name="connsiteX160" fmla="*/ 4354009 w 11269336"/>
              <a:gd name="connsiteY160" fmla="*/ 2204984 h 2323145"/>
              <a:gd name="connsiteX161" fmla="*/ 4348284 w 11269336"/>
              <a:gd name="connsiteY161" fmla="*/ 2205270 h 2323145"/>
              <a:gd name="connsiteX162" fmla="*/ 4333906 w 11269336"/>
              <a:gd name="connsiteY162" fmla="*/ 2205251 h 2323145"/>
              <a:gd name="connsiteX163" fmla="*/ 4308819 w 11269336"/>
              <a:gd name="connsiteY163" fmla="*/ 2203822 h 2323145"/>
              <a:gd name="connsiteX164" fmla="*/ 4301210 w 11269336"/>
              <a:gd name="connsiteY164" fmla="*/ 2204456 h 2323145"/>
              <a:gd name="connsiteX165" fmla="*/ 4283095 w 11269336"/>
              <a:gd name="connsiteY165" fmla="*/ 2198177 h 2323145"/>
              <a:gd name="connsiteX166" fmla="*/ 4250119 w 11269336"/>
              <a:gd name="connsiteY166" fmla="*/ 2196342 h 2323145"/>
              <a:gd name="connsiteX167" fmla="*/ 4189203 w 11269336"/>
              <a:gd name="connsiteY167" fmla="*/ 2178994 h 2323145"/>
              <a:gd name="connsiteX168" fmla="*/ 4154035 w 11269336"/>
              <a:gd name="connsiteY168" fmla="*/ 2171950 h 2323145"/>
              <a:gd name="connsiteX169" fmla="*/ 4129569 w 11269336"/>
              <a:gd name="connsiteY169" fmla="*/ 2163850 h 2323145"/>
              <a:gd name="connsiteX170" fmla="*/ 4061250 w 11269336"/>
              <a:gd name="connsiteY170" fmla="*/ 2159236 h 2323145"/>
              <a:gd name="connsiteX171" fmla="*/ 3945480 w 11269336"/>
              <a:gd name="connsiteY171" fmla="*/ 2158279 h 2323145"/>
              <a:gd name="connsiteX172" fmla="*/ 3921468 w 11269336"/>
              <a:gd name="connsiteY172" fmla="*/ 2156588 h 2323145"/>
              <a:gd name="connsiteX173" fmla="*/ 3903348 w 11269336"/>
              <a:gd name="connsiteY173" fmla="*/ 2149220 h 2323145"/>
              <a:gd name="connsiteX174" fmla="*/ 3901342 w 11269336"/>
              <a:gd name="connsiteY174" fmla="*/ 2142355 h 2323145"/>
              <a:gd name="connsiteX175" fmla="*/ 3888539 w 11269336"/>
              <a:gd name="connsiteY175" fmla="*/ 2140476 h 2323145"/>
              <a:gd name="connsiteX176" fmla="*/ 3885662 w 11269336"/>
              <a:gd name="connsiteY176" fmla="*/ 2138740 h 2323145"/>
              <a:gd name="connsiteX177" fmla="*/ 3868627 w 11269336"/>
              <a:gd name="connsiteY177" fmla="*/ 2130023 h 2323145"/>
              <a:gd name="connsiteX178" fmla="*/ 3819177 w 11269336"/>
              <a:gd name="connsiteY178" fmla="*/ 2142111 h 2323145"/>
              <a:gd name="connsiteX179" fmla="*/ 3769100 w 11269336"/>
              <a:gd name="connsiteY179" fmla="*/ 2131731 h 2323145"/>
              <a:gd name="connsiteX180" fmla="*/ 3562752 w 11269336"/>
              <a:gd name="connsiteY180" fmla="*/ 2131785 h 2323145"/>
              <a:gd name="connsiteX181" fmla="*/ 3541402 w 11269336"/>
              <a:gd name="connsiteY181" fmla="*/ 2106821 h 2323145"/>
              <a:gd name="connsiteX182" fmla="*/ 3365341 w 11269336"/>
              <a:gd name="connsiteY182" fmla="*/ 2077638 h 2323145"/>
              <a:gd name="connsiteX183" fmla="*/ 3170922 w 11269336"/>
              <a:gd name="connsiteY183" fmla="*/ 2115957 h 2323145"/>
              <a:gd name="connsiteX184" fmla="*/ 3156256 w 11269336"/>
              <a:gd name="connsiteY184" fmla="*/ 2124773 h 2323145"/>
              <a:gd name="connsiteX185" fmla="*/ 3140298 w 11269336"/>
              <a:gd name="connsiteY185" fmla="*/ 2129182 h 2323145"/>
              <a:gd name="connsiteX186" fmla="*/ 3138514 w 11269336"/>
              <a:gd name="connsiteY186" fmla="*/ 2128069 h 2323145"/>
              <a:gd name="connsiteX187" fmla="*/ 3120467 w 11269336"/>
              <a:gd name="connsiteY187" fmla="*/ 2128281 h 2323145"/>
              <a:gd name="connsiteX188" fmla="*/ 3116175 w 11269336"/>
              <a:gd name="connsiteY188" fmla="*/ 2131633 h 2323145"/>
              <a:gd name="connsiteX189" fmla="*/ 3103685 w 11269336"/>
              <a:gd name="connsiteY189" fmla="*/ 2132814 h 2323145"/>
              <a:gd name="connsiteX190" fmla="*/ 3078794 w 11269336"/>
              <a:gd name="connsiteY190" fmla="*/ 2137935 h 2323145"/>
              <a:gd name="connsiteX191" fmla="*/ 3074407 w 11269336"/>
              <a:gd name="connsiteY191" fmla="*/ 2136274 h 2323145"/>
              <a:gd name="connsiteX192" fmla="*/ 3037285 w 11269336"/>
              <a:gd name="connsiteY192" fmla="*/ 2139919 h 2323145"/>
              <a:gd name="connsiteX193" fmla="*/ 3036901 w 11269336"/>
              <a:gd name="connsiteY193" fmla="*/ 2138726 h 2323145"/>
              <a:gd name="connsiteX194" fmla="*/ 3026996 w 11269336"/>
              <a:gd name="connsiteY194" fmla="*/ 2134322 h 2323145"/>
              <a:gd name="connsiteX195" fmla="*/ 3007772 w 11269336"/>
              <a:gd name="connsiteY195" fmla="*/ 2128742 h 2323145"/>
              <a:gd name="connsiteX196" fmla="*/ 2965030 w 11269336"/>
              <a:gd name="connsiteY196" fmla="*/ 2100494 h 2323145"/>
              <a:gd name="connsiteX197" fmla="*/ 2926342 w 11269336"/>
              <a:gd name="connsiteY197" fmla="*/ 2104155 h 2323145"/>
              <a:gd name="connsiteX198" fmla="*/ 2918608 w 11269336"/>
              <a:gd name="connsiteY198" fmla="*/ 2104215 h 2323145"/>
              <a:gd name="connsiteX199" fmla="*/ 2918475 w 11269336"/>
              <a:gd name="connsiteY199" fmla="*/ 2103937 h 2323145"/>
              <a:gd name="connsiteX200" fmla="*/ 2910360 w 11269336"/>
              <a:gd name="connsiteY200" fmla="*/ 2103444 h 2323145"/>
              <a:gd name="connsiteX201" fmla="*/ 2904507 w 11269336"/>
              <a:gd name="connsiteY201" fmla="*/ 2104326 h 2323145"/>
              <a:gd name="connsiteX202" fmla="*/ 2889503 w 11269336"/>
              <a:gd name="connsiteY202" fmla="*/ 2104443 h 2323145"/>
              <a:gd name="connsiteX203" fmla="*/ 2884480 w 11269336"/>
              <a:gd name="connsiteY203" fmla="*/ 2102626 h 2323145"/>
              <a:gd name="connsiteX204" fmla="*/ 2882689 w 11269336"/>
              <a:gd name="connsiteY204" fmla="*/ 2099228 h 2323145"/>
              <a:gd name="connsiteX205" fmla="*/ 2881291 w 11269336"/>
              <a:gd name="connsiteY205" fmla="*/ 2099618 h 2323145"/>
              <a:gd name="connsiteX206" fmla="*/ 2853979 w 11269336"/>
              <a:gd name="connsiteY206" fmla="*/ 2090388 h 2323145"/>
              <a:gd name="connsiteX207" fmla="*/ 2791790 w 11269336"/>
              <a:gd name="connsiteY207" fmla="*/ 2080332 h 2323145"/>
              <a:gd name="connsiteX208" fmla="*/ 2755844 w 11269336"/>
              <a:gd name="connsiteY208" fmla="*/ 2078874 h 2323145"/>
              <a:gd name="connsiteX209" fmla="*/ 2657742 w 11269336"/>
              <a:gd name="connsiteY209" fmla="*/ 2070179 h 2323145"/>
              <a:gd name="connsiteX210" fmla="*/ 2559549 w 11269336"/>
              <a:gd name="connsiteY210" fmla="*/ 2057873 h 2323145"/>
              <a:gd name="connsiteX211" fmla="*/ 2512054 w 11269336"/>
              <a:gd name="connsiteY211" fmla="*/ 2031671 h 2323145"/>
              <a:gd name="connsiteX212" fmla="*/ 2506437 w 11269336"/>
              <a:gd name="connsiteY212" fmla="*/ 2030918 h 2323145"/>
              <a:gd name="connsiteX213" fmla="*/ 2491752 w 11269336"/>
              <a:gd name="connsiteY213" fmla="*/ 2033906 h 2323145"/>
              <a:gd name="connsiteX214" fmla="*/ 2486338 w 11269336"/>
              <a:gd name="connsiteY214" fmla="*/ 2035862 h 2323145"/>
              <a:gd name="connsiteX215" fmla="*/ 2478186 w 11269336"/>
              <a:gd name="connsiteY215" fmla="*/ 2036953 h 2323145"/>
              <a:gd name="connsiteX216" fmla="*/ 2477950 w 11269336"/>
              <a:gd name="connsiteY216" fmla="*/ 2036715 h 2323145"/>
              <a:gd name="connsiteX217" fmla="*/ 2470381 w 11269336"/>
              <a:gd name="connsiteY217" fmla="*/ 2038256 h 2323145"/>
              <a:gd name="connsiteX218" fmla="*/ 2433781 w 11269336"/>
              <a:gd name="connsiteY218" fmla="*/ 2049140 h 2323145"/>
              <a:gd name="connsiteX219" fmla="*/ 2381172 w 11269336"/>
              <a:gd name="connsiteY219" fmla="*/ 2030645 h 2323145"/>
              <a:gd name="connsiteX220" fmla="*/ 2360198 w 11269336"/>
              <a:gd name="connsiteY220" fmla="*/ 2029059 h 2323145"/>
              <a:gd name="connsiteX221" fmla="*/ 2348815 w 11269336"/>
              <a:gd name="connsiteY221" fmla="*/ 2026798 h 2323145"/>
              <a:gd name="connsiteX222" fmla="*/ 2347988 w 11269336"/>
              <a:gd name="connsiteY222" fmla="*/ 2025745 h 2323145"/>
              <a:gd name="connsiteX223" fmla="*/ 2312920 w 11269336"/>
              <a:gd name="connsiteY223" fmla="*/ 2036311 h 2323145"/>
              <a:gd name="connsiteX224" fmla="*/ 2307986 w 11269336"/>
              <a:gd name="connsiteY224" fmla="*/ 2035583 h 2323145"/>
              <a:gd name="connsiteX225" fmla="*/ 2285481 w 11269336"/>
              <a:gd name="connsiteY225" fmla="*/ 2045197 h 2323145"/>
              <a:gd name="connsiteX226" fmla="*/ 2273666 w 11269336"/>
              <a:gd name="connsiteY226" fmla="*/ 2048710 h 2323145"/>
              <a:gd name="connsiteX227" fmla="*/ 2270719 w 11269336"/>
              <a:gd name="connsiteY227" fmla="*/ 2052702 h 2323145"/>
              <a:gd name="connsiteX228" fmla="*/ 2253080 w 11269336"/>
              <a:gd name="connsiteY228" fmla="*/ 2056363 h 2323145"/>
              <a:gd name="connsiteX229" fmla="*/ 2250906 w 11269336"/>
              <a:gd name="connsiteY229" fmla="*/ 2055654 h 2323145"/>
              <a:gd name="connsiteX230" fmla="*/ 2236905 w 11269336"/>
              <a:gd name="connsiteY230" fmla="*/ 2062882 h 2323145"/>
              <a:gd name="connsiteX231" fmla="*/ 2225830 w 11269336"/>
              <a:gd name="connsiteY231" fmla="*/ 2074027 h 2323145"/>
              <a:gd name="connsiteX232" fmla="*/ 2073776 w 11269336"/>
              <a:gd name="connsiteY232" fmla="*/ 2089244 h 2323145"/>
              <a:gd name="connsiteX233" fmla="*/ 1948256 w 11269336"/>
              <a:gd name="connsiteY233" fmla="*/ 2146616 h 2323145"/>
              <a:gd name="connsiteX234" fmla="*/ 1865582 w 11269336"/>
              <a:gd name="connsiteY234" fmla="*/ 2153738 h 2323145"/>
              <a:gd name="connsiteX235" fmla="*/ 1835210 w 11269336"/>
              <a:gd name="connsiteY235" fmla="*/ 2134244 h 2323145"/>
              <a:gd name="connsiteX236" fmla="*/ 1632661 w 11269336"/>
              <a:gd name="connsiteY236" fmla="*/ 2173882 h 2323145"/>
              <a:gd name="connsiteX237" fmla="*/ 1579590 w 11269336"/>
              <a:gd name="connsiteY237" fmla="*/ 2173680 h 2323145"/>
              <a:gd name="connsiteX238" fmla="*/ 1535601 w 11269336"/>
              <a:gd name="connsiteY238" fmla="*/ 2194590 h 2323145"/>
              <a:gd name="connsiteX239" fmla="*/ 1515594 w 11269336"/>
              <a:gd name="connsiteY239" fmla="*/ 2189622 h 2323145"/>
              <a:gd name="connsiteX240" fmla="*/ 1512113 w 11269336"/>
              <a:gd name="connsiteY240" fmla="*/ 2188534 h 2323145"/>
              <a:gd name="connsiteX241" fmla="*/ 1498838 w 11269336"/>
              <a:gd name="connsiteY241" fmla="*/ 2189213 h 2323145"/>
              <a:gd name="connsiteX242" fmla="*/ 1494279 w 11269336"/>
              <a:gd name="connsiteY242" fmla="*/ 2183112 h 2323145"/>
              <a:gd name="connsiteX243" fmla="*/ 1473714 w 11269336"/>
              <a:gd name="connsiteY243" fmla="*/ 2179625 h 2323145"/>
              <a:gd name="connsiteX244" fmla="*/ 1449503 w 11269336"/>
              <a:gd name="connsiteY244" fmla="*/ 2182633 h 2323145"/>
              <a:gd name="connsiteX245" fmla="*/ 1266687 w 11269336"/>
              <a:gd name="connsiteY245" fmla="*/ 2212688 h 2323145"/>
              <a:gd name="connsiteX246" fmla="*/ 1239614 w 11269336"/>
              <a:gd name="connsiteY246" fmla="*/ 2209727 h 2323145"/>
              <a:gd name="connsiteX247" fmla="*/ 1202436 w 11269336"/>
              <a:gd name="connsiteY247" fmla="*/ 2209817 h 2323145"/>
              <a:gd name="connsiteX248" fmla="*/ 1136097 w 11269336"/>
              <a:gd name="connsiteY248" fmla="*/ 2205112 h 2323145"/>
              <a:gd name="connsiteX249" fmla="*/ 988232 w 11269336"/>
              <a:gd name="connsiteY249" fmla="*/ 2235635 h 2323145"/>
              <a:gd name="connsiteX250" fmla="*/ 981959 w 11269336"/>
              <a:gd name="connsiteY250" fmla="*/ 2231607 h 2323145"/>
              <a:gd name="connsiteX251" fmla="*/ 938600 w 11269336"/>
              <a:gd name="connsiteY251" fmla="*/ 2238113 h 2323145"/>
              <a:gd name="connsiteX252" fmla="*/ 791788 w 11269336"/>
              <a:gd name="connsiteY252" fmla="*/ 2293224 h 2323145"/>
              <a:gd name="connsiteX253" fmla="*/ 706914 w 11269336"/>
              <a:gd name="connsiteY253" fmla="*/ 2305046 h 2323145"/>
              <a:gd name="connsiteX254" fmla="*/ 675971 w 11269336"/>
              <a:gd name="connsiteY254" fmla="*/ 2304030 h 2323145"/>
              <a:gd name="connsiteX255" fmla="*/ 624180 w 11269336"/>
              <a:gd name="connsiteY255" fmla="*/ 2302650 h 2323145"/>
              <a:gd name="connsiteX256" fmla="*/ 583453 w 11269336"/>
              <a:gd name="connsiteY256" fmla="*/ 2288788 h 2323145"/>
              <a:gd name="connsiteX257" fmla="*/ 540946 w 11269336"/>
              <a:gd name="connsiteY257" fmla="*/ 2292721 h 2323145"/>
              <a:gd name="connsiteX258" fmla="*/ 533680 w 11269336"/>
              <a:gd name="connsiteY258" fmla="*/ 2310233 h 2323145"/>
              <a:gd name="connsiteX259" fmla="*/ 487366 w 11269336"/>
              <a:gd name="connsiteY259" fmla="*/ 2309053 h 2323145"/>
              <a:gd name="connsiteX260" fmla="*/ 416820 w 11269336"/>
              <a:gd name="connsiteY260" fmla="*/ 2305443 h 2323145"/>
              <a:gd name="connsiteX261" fmla="*/ 376805 w 11269336"/>
              <a:gd name="connsiteY261" fmla="*/ 2307647 h 2323145"/>
              <a:gd name="connsiteX262" fmla="*/ 266777 w 11269336"/>
              <a:gd name="connsiteY262" fmla="*/ 2309012 h 2323145"/>
              <a:gd name="connsiteX263" fmla="*/ 156013 w 11269336"/>
              <a:gd name="connsiteY263" fmla="*/ 2306832 h 2323145"/>
              <a:gd name="connsiteX264" fmla="*/ 87258 w 11269336"/>
              <a:gd name="connsiteY264" fmla="*/ 2285511 h 2323145"/>
              <a:gd name="connsiteX265" fmla="*/ 23798 w 11269336"/>
              <a:gd name="connsiteY265" fmla="*/ 2281822 h 2323145"/>
              <a:gd name="connsiteX266" fmla="*/ 0 w 11269336"/>
              <a:gd name="connsiteY266" fmla="*/ 2285369 h 2323145"/>
              <a:gd name="connsiteX267" fmla="*/ 0 w 11269336"/>
              <a:gd name="connsiteY267"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742561 w 11269336"/>
              <a:gd name="connsiteY18" fmla="*/ 500437 h 2323145"/>
              <a:gd name="connsiteX19" fmla="*/ 9380600 w 11269336"/>
              <a:gd name="connsiteY19" fmla="*/ 549821 h 2323145"/>
              <a:gd name="connsiteX20" fmla="*/ 9139429 w 11269336"/>
              <a:gd name="connsiteY20" fmla="*/ 696446 h 2323145"/>
              <a:gd name="connsiteX21" fmla="*/ 9114263 w 11269336"/>
              <a:gd name="connsiteY21" fmla="*/ 709213 h 2323145"/>
              <a:gd name="connsiteX22" fmla="*/ 9028928 w 11269336"/>
              <a:gd name="connsiteY22" fmla="*/ 745350 h 2323145"/>
              <a:gd name="connsiteX23" fmla="*/ 8977138 w 11269336"/>
              <a:gd name="connsiteY23" fmla="*/ 774970 h 2323145"/>
              <a:gd name="connsiteX24" fmla="*/ 8947030 w 11269336"/>
              <a:gd name="connsiteY24" fmla="*/ 814934 h 2323145"/>
              <a:gd name="connsiteX25" fmla="*/ 8914746 w 11269336"/>
              <a:gd name="connsiteY25" fmla="*/ 826428 h 2323145"/>
              <a:gd name="connsiteX26" fmla="*/ 8917778 w 11269336"/>
              <a:gd name="connsiteY26" fmla="*/ 835198 h 2323145"/>
              <a:gd name="connsiteX27" fmla="*/ 8905560 w 11269336"/>
              <a:gd name="connsiteY27" fmla="*/ 838358 h 2323145"/>
              <a:gd name="connsiteX28" fmla="*/ 8897564 w 11269336"/>
              <a:gd name="connsiteY28" fmla="*/ 834287 h 2323145"/>
              <a:gd name="connsiteX29" fmla="*/ 8878040 w 11269336"/>
              <a:gd name="connsiteY29" fmla="*/ 844150 h 2323145"/>
              <a:gd name="connsiteX30" fmla="*/ 8882654 w 11269336"/>
              <a:gd name="connsiteY30" fmla="*/ 892768 h 2323145"/>
              <a:gd name="connsiteX31" fmla="*/ 8795998 w 11269336"/>
              <a:gd name="connsiteY31" fmla="*/ 863337 h 2323145"/>
              <a:gd name="connsiteX32" fmla="*/ 8776970 w 11269336"/>
              <a:gd name="connsiteY32" fmla="*/ 885177 h 2323145"/>
              <a:gd name="connsiteX33" fmla="*/ 8755719 w 11269336"/>
              <a:gd name="connsiteY33" fmla="*/ 889754 h 2323145"/>
              <a:gd name="connsiteX34" fmla="*/ 8743257 w 11269336"/>
              <a:gd name="connsiteY34" fmla="*/ 904723 h 2323145"/>
              <a:gd name="connsiteX35" fmla="*/ 8721366 w 11269336"/>
              <a:gd name="connsiteY35" fmla="*/ 904711 h 2323145"/>
              <a:gd name="connsiteX36" fmla="*/ 8678353 w 11269336"/>
              <a:gd name="connsiteY36" fmla="*/ 926318 h 2323145"/>
              <a:gd name="connsiteX37" fmla="*/ 8636849 w 11269336"/>
              <a:gd name="connsiteY37" fmla="*/ 937900 h 2323145"/>
              <a:gd name="connsiteX38" fmla="*/ 8620213 w 11269336"/>
              <a:gd name="connsiteY38" fmla="*/ 943068 h 2323145"/>
              <a:gd name="connsiteX39" fmla="*/ 8612581 w 11269336"/>
              <a:gd name="connsiteY39" fmla="*/ 952695 h 2323145"/>
              <a:gd name="connsiteX40" fmla="*/ 8589038 w 11269336"/>
              <a:gd name="connsiteY40" fmla="*/ 963892 h 2323145"/>
              <a:gd name="connsiteX41" fmla="*/ 8579950 w 11269336"/>
              <a:gd name="connsiteY41" fmla="*/ 960899 h 2323145"/>
              <a:gd name="connsiteX42" fmla="*/ 8579319 w 11269336"/>
              <a:gd name="connsiteY42" fmla="*/ 965630 h 2323145"/>
              <a:gd name="connsiteX43" fmla="*/ 8547429 w 11269336"/>
              <a:gd name="connsiteY43" fmla="*/ 984506 h 2323145"/>
              <a:gd name="connsiteX44" fmla="*/ 8478704 w 11269336"/>
              <a:gd name="connsiteY44" fmla="*/ 1025490 h 2323145"/>
              <a:gd name="connsiteX45" fmla="*/ 8461421 w 11269336"/>
              <a:gd name="connsiteY45" fmla="*/ 1035512 h 2323145"/>
              <a:gd name="connsiteX46" fmla="*/ 8445003 w 11269336"/>
              <a:gd name="connsiteY46" fmla="*/ 1036851 h 2323145"/>
              <a:gd name="connsiteX47" fmla="*/ 8357350 w 11269336"/>
              <a:gd name="connsiteY47" fmla="*/ 1060213 h 2323145"/>
              <a:gd name="connsiteX48" fmla="*/ 8335565 w 11269336"/>
              <a:gd name="connsiteY48" fmla="*/ 1061151 h 2323145"/>
              <a:gd name="connsiteX49" fmla="*/ 8325267 w 11269336"/>
              <a:gd name="connsiteY49" fmla="*/ 1055919 h 2323145"/>
              <a:gd name="connsiteX50" fmla="*/ 8293586 w 11269336"/>
              <a:gd name="connsiteY50" fmla="*/ 1076144 h 2323145"/>
              <a:gd name="connsiteX51" fmla="*/ 8242405 w 11269336"/>
              <a:gd name="connsiteY51" fmla="*/ 1095960 h 2323145"/>
              <a:gd name="connsiteX52" fmla="*/ 8197391 w 11269336"/>
              <a:gd name="connsiteY52" fmla="*/ 1107746 h 2323145"/>
              <a:gd name="connsiteX53" fmla="*/ 8081474 w 11269336"/>
              <a:gd name="connsiteY53" fmla="*/ 1130125 h 2323145"/>
              <a:gd name="connsiteX54" fmla="*/ 8053585 w 11269336"/>
              <a:gd name="connsiteY54" fmla="*/ 1129169 h 2323145"/>
              <a:gd name="connsiteX55" fmla="*/ 8038422 w 11269336"/>
              <a:gd name="connsiteY55" fmla="*/ 1119092 h 2323145"/>
              <a:gd name="connsiteX56" fmla="*/ 8029450 w 11269336"/>
              <a:gd name="connsiteY56" fmla="*/ 1125592 h 2323145"/>
              <a:gd name="connsiteX57" fmla="*/ 7959552 w 11269336"/>
              <a:gd name="connsiteY57" fmla="*/ 1140188 h 2323145"/>
              <a:gd name="connsiteX58" fmla="*/ 7914188 w 11269336"/>
              <a:gd name="connsiteY58" fmla="*/ 1150862 h 2323145"/>
              <a:gd name="connsiteX59" fmla="*/ 7914918 w 11269336"/>
              <a:gd name="connsiteY59" fmla="*/ 1168758 h 2323145"/>
              <a:gd name="connsiteX60" fmla="*/ 7875510 w 11269336"/>
              <a:gd name="connsiteY60" fmla="*/ 1183153 h 2323145"/>
              <a:gd name="connsiteX61" fmla="*/ 7829932 w 11269336"/>
              <a:gd name="connsiteY61" fmla="*/ 1180782 h 2323145"/>
              <a:gd name="connsiteX62" fmla="*/ 7779182 w 11269336"/>
              <a:gd name="connsiteY62" fmla="*/ 1192665 h 2323145"/>
              <a:gd name="connsiteX63" fmla="*/ 7748774 w 11269336"/>
              <a:gd name="connsiteY63" fmla="*/ 1199586 h 2323145"/>
              <a:gd name="connsiteX64" fmla="*/ 7671846 w 11269336"/>
              <a:gd name="connsiteY64" fmla="*/ 1231966 h 2323145"/>
              <a:gd name="connsiteX65" fmla="*/ 7554146 w 11269336"/>
              <a:gd name="connsiteY65" fmla="*/ 1319748 h 2323145"/>
              <a:gd name="connsiteX66" fmla="*/ 7515052 w 11269336"/>
              <a:gd name="connsiteY66" fmla="*/ 1336718 h 2323145"/>
              <a:gd name="connsiteX67" fmla="*/ 7507193 w 11269336"/>
              <a:gd name="connsiteY67" fmla="*/ 1334617 h 2323145"/>
              <a:gd name="connsiteX68" fmla="*/ 7461694 w 11269336"/>
              <a:gd name="connsiteY68" fmla="*/ 1375866 h 2323145"/>
              <a:gd name="connsiteX69" fmla="*/ 7377571 w 11269336"/>
              <a:gd name="connsiteY69" fmla="*/ 1400128 h 2323145"/>
              <a:gd name="connsiteX70" fmla="*/ 7311261 w 11269336"/>
              <a:gd name="connsiteY70" fmla="*/ 1412652 h 2323145"/>
              <a:gd name="connsiteX71" fmla="*/ 7275307 w 11269336"/>
              <a:gd name="connsiteY71" fmla="*/ 1422171 h 2323145"/>
              <a:gd name="connsiteX72" fmla="*/ 7247783 w 11269336"/>
              <a:gd name="connsiteY72" fmla="*/ 1426330 h 2323145"/>
              <a:gd name="connsiteX73" fmla="*/ 7185047 w 11269336"/>
              <a:gd name="connsiteY73" fmla="*/ 1451812 h 2323145"/>
              <a:gd name="connsiteX74" fmla="*/ 7084117 w 11269336"/>
              <a:gd name="connsiteY74" fmla="*/ 1500281 h 2323145"/>
              <a:gd name="connsiteX75" fmla="*/ 7062011 w 11269336"/>
              <a:gd name="connsiteY75" fmla="*/ 1509183 h 2323145"/>
              <a:gd name="connsiteX76" fmla="*/ 7040555 w 11269336"/>
              <a:gd name="connsiteY76" fmla="*/ 1511207 h 2323145"/>
              <a:gd name="connsiteX77" fmla="*/ 7033438 w 11269336"/>
              <a:gd name="connsiteY77" fmla="*/ 1506772 h 2323145"/>
              <a:gd name="connsiteX78" fmla="*/ 7020886 w 11269336"/>
              <a:gd name="connsiteY78" fmla="*/ 1510764 h 2323145"/>
              <a:gd name="connsiteX79" fmla="*/ 7017033 w 11269336"/>
              <a:gd name="connsiteY79" fmla="*/ 1510650 h 2323145"/>
              <a:gd name="connsiteX80" fmla="*/ 6995460 w 11269336"/>
              <a:gd name="connsiteY80" fmla="*/ 1511173 h 2323145"/>
              <a:gd name="connsiteX81" fmla="*/ 6962144 w 11269336"/>
              <a:gd name="connsiteY81" fmla="*/ 1541508 h 2323145"/>
              <a:gd name="connsiteX82" fmla="*/ 6910674 w 11269336"/>
              <a:gd name="connsiteY82" fmla="*/ 1554793 h 2323145"/>
              <a:gd name="connsiteX83" fmla="*/ 6732152 w 11269336"/>
              <a:gd name="connsiteY83" fmla="*/ 1642538 h 2323145"/>
              <a:gd name="connsiteX84" fmla="*/ 6694106 w 11269336"/>
              <a:gd name="connsiteY84" fmla="*/ 1632377 h 2323145"/>
              <a:gd name="connsiteX85" fmla="*/ 6617223 w 11269336"/>
              <a:gd name="connsiteY85" fmla="*/ 1659889 h 2323145"/>
              <a:gd name="connsiteX86" fmla="*/ 6521138 w 11269336"/>
              <a:gd name="connsiteY86" fmla="*/ 1744340 h 2323145"/>
              <a:gd name="connsiteX87" fmla="*/ 6380677 w 11269336"/>
              <a:gd name="connsiteY87" fmla="*/ 1796883 h 2323145"/>
              <a:gd name="connsiteX88" fmla="*/ 6374897 w 11269336"/>
              <a:gd name="connsiteY88" fmla="*/ 1809910 h 2323145"/>
              <a:gd name="connsiteX89" fmla="*/ 6364545 w 11269336"/>
              <a:gd name="connsiteY89" fmla="*/ 1820090 h 2323145"/>
              <a:gd name="connsiteX90" fmla="*/ 6362126 w 11269336"/>
              <a:gd name="connsiteY90" fmla="*/ 1819991 h 2323145"/>
              <a:gd name="connsiteX91" fmla="*/ 6346673 w 11269336"/>
              <a:gd name="connsiteY91" fmla="*/ 1827824 h 2323145"/>
              <a:gd name="connsiteX92" fmla="*/ 6345588 w 11269336"/>
              <a:gd name="connsiteY92" fmla="*/ 1832232 h 2323145"/>
              <a:gd name="connsiteX93" fmla="*/ 6335708 w 11269336"/>
              <a:gd name="connsiteY93" fmla="*/ 1838451 h 2323145"/>
              <a:gd name="connsiteX94" fmla="*/ 6318182 w 11269336"/>
              <a:gd name="connsiteY94" fmla="*/ 1852975 h 2323145"/>
              <a:gd name="connsiteX95" fmla="*/ 6313084 w 11269336"/>
              <a:gd name="connsiteY95" fmla="*/ 1853561 h 2323145"/>
              <a:gd name="connsiteX96" fmla="*/ 6283816 w 11269336"/>
              <a:gd name="connsiteY96" fmla="*/ 1872148 h 2323145"/>
              <a:gd name="connsiteX97" fmla="*/ 6282550 w 11269336"/>
              <a:gd name="connsiteY97" fmla="*/ 1871392 h 2323145"/>
              <a:gd name="connsiteX98" fmla="*/ 6270527 w 11269336"/>
              <a:gd name="connsiteY98" fmla="*/ 1872208 h 2323145"/>
              <a:gd name="connsiteX99" fmla="*/ 6249518 w 11269336"/>
              <a:gd name="connsiteY99" fmla="*/ 1876079 h 2323145"/>
              <a:gd name="connsiteX100" fmla="*/ 6190386 w 11269336"/>
              <a:gd name="connsiteY100" fmla="*/ 1872478 h 2323145"/>
              <a:gd name="connsiteX101" fmla="*/ 6159777 w 11269336"/>
              <a:gd name="connsiteY101" fmla="*/ 1891745 h 2323145"/>
              <a:gd name="connsiteX102" fmla="*/ 6153131 w 11269336"/>
              <a:gd name="connsiteY102" fmla="*/ 1895079 h 2323145"/>
              <a:gd name="connsiteX103" fmla="*/ 6152798 w 11269336"/>
              <a:gd name="connsiteY103" fmla="*/ 1894920 h 2323145"/>
              <a:gd name="connsiteX104" fmla="*/ 6145388 w 11269336"/>
              <a:gd name="connsiteY104" fmla="*/ 1897990 h 2323145"/>
              <a:gd name="connsiteX105" fmla="*/ 6141014 w 11269336"/>
              <a:gd name="connsiteY105" fmla="*/ 1901155 h 2323145"/>
              <a:gd name="connsiteX106" fmla="*/ 6128122 w 11269336"/>
              <a:gd name="connsiteY106" fmla="*/ 1907623 h 2323145"/>
              <a:gd name="connsiteX107" fmla="*/ 6122351 w 11269336"/>
              <a:gd name="connsiteY107" fmla="*/ 1908359 h 2323145"/>
              <a:gd name="connsiteX108" fmla="*/ 6064750 w 11269336"/>
              <a:gd name="connsiteY108" fmla="*/ 1896394 h 2323145"/>
              <a:gd name="connsiteX109" fmla="*/ 5964230 w 11269336"/>
              <a:gd name="connsiteY109" fmla="*/ 1910038 h 2323145"/>
              <a:gd name="connsiteX110" fmla="*/ 5865399 w 11269336"/>
              <a:gd name="connsiteY110" fmla="*/ 1926966 h 2323145"/>
              <a:gd name="connsiteX111" fmla="*/ 5829951 w 11269336"/>
              <a:gd name="connsiteY111" fmla="*/ 1934755 h 2323145"/>
              <a:gd name="connsiteX112" fmla="*/ 5765285 w 11269336"/>
              <a:gd name="connsiteY112" fmla="*/ 1941322 h 2323145"/>
              <a:gd name="connsiteX113" fmla="*/ 5734750 w 11269336"/>
              <a:gd name="connsiteY113" fmla="*/ 1939793 h 2323145"/>
              <a:gd name="connsiteX114" fmla="*/ 5733569 w 11269336"/>
              <a:gd name="connsiteY114" fmla="*/ 1940505 h 2323145"/>
              <a:gd name="connsiteX115" fmla="*/ 5730329 w 11269336"/>
              <a:gd name="connsiteY115" fmla="*/ 1937845 h 2323145"/>
              <a:gd name="connsiteX116" fmla="*/ 5724661 w 11269336"/>
              <a:gd name="connsiteY116" fmla="*/ 1937455 h 2323145"/>
              <a:gd name="connsiteX117" fmla="*/ 5710186 w 11269336"/>
              <a:gd name="connsiteY117" fmla="*/ 1941370 h 2323145"/>
              <a:gd name="connsiteX118" fmla="*/ 5704910 w 11269336"/>
              <a:gd name="connsiteY118" fmla="*/ 1943663 h 2323145"/>
              <a:gd name="connsiteX119" fmla="*/ 5696836 w 11269336"/>
              <a:gd name="connsiteY119" fmla="*/ 1945271 h 2323145"/>
              <a:gd name="connsiteX120" fmla="*/ 5696583 w 11269336"/>
              <a:gd name="connsiteY120" fmla="*/ 1945050 h 2323145"/>
              <a:gd name="connsiteX121" fmla="*/ 5689123 w 11269336"/>
              <a:gd name="connsiteY121" fmla="*/ 1947067 h 2323145"/>
              <a:gd name="connsiteX122" fmla="*/ 5653291 w 11269336"/>
              <a:gd name="connsiteY122" fmla="*/ 1960245 h 2323145"/>
              <a:gd name="connsiteX123" fmla="*/ 5599385 w 11269336"/>
              <a:gd name="connsiteY123" fmla="*/ 1945198 h 2323145"/>
              <a:gd name="connsiteX124" fmla="*/ 5578300 w 11269336"/>
              <a:gd name="connsiteY124" fmla="*/ 1944963 h 2323145"/>
              <a:gd name="connsiteX125" fmla="*/ 5566758 w 11269336"/>
              <a:gd name="connsiteY125" fmla="*/ 1943441 h 2323145"/>
              <a:gd name="connsiteX126" fmla="*/ 5565857 w 11269336"/>
              <a:gd name="connsiteY126" fmla="*/ 1942445 h 2323145"/>
              <a:gd name="connsiteX127" fmla="*/ 5531534 w 11269336"/>
              <a:gd name="connsiteY127" fmla="*/ 1955208 h 2323145"/>
              <a:gd name="connsiteX128" fmla="*/ 5526552 w 11269336"/>
              <a:gd name="connsiteY128" fmla="*/ 1954799 h 2323145"/>
              <a:gd name="connsiteX129" fmla="*/ 5504723 w 11269336"/>
              <a:gd name="connsiteY129" fmla="*/ 1965811 h 2323145"/>
              <a:gd name="connsiteX130" fmla="*/ 5493156 w 11269336"/>
              <a:gd name="connsiteY130" fmla="*/ 1970063 h 2323145"/>
              <a:gd name="connsiteX131" fmla="*/ 5490486 w 11269336"/>
              <a:gd name="connsiteY131" fmla="*/ 1974227 h 2323145"/>
              <a:gd name="connsiteX132" fmla="*/ 5473107 w 11269336"/>
              <a:gd name="connsiteY132" fmla="*/ 1979001 h 2323145"/>
              <a:gd name="connsiteX133" fmla="*/ 5470885 w 11269336"/>
              <a:gd name="connsiteY133" fmla="*/ 1978432 h 2323145"/>
              <a:gd name="connsiteX134" fmla="*/ 5457393 w 11269336"/>
              <a:gd name="connsiteY134" fmla="*/ 1986525 h 2323145"/>
              <a:gd name="connsiteX135" fmla="*/ 5447102 w 11269336"/>
              <a:gd name="connsiteY135" fmla="*/ 1998329 h 2323145"/>
              <a:gd name="connsiteX136" fmla="*/ 5159151 w 11269336"/>
              <a:gd name="connsiteY136" fmla="*/ 2029640 h 2323145"/>
              <a:gd name="connsiteX137" fmla="*/ 5041688 w 11269336"/>
              <a:gd name="connsiteY137" fmla="*/ 2022334 h 2323145"/>
              <a:gd name="connsiteX138" fmla="*/ 4860988 w 11269336"/>
              <a:gd name="connsiteY138" fmla="*/ 2135698 h 2323145"/>
              <a:gd name="connsiteX139" fmla="*/ 4807902 w 11269336"/>
              <a:gd name="connsiteY139" fmla="*/ 2138894 h 2323145"/>
              <a:gd name="connsiteX140" fmla="*/ 4765388 w 11269336"/>
              <a:gd name="connsiteY140" fmla="*/ 2162525 h 2323145"/>
              <a:gd name="connsiteX141" fmla="*/ 4745033 w 11269336"/>
              <a:gd name="connsiteY141" fmla="*/ 2158859 h 2323145"/>
              <a:gd name="connsiteX142" fmla="*/ 4741475 w 11269336"/>
              <a:gd name="connsiteY142" fmla="*/ 2157998 h 2323145"/>
              <a:gd name="connsiteX143" fmla="*/ 4728247 w 11269336"/>
              <a:gd name="connsiteY143" fmla="*/ 2159526 h 2323145"/>
              <a:gd name="connsiteX144" fmla="*/ 4723263 w 11269336"/>
              <a:gd name="connsiteY144" fmla="*/ 2153742 h 2323145"/>
              <a:gd name="connsiteX145" fmla="*/ 4702453 w 11269336"/>
              <a:gd name="connsiteY145" fmla="*/ 2151586 h 2323145"/>
              <a:gd name="connsiteX146" fmla="*/ 4678455 w 11269336"/>
              <a:gd name="connsiteY146" fmla="*/ 2156131 h 2323145"/>
              <a:gd name="connsiteX147" fmla="*/ 4593061 w 11269336"/>
              <a:gd name="connsiteY147" fmla="*/ 2171597 h 2323145"/>
              <a:gd name="connsiteX148" fmla="*/ 4579902 w 11269336"/>
              <a:gd name="connsiteY148" fmla="*/ 2177927 h 2323145"/>
              <a:gd name="connsiteX149" fmla="*/ 4533444 w 11269336"/>
              <a:gd name="connsiteY149" fmla="*/ 2181200 h 2323145"/>
              <a:gd name="connsiteX150" fmla="*/ 4492832 w 11269336"/>
              <a:gd name="connsiteY150" fmla="*/ 2188033 h 2323145"/>
              <a:gd name="connsiteX151" fmla="*/ 4467257 w 11269336"/>
              <a:gd name="connsiteY151" fmla="*/ 2196121 h 2323145"/>
              <a:gd name="connsiteX152" fmla="*/ 4459937 w 11269336"/>
              <a:gd name="connsiteY152" fmla="*/ 2195182 h 2323145"/>
              <a:gd name="connsiteX153" fmla="*/ 4433312 w 11269336"/>
              <a:gd name="connsiteY153" fmla="*/ 2199004 h 2323145"/>
              <a:gd name="connsiteX154" fmla="*/ 4420601 w 11269336"/>
              <a:gd name="connsiteY154" fmla="*/ 2205158 h 2323145"/>
              <a:gd name="connsiteX155" fmla="*/ 4405765 w 11269336"/>
              <a:gd name="connsiteY155" fmla="*/ 2199902 h 2323145"/>
              <a:gd name="connsiteX156" fmla="*/ 4401354 w 11269336"/>
              <a:gd name="connsiteY156" fmla="*/ 2194745 h 2323145"/>
              <a:gd name="connsiteX157" fmla="*/ 4383151 w 11269336"/>
              <a:gd name="connsiteY157" fmla="*/ 2201140 h 2323145"/>
              <a:gd name="connsiteX158" fmla="*/ 4366646 w 11269336"/>
              <a:gd name="connsiteY158" fmla="*/ 2198564 h 2323145"/>
              <a:gd name="connsiteX159" fmla="*/ 4354009 w 11269336"/>
              <a:gd name="connsiteY159" fmla="*/ 2204984 h 2323145"/>
              <a:gd name="connsiteX160" fmla="*/ 4348284 w 11269336"/>
              <a:gd name="connsiteY160" fmla="*/ 2205270 h 2323145"/>
              <a:gd name="connsiteX161" fmla="*/ 4333906 w 11269336"/>
              <a:gd name="connsiteY161" fmla="*/ 2205251 h 2323145"/>
              <a:gd name="connsiteX162" fmla="*/ 4308819 w 11269336"/>
              <a:gd name="connsiteY162" fmla="*/ 2203822 h 2323145"/>
              <a:gd name="connsiteX163" fmla="*/ 4301210 w 11269336"/>
              <a:gd name="connsiteY163" fmla="*/ 2204456 h 2323145"/>
              <a:gd name="connsiteX164" fmla="*/ 4283095 w 11269336"/>
              <a:gd name="connsiteY164" fmla="*/ 2198177 h 2323145"/>
              <a:gd name="connsiteX165" fmla="*/ 4250119 w 11269336"/>
              <a:gd name="connsiteY165" fmla="*/ 2196342 h 2323145"/>
              <a:gd name="connsiteX166" fmla="*/ 4189203 w 11269336"/>
              <a:gd name="connsiteY166" fmla="*/ 2178994 h 2323145"/>
              <a:gd name="connsiteX167" fmla="*/ 4154035 w 11269336"/>
              <a:gd name="connsiteY167" fmla="*/ 2171950 h 2323145"/>
              <a:gd name="connsiteX168" fmla="*/ 4129569 w 11269336"/>
              <a:gd name="connsiteY168" fmla="*/ 2163850 h 2323145"/>
              <a:gd name="connsiteX169" fmla="*/ 4061250 w 11269336"/>
              <a:gd name="connsiteY169" fmla="*/ 2159236 h 2323145"/>
              <a:gd name="connsiteX170" fmla="*/ 3945480 w 11269336"/>
              <a:gd name="connsiteY170" fmla="*/ 2158279 h 2323145"/>
              <a:gd name="connsiteX171" fmla="*/ 3921468 w 11269336"/>
              <a:gd name="connsiteY171" fmla="*/ 2156588 h 2323145"/>
              <a:gd name="connsiteX172" fmla="*/ 3903348 w 11269336"/>
              <a:gd name="connsiteY172" fmla="*/ 2149220 h 2323145"/>
              <a:gd name="connsiteX173" fmla="*/ 3901342 w 11269336"/>
              <a:gd name="connsiteY173" fmla="*/ 2142355 h 2323145"/>
              <a:gd name="connsiteX174" fmla="*/ 3888539 w 11269336"/>
              <a:gd name="connsiteY174" fmla="*/ 2140476 h 2323145"/>
              <a:gd name="connsiteX175" fmla="*/ 3885662 w 11269336"/>
              <a:gd name="connsiteY175" fmla="*/ 2138740 h 2323145"/>
              <a:gd name="connsiteX176" fmla="*/ 3868627 w 11269336"/>
              <a:gd name="connsiteY176" fmla="*/ 2130023 h 2323145"/>
              <a:gd name="connsiteX177" fmla="*/ 3819177 w 11269336"/>
              <a:gd name="connsiteY177" fmla="*/ 2142111 h 2323145"/>
              <a:gd name="connsiteX178" fmla="*/ 3769100 w 11269336"/>
              <a:gd name="connsiteY178" fmla="*/ 2131731 h 2323145"/>
              <a:gd name="connsiteX179" fmla="*/ 3562752 w 11269336"/>
              <a:gd name="connsiteY179" fmla="*/ 2131785 h 2323145"/>
              <a:gd name="connsiteX180" fmla="*/ 3541402 w 11269336"/>
              <a:gd name="connsiteY180" fmla="*/ 2106821 h 2323145"/>
              <a:gd name="connsiteX181" fmla="*/ 3365341 w 11269336"/>
              <a:gd name="connsiteY181" fmla="*/ 2077638 h 2323145"/>
              <a:gd name="connsiteX182" fmla="*/ 3170922 w 11269336"/>
              <a:gd name="connsiteY182" fmla="*/ 2115957 h 2323145"/>
              <a:gd name="connsiteX183" fmla="*/ 3156256 w 11269336"/>
              <a:gd name="connsiteY183" fmla="*/ 2124773 h 2323145"/>
              <a:gd name="connsiteX184" fmla="*/ 3140298 w 11269336"/>
              <a:gd name="connsiteY184" fmla="*/ 2129182 h 2323145"/>
              <a:gd name="connsiteX185" fmla="*/ 3138514 w 11269336"/>
              <a:gd name="connsiteY185" fmla="*/ 2128069 h 2323145"/>
              <a:gd name="connsiteX186" fmla="*/ 3120467 w 11269336"/>
              <a:gd name="connsiteY186" fmla="*/ 2128281 h 2323145"/>
              <a:gd name="connsiteX187" fmla="*/ 3116175 w 11269336"/>
              <a:gd name="connsiteY187" fmla="*/ 2131633 h 2323145"/>
              <a:gd name="connsiteX188" fmla="*/ 3103685 w 11269336"/>
              <a:gd name="connsiteY188" fmla="*/ 2132814 h 2323145"/>
              <a:gd name="connsiteX189" fmla="*/ 3078794 w 11269336"/>
              <a:gd name="connsiteY189" fmla="*/ 2137935 h 2323145"/>
              <a:gd name="connsiteX190" fmla="*/ 3074407 w 11269336"/>
              <a:gd name="connsiteY190" fmla="*/ 2136274 h 2323145"/>
              <a:gd name="connsiteX191" fmla="*/ 3037285 w 11269336"/>
              <a:gd name="connsiteY191" fmla="*/ 2139919 h 2323145"/>
              <a:gd name="connsiteX192" fmla="*/ 3036901 w 11269336"/>
              <a:gd name="connsiteY192" fmla="*/ 2138726 h 2323145"/>
              <a:gd name="connsiteX193" fmla="*/ 3026996 w 11269336"/>
              <a:gd name="connsiteY193" fmla="*/ 2134322 h 2323145"/>
              <a:gd name="connsiteX194" fmla="*/ 3007772 w 11269336"/>
              <a:gd name="connsiteY194" fmla="*/ 2128742 h 2323145"/>
              <a:gd name="connsiteX195" fmla="*/ 2965030 w 11269336"/>
              <a:gd name="connsiteY195" fmla="*/ 2100494 h 2323145"/>
              <a:gd name="connsiteX196" fmla="*/ 2926342 w 11269336"/>
              <a:gd name="connsiteY196" fmla="*/ 2104155 h 2323145"/>
              <a:gd name="connsiteX197" fmla="*/ 2918608 w 11269336"/>
              <a:gd name="connsiteY197" fmla="*/ 2104215 h 2323145"/>
              <a:gd name="connsiteX198" fmla="*/ 2918475 w 11269336"/>
              <a:gd name="connsiteY198" fmla="*/ 2103937 h 2323145"/>
              <a:gd name="connsiteX199" fmla="*/ 2910360 w 11269336"/>
              <a:gd name="connsiteY199" fmla="*/ 2103444 h 2323145"/>
              <a:gd name="connsiteX200" fmla="*/ 2904507 w 11269336"/>
              <a:gd name="connsiteY200" fmla="*/ 2104326 h 2323145"/>
              <a:gd name="connsiteX201" fmla="*/ 2889503 w 11269336"/>
              <a:gd name="connsiteY201" fmla="*/ 2104443 h 2323145"/>
              <a:gd name="connsiteX202" fmla="*/ 2884480 w 11269336"/>
              <a:gd name="connsiteY202" fmla="*/ 2102626 h 2323145"/>
              <a:gd name="connsiteX203" fmla="*/ 2882689 w 11269336"/>
              <a:gd name="connsiteY203" fmla="*/ 2099228 h 2323145"/>
              <a:gd name="connsiteX204" fmla="*/ 2881291 w 11269336"/>
              <a:gd name="connsiteY204" fmla="*/ 2099618 h 2323145"/>
              <a:gd name="connsiteX205" fmla="*/ 2853979 w 11269336"/>
              <a:gd name="connsiteY205" fmla="*/ 2090388 h 2323145"/>
              <a:gd name="connsiteX206" fmla="*/ 2791790 w 11269336"/>
              <a:gd name="connsiteY206" fmla="*/ 2080332 h 2323145"/>
              <a:gd name="connsiteX207" fmla="*/ 2755844 w 11269336"/>
              <a:gd name="connsiteY207" fmla="*/ 2078874 h 2323145"/>
              <a:gd name="connsiteX208" fmla="*/ 2657742 w 11269336"/>
              <a:gd name="connsiteY208" fmla="*/ 2070179 h 2323145"/>
              <a:gd name="connsiteX209" fmla="*/ 2559549 w 11269336"/>
              <a:gd name="connsiteY209" fmla="*/ 2057873 h 2323145"/>
              <a:gd name="connsiteX210" fmla="*/ 2512054 w 11269336"/>
              <a:gd name="connsiteY210" fmla="*/ 2031671 h 2323145"/>
              <a:gd name="connsiteX211" fmla="*/ 2506437 w 11269336"/>
              <a:gd name="connsiteY211" fmla="*/ 2030918 h 2323145"/>
              <a:gd name="connsiteX212" fmla="*/ 2491752 w 11269336"/>
              <a:gd name="connsiteY212" fmla="*/ 2033906 h 2323145"/>
              <a:gd name="connsiteX213" fmla="*/ 2486338 w 11269336"/>
              <a:gd name="connsiteY213" fmla="*/ 2035862 h 2323145"/>
              <a:gd name="connsiteX214" fmla="*/ 2478186 w 11269336"/>
              <a:gd name="connsiteY214" fmla="*/ 2036953 h 2323145"/>
              <a:gd name="connsiteX215" fmla="*/ 2477950 w 11269336"/>
              <a:gd name="connsiteY215" fmla="*/ 2036715 h 2323145"/>
              <a:gd name="connsiteX216" fmla="*/ 2470381 w 11269336"/>
              <a:gd name="connsiteY216" fmla="*/ 2038256 h 2323145"/>
              <a:gd name="connsiteX217" fmla="*/ 2433781 w 11269336"/>
              <a:gd name="connsiteY217" fmla="*/ 2049140 h 2323145"/>
              <a:gd name="connsiteX218" fmla="*/ 2381172 w 11269336"/>
              <a:gd name="connsiteY218" fmla="*/ 2030645 h 2323145"/>
              <a:gd name="connsiteX219" fmla="*/ 2360198 w 11269336"/>
              <a:gd name="connsiteY219" fmla="*/ 2029059 h 2323145"/>
              <a:gd name="connsiteX220" fmla="*/ 2348815 w 11269336"/>
              <a:gd name="connsiteY220" fmla="*/ 2026798 h 2323145"/>
              <a:gd name="connsiteX221" fmla="*/ 2347988 w 11269336"/>
              <a:gd name="connsiteY221" fmla="*/ 2025745 h 2323145"/>
              <a:gd name="connsiteX222" fmla="*/ 2312920 w 11269336"/>
              <a:gd name="connsiteY222" fmla="*/ 2036311 h 2323145"/>
              <a:gd name="connsiteX223" fmla="*/ 2307986 w 11269336"/>
              <a:gd name="connsiteY223" fmla="*/ 2035583 h 2323145"/>
              <a:gd name="connsiteX224" fmla="*/ 2285481 w 11269336"/>
              <a:gd name="connsiteY224" fmla="*/ 2045197 h 2323145"/>
              <a:gd name="connsiteX225" fmla="*/ 2273666 w 11269336"/>
              <a:gd name="connsiteY225" fmla="*/ 2048710 h 2323145"/>
              <a:gd name="connsiteX226" fmla="*/ 2270719 w 11269336"/>
              <a:gd name="connsiteY226" fmla="*/ 2052702 h 2323145"/>
              <a:gd name="connsiteX227" fmla="*/ 2253080 w 11269336"/>
              <a:gd name="connsiteY227" fmla="*/ 2056363 h 2323145"/>
              <a:gd name="connsiteX228" fmla="*/ 2250906 w 11269336"/>
              <a:gd name="connsiteY228" fmla="*/ 2055654 h 2323145"/>
              <a:gd name="connsiteX229" fmla="*/ 2236905 w 11269336"/>
              <a:gd name="connsiteY229" fmla="*/ 2062882 h 2323145"/>
              <a:gd name="connsiteX230" fmla="*/ 2225830 w 11269336"/>
              <a:gd name="connsiteY230" fmla="*/ 2074027 h 2323145"/>
              <a:gd name="connsiteX231" fmla="*/ 2073776 w 11269336"/>
              <a:gd name="connsiteY231" fmla="*/ 2089244 h 2323145"/>
              <a:gd name="connsiteX232" fmla="*/ 1948256 w 11269336"/>
              <a:gd name="connsiteY232" fmla="*/ 2146616 h 2323145"/>
              <a:gd name="connsiteX233" fmla="*/ 1865582 w 11269336"/>
              <a:gd name="connsiteY233" fmla="*/ 2153738 h 2323145"/>
              <a:gd name="connsiteX234" fmla="*/ 1835210 w 11269336"/>
              <a:gd name="connsiteY234" fmla="*/ 2134244 h 2323145"/>
              <a:gd name="connsiteX235" fmla="*/ 1632661 w 11269336"/>
              <a:gd name="connsiteY235" fmla="*/ 2173882 h 2323145"/>
              <a:gd name="connsiteX236" fmla="*/ 1579590 w 11269336"/>
              <a:gd name="connsiteY236" fmla="*/ 2173680 h 2323145"/>
              <a:gd name="connsiteX237" fmla="*/ 1535601 w 11269336"/>
              <a:gd name="connsiteY237" fmla="*/ 2194590 h 2323145"/>
              <a:gd name="connsiteX238" fmla="*/ 1515594 w 11269336"/>
              <a:gd name="connsiteY238" fmla="*/ 2189622 h 2323145"/>
              <a:gd name="connsiteX239" fmla="*/ 1512113 w 11269336"/>
              <a:gd name="connsiteY239" fmla="*/ 2188534 h 2323145"/>
              <a:gd name="connsiteX240" fmla="*/ 1498838 w 11269336"/>
              <a:gd name="connsiteY240" fmla="*/ 2189213 h 2323145"/>
              <a:gd name="connsiteX241" fmla="*/ 1494279 w 11269336"/>
              <a:gd name="connsiteY241" fmla="*/ 2183112 h 2323145"/>
              <a:gd name="connsiteX242" fmla="*/ 1473714 w 11269336"/>
              <a:gd name="connsiteY242" fmla="*/ 2179625 h 2323145"/>
              <a:gd name="connsiteX243" fmla="*/ 1449503 w 11269336"/>
              <a:gd name="connsiteY243" fmla="*/ 2182633 h 2323145"/>
              <a:gd name="connsiteX244" fmla="*/ 1266687 w 11269336"/>
              <a:gd name="connsiteY244" fmla="*/ 2212688 h 2323145"/>
              <a:gd name="connsiteX245" fmla="*/ 1239614 w 11269336"/>
              <a:gd name="connsiteY245" fmla="*/ 2209727 h 2323145"/>
              <a:gd name="connsiteX246" fmla="*/ 1202436 w 11269336"/>
              <a:gd name="connsiteY246" fmla="*/ 2209817 h 2323145"/>
              <a:gd name="connsiteX247" fmla="*/ 1136097 w 11269336"/>
              <a:gd name="connsiteY247" fmla="*/ 2205112 h 2323145"/>
              <a:gd name="connsiteX248" fmla="*/ 988232 w 11269336"/>
              <a:gd name="connsiteY248" fmla="*/ 2235635 h 2323145"/>
              <a:gd name="connsiteX249" fmla="*/ 981959 w 11269336"/>
              <a:gd name="connsiteY249" fmla="*/ 2231607 h 2323145"/>
              <a:gd name="connsiteX250" fmla="*/ 938600 w 11269336"/>
              <a:gd name="connsiteY250" fmla="*/ 2238113 h 2323145"/>
              <a:gd name="connsiteX251" fmla="*/ 791788 w 11269336"/>
              <a:gd name="connsiteY251" fmla="*/ 2293224 h 2323145"/>
              <a:gd name="connsiteX252" fmla="*/ 706914 w 11269336"/>
              <a:gd name="connsiteY252" fmla="*/ 2305046 h 2323145"/>
              <a:gd name="connsiteX253" fmla="*/ 675971 w 11269336"/>
              <a:gd name="connsiteY253" fmla="*/ 2304030 h 2323145"/>
              <a:gd name="connsiteX254" fmla="*/ 624180 w 11269336"/>
              <a:gd name="connsiteY254" fmla="*/ 2302650 h 2323145"/>
              <a:gd name="connsiteX255" fmla="*/ 583453 w 11269336"/>
              <a:gd name="connsiteY255" fmla="*/ 2288788 h 2323145"/>
              <a:gd name="connsiteX256" fmla="*/ 540946 w 11269336"/>
              <a:gd name="connsiteY256" fmla="*/ 2292721 h 2323145"/>
              <a:gd name="connsiteX257" fmla="*/ 533680 w 11269336"/>
              <a:gd name="connsiteY257" fmla="*/ 2310233 h 2323145"/>
              <a:gd name="connsiteX258" fmla="*/ 487366 w 11269336"/>
              <a:gd name="connsiteY258" fmla="*/ 2309053 h 2323145"/>
              <a:gd name="connsiteX259" fmla="*/ 416820 w 11269336"/>
              <a:gd name="connsiteY259" fmla="*/ 2305443 h 2323145"/>
              <a:gd name="connsiteX260" fmla="*/ 376805 w 11269336"/>
              <a:gd name="connsiteY260" fmla="*/ 2307647 h 2323145"/>
              <a:gd name="connsiteX261" fmla="*/ 266777 w 11269336"/>
              <a:gd name="connsiteY261" fmla="*/ 2309012 h 2323145"/>
              <a:gd name="connsiteX262" fmla="*/ 156013 w 11269336"/>
              <a:gd name="connsiteY262" fmla="*/ 2306832 h 2323145"/>
              <a:gd name="connsiteX263" fmla="*/ 87258 w 11269336"/>
              <a:gd name="connsiteY263" fmla="*/ 2285511 h 2323145"/>
              <a:gd name="connsiteX264" fmla="*/ 23798 w 11269336"/>
              <a:gd name="connsiteY264" fmla="*/ 2281822 h 2323145"/>
              <a:gd name="connsiteX265" fmla="*/ 0 w 11269336"/>
              <a:gd name="connsiteY265" fmla="*/ 2285369 h 2323145"/>
              <a:gd name="connsiteX266" fmla="*/ 0 w 11269336"/>
              <a:gd name="connsiteY266"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380600 w 11269336"/>
              <a:gd name="connsiteY19" fmla="*/ 549821 h 2323145"/>
              <a:gd name="connsiteX20" fmla="*/ 9139429 w 11269336"/>
              <a:gd name="connsiteY20" fmla="*/ 696446 h 2323145"/>
              <a:gd name="connsiteX21" fmla="*/ 9114263 w 11269336"/>
              <a:gd name="connsiteY21" fmla="*/ 709213 h 2323145"/>
              <a:gd name="connsiteX22" fmla="*/ 9028928 w 11269336"/>
              <a:gd name="connsiteY22" fmla="*/ 745350 h 2323145"/>
              <a:gd name="connsiteX23" fmla="*/ 8977138 w 11269336"/>
              <a:gd name="connsiteY23" fmla="*/ 774970 h 2323145"/>
              <a:gd name="connsiteX24" fmla="*/ 8947030 w 11269336"/>
              <a:gd name="connsiteY24" fmla="*/ 814934 h 2323145"/>
              <a:gd name="connsiteX25" fmla="*/ 8914746 w 11269336"/>
              <a:gd name="connsiteY25" fmla="*/ 826428 h 2323145"/>
              <a:gd name="connsiteX26" fmla="*/ 8917778 w 11269336"/>
              <a:gd name="connsiteY26" fmla="*/ 835198 h 2323145"/>
              <a:gd name="connsiteX27" fmla="*/ 8905560 w 11269336"/>
              <a:gd name="connsiteY27" fmla="*/ 838358 h 2323145"/>
              <a:gd name="connsiteX28" fmla="*/ 8897564 w 11269336"/>
              <a:gd name="connsiteY28" fmla="*/ 834287 h 2323145"/>
              <a:gd name="connsiteX29" fmla="*/ 8878040 w 11269336"/>
              <a:gd name="connsiteY29" fmla="*/ 844150 h 2323145"/>
              <a:gd name="connsiteX30" fmla="*/ 8882654 w 11269336"/>
              <a:gd name="connsiteY30" fmla="*/ 892768 h 2323145"/>
              <a:gd name="connsiteX31" fmla="*/ 8795998 w 11269336"/>
              <a:gd name="connsiteY31" fmla="*/ 863337 h 2323145"/>
              <a:gd name="connsiteX32" fmla="*/ 8776970 w 11269336"/>
              <a:gd name="connsiteY32" fmla="*/ 885177 h 2323145"/>
              <a:gd name="connsiteX33" fmla="*/ 8755719 w 11269336"/>
              <a:gd name="connsiteY33" fmla="*/ 889754 h 2323145"/>
              <a:gd name="connsiteX34" fmla="*/ 8743257 w 11269336"/>
              <a:gd name="connsiteY34" fmla="*/ 904723 h 2323145"/>
              <a:gd name="connsiteX35" fmla="*/ 8721366 w 11269336"/>
              <a:gd name="connsiteY35" fmla="*/ 904711 h 2323145"/>
              <a:gd name="connsiteX36" fmla="*/ 8678353 w 11269336"/>
              <a:gd name="connsiteY36" fmla="*/ 926318 h 2323145"/>
              <a:gd name="connsiteX37" fmla="*/ 8636849 w 11269336"/>
              <a:gd name="connsiteY37" fmla="*/ 937900 h 2323145"/>
              <a:gd name="connsiteX38" fmla="*/ 8620213 w 11269336"/>
              <a:gd name="connsiteY38" fmla="*/ 943068 h 2323145"/>
              <a:gd name="connsiteX39" fmla="*/ 8612581 w 11269336"/>
              <a:gd name="connsiteY39" fmla="*/ 952695 h 2323145"/>
              <a:gd name="connsiteX40" fmla="*/ 8589038 w 11269336"/>
              <a:gd name="connsiteY40" fmla="*/ 963892 h 2323145"/>
              <a:gd name="connsiteX41" fmla="*/ 8579950 w 11269336"/>
              <a:gd name="connsiteY41" fmla="*/ 960899 h 2323145"/>
              <a:gd name="connsiteX42" fmla="*/ 8579319 w 11269336"/>
              <a:gd name="connsiteY42" fmla="*/ 965630 h 2323145"/>
              <a:gd name="connsiteX43" fmla="*/ 8547429 w 11269336"/>
              <a:gd name="connsiteY43" fmla="*/ 984506 h 2323145"/>
              <a:gd name="connsiteX44" fmla="*/ 8478704 w 11269336"/>
              <a:gd name="connsiteY44" fmla="*/ 1025490 h 2323145"/>
              <a:gd name="connsiteX45" fmla="*/ 8461421 w 11269336"/>
              <a:gd name="connsiteY45" fmla="*/ 1035512 h 2323145"/>
              <a:gd name="connsiteX46" fmla="*/ 8445003 w 11269336"/>
              <a:gd name="connsiteY46" fmla="*/ 1036851 h 2323145"/>
              <a:gd name="connsiteX47" fmla="*/ 8357350 w 11269336"/>
              <a:gd name="connsiteY47" fmla="*/ 1060213 h 2323145"/>
              <a:gd name="connsiteX48" fmla="*/ 8335565 w 11269336"/>
              <a:gd name="connsiteY48" fmla="*/ 1061151 h 2323145"/>
              <a:gd name="connsiteX49" fmla="*/ 8325267 w 11269336"/>
              <a:gd name="connsiteY49" fmla="*/ 1055919 h 2323145"/>
              <a:gd name="connsiteX50" fmla="*/ 8293586 w 11269336"/>
              <a:gd name="connsiteY50" fmla="*/ 1076144 h 2323145"/>
              <a:gd name="connsiteX51" fmla="*/ 8242405 w 11269336"/>
              <a:gd name="connsiteY51" fmla="*/ 1095960 h 2323145"/>
              <a:gd name="connsiteX52" fmla="*/ 8197391 w 11269336"/>
              <a:gd name="connsiteY52" fmla="*/ 1107746 h 2323145"/>
              <a:gd name="connsiteX53" fmla="*/ 8081474 w 11269336"/>
              <a:gd name="connsiteY53" fmla="*/ 1130125 h 2323145"/>
              <a:gd name="connsiteX54" fmla="*/ 8053585 w 11269336"/>
              <a:gd name="connsiteY54" fmla="*/ 1129169 h 2323145"/>
              <a:gd name="connsiteX55" fmla="*/ 8038422 w 11269336"/>
              <a:gd name="connsiteY55" fmla="*/ 1119092 h 2323145"/>
              <a:gd name="connsiteX56" fmla="*/ 8029450 w 11269336"/>
              <a:gd name="connsiteY56" fmla="*/ 1125592 h 2323145"/>
              <a:gd name="connsiteX57" fmla="*/ 7959552 w 11269336"/>
              <a:gd name="connsiteY57" fmla="*/ 1140188 h 2323145"/>
              <a:gd name="connsiteX58" fmla="*/ 7914188 w 11269336"/>
              <a:gd name="connsiteY58" fmla="*/ 1150862 h 2323145"/>
              <a:gd name="connsiteX59" fmla="*/ 7914918 w 11269336"/>
              <a:gd name="connsiteY59" fmla="*/ 1168758 h 2323145"/>
              <a:gd name="connsiteX60" fmla="*/ 7875510 w 11269336"/>
              <a:gd name="connsiteY60" fmla="*/ 1183153 h 2323145"/>
              <a:gd name="connsiteX61" fmla="*/ 7829932 w 11269336"/>
              <a:gd name="connsiteY61" fmla="*/ 1180782 h 2323145"/>
              <a:gd name="connsiteX62" fmla="*/ 7779182 w 11269336"/>
              <a:gd name="connsiteY62" fmla="*/ 1192665 h 2323145"/>
              <a:gd name="connsiteX63" fmla="*/ 7748774 w 11269336"/>
              <a:gd name="connsiteY63" fmla="*/ 1199586 h 2323145"/>
              <a:gd name="connsiteX64" fmla="*/ 7671846 w 11269336"/>
              <a:gd name="connsiteY64" fmla="*/ 1231966 h 2323145"/>
              <a:gd name="connsiteX65" fmla="*/ 7554146 w 11269336"/>
              <a:gd name="connsiteY65" fmla="*/ 1319748 h 2323145"/>
              <a:gd name="connsiteX66" fmla="*/ 7515052 w 11269336"/>
              <a:gd name="connsiteY66" fmla="*/ 1336718 h 2323145"/>
              <a:gd name="connsiteX67" fmla="*/ 7507193 w 11269336"/>
              <a:gd name="connsiteY67" fmla="*/ 1334617 h 2323145"/>
              <a:gd name="connsiteX68" fmla="*/ 7461694 w 11269336"/>
              <a:gd name="connsiteY68" fmla="*/ 1375866 h 2323145"/>
              <a:gd name="connsiteX69" fmla="*/ 7377571 w 11269336"/>
              <a:gd name="connsiteY69" fmla="*/ 1400128 h 2323145"/>
              <a:gd name="connsiteX70" fmla="*/ 7311261 w 11269336"/>
              <a:gd name="connsiteY70" fmla="*/ 1412652 h 2323145"/>
              <a:gd name="connsiteX71" fmla="*/ 7275307 w 11269336"/>
              <a:gd name="connsiteY71" fmla="*/ 1422171 h 2323145"/>
              <a:gd name="connsiteX72" fmla="*/ 7247783 w 11269336"/>
              <a:gd name="connsiteY72" fmla="*/ 1426330 h 2323145"/>
              <a:gd name="connsiteX73" fmla="*/ 7185047 w 11269336"/>
              <a:gd name="connsiteY73" fmla="*/ 1451812 h 2323145"/>
              <a:gd name="connsiteX74" fmla="*/ 7084117 w 11269336"/>
              <a:gd name="connsiteY74" fmla="*/ 1500281 h 2323145"/>
              <a:gd name="connsiteX75" fmla="*/ 7062011 w 11269336"/>
              <a:gd name="connsiteY75" fmla="*/ 1509183 h 2323145"/>
              <a:gd name="connsiteX76" fmla="*/ 7040555 w 11269336"/>
              <a:gd name="connsiteY76" fmla="*/ 1511207 h 2323145"/>
              <a:gd name="connsiteX77" fmla="*/ 7033438 w 11269336"/>
              <a:gd name="connsiteY77" fmla="*/ 1506772 h 2323145"/>
              <a:gd name="connsiteX78" fmla="*/ 7020886 w 11269336"/>
              <a:gd name="connsiteY78" fmla="*/ 1510764 h 2323145"/>
              <a:gd name="connsiteX79" fmla="*/ 7017033 w 11269336"/>
              <a:gd name="connsiteY79" fmla="*/ 1510650 h 2323145"/>
              <a:gd name="connsiteX80" fmla="*/ 6995460 w 11269336"/>
              <a:gd name="connsiteY80" fmla="*/ 1511173 h 2323145"/>
              <a:gd name="connsiteX81" fmla="*/ 6962144 w 11269336"/>
              <a:gd name="connsiteY81" fmla="*/ 1541508 h 2323145"/>
              <a:gd name="connsiteX82" fmla="*/ 6910674 w 11269336"/>
              <a:gd name="connsiteY82" fmla="*/ 1554793 h 2323145"/>
              <a:gd name="connsiteX83" fmla="*/ 6732152 w 11269336"/>
              <a:gd name="connsiteY83" fmla="*/ 1642538 h 2323145"/>
              <a:gd name="connsiteX84" fmla="*/ 6694106 w 11269336"/>
              <a:gd name="connsiteY84" fmla="*/ 1632377 h 2323145"/>
              <a:gd name="connsiteX85" fmla="*/ 6617223 w 11269336"/>
              <a:gd name="connsiteY85" fmla="*/ 1659889 h 2323145"/>
              <a:gd name="connsiteX86" fmla="*/ 6521138 w 11269336"/>
              <a:gd name="connsiteY86" fmla="*/ 1744340 h 2323145"/>
              <a:gd name="connsiteX87" fmla="*/ 6380677 w 11269336"/>
              <a:gd name="connsiteY87" fmla="*/ 1796883 h 2323145"/>
              <a:gd name="connsiteX88" fmla="*/ 6374897 w 11269336"/>
              <a:gd name="connsiteY88" fmla="*/ 1809910 h 2323145"/>
              <a:gd name="connsiteX89" fmla="*/ 6364545 w 11269336"/>
              <a:gd name="connsiteY89" fmla="*/ 1820090 h 2323145"/>
              <a:gd name="connsiteX90" fmla="*/ 6362126 w 11269336"/>
              <a:gd name="connsiteY90" fmla="*/ 1819991 h 2323145"/>
              <a:gd name="connsiteX91" fmla="*/ 6346673 w 11269336"/>
              <a:gd name="connsiteY91" fmla="*/ 1827824 h 2323145"/>
              <a:gd name="connsiteX92" fmla="*/ 6345588 w 11269336"/>
              <a:gd name="connsiteY92" fmla="*/ 1832232 h 2323145"/>
              <a:gd name="connsiteX93" fmla="*/ 6335708 w 11269336"/>
              <a:gd name="connsiteY93" fmla="*/ 1838451 h 2323145"/>
              <a:gd name="connsiteX94" fmla="*/ 6318182 w 11269336"/>
              <a:gd name="connsiteY94" fmla="*/ 1852975 h 2323145"/>
              <a:gd name="connsiteX95" fmla="*/ 6313084 w 11269336"/>
              <a:gd name="connsiteY95" fmla="*/ 1853561 h 2323145"/>
              <a:gd name="connsiteX96" fmla="*/ 6283816 w 11269336"/>
              <a:gd name="connsiteY96" fmla="*/ 1872148 h 2323145"/>
              <a:gd name="connsiteX97" fmla="*/ 6282550 w 11269336"/>
              <a:gd name="connsiteY97" fmla="*/ 1871392 h 2323145"/>
              <a:gd name="connsiteX98" fmla="*/ 6270527 w 11269336"/>
              <a:gd name="connsiteY98" fmla="*/ 1872208 h 2323145"/>
              <a:gd name="connsiteX99" fmla="*/ 6249518 w 11269336"/>
              <a:gd name="connsiteY99" fmla="*/ 1876079 h 2323145"/>
              <a:gd name="connsiteX100" fmla="*/ 6190386 w 11269336"/>
              <a:gd name="connsiteY100" fmla="*/ 1872478 h 2323145"/>
              <a:gd name="connsiteX101" fmla="*/ 6159777 w 11269336"/>
              <a:gd name="connsiteY101" fmla="*/ 1891745 h 2323145"/>
              <a:gd name="connsiteX102" fmla="*/ 6153131 w 11269336"/>
              <a:gd name="connsiteY102" fmla="*/ 1895079 h 2323145"/>
              <a:gd name="connsiteX103" fmla="*/ 6152798 w 11269336"/>
              <a:gd name="connsiteY103" fmla="*/ 1894920 h 2323145"/>
              <a:gd name="connsiteX104" fmla="*/ 6145388 w 11269336"/>
              <a:gd name="connsiteY104" fmla="*/ 1897990 h 2323145"/>
              <a:gd name="connsiteX105" fmla="*/ 6141014 w 11269336"/>
              <a:gd name="connsiteY105" fmla="*/ 1901155 h 2323145"/>
              <a:gd name="connsiteX106" fmla="*/ 6128122 w 11269336"/>
              <a:gd name="connsiteY106" fmla="*/ 1907623 h 2323145"/>
              <a:gd name="connsiteX107" fmla="*/ 6122351 w 11269336"/>
              <a:gd name="connsiteY107" fmla="*/ 1908359 h 2323145"/>
              <a:gd name="connsiteX108" fmla="*/ 6064750 w 11269336"/>
              <a:gd name="connsiteY108" fmla="*/ 1896394 h 2323145"/>
              <a:gd name="connsiteX109" fmla="*/ 5964230 w 11269336"/>
              <a:gd name="connsiteY109" fmla="*/ 1910038 h 2323145"/>
              <a:gd name="connsiteX110" fmla="*/ 5865399 w 11269336"/>
              <a:gd name="connsiteY110" fmla="*/ 1926966 h 2323145"/>
              <a:gd name="connsiteX111" fmla="*/ 5829951 w 11269336"/>
              <a:gd name="connsiteY111" fmla="*/ 1934755 h 2323145"/>
              <a:gd name="connsiteX112" fmla="*/ 5765285 w 11269336"/>
              <a:gd name="connsiteY112" fmla="*/ 1941322 h 2323145"/>
              <a:gd name="connsiteX113" fmla="*/ 5734750 w 11269336"/>
              <a:gd name="connsiteY113" fmla="*/ 1939793 h 2323145"/>
              <a:gd name="connsiteX114" fmla="*/ 5733569 w 11269336"/>
              <a:gd name="connsiteY114" fmla="*/ 1940505 h 2323145"/>
              <a:gd name="connsiteX115" fmla="*/ 5730329 w 11269336"/>
              <a:gd name="connsiteY115" fmla="*/ 1937845 h 2323145"/>
              <a:gd name="connsiteX116" fmla="*/ 5724661 w 11269336"/>
              <a:gd name="connsiteY116" fmla="*/ 1937455 h 2323145"/>
              <a:gd name="connsiteX117" fmla="*/ 5710186 w 11269336"/>
              <a:gd name="connsiteY117" fmla="*/ 1941370 h 2323145"/>
              <a:gd name="connsiteX118" fmla="*/ 5704910 w 11269336"/>
              <a:gd name="connsiteY118" fmla="*/ 1943663 h 2323145"/>
              <a:gd name="connsiteX119" fmla="*/ 5696836 w 11269336"/>
              <a:gd name="connsiteY119" fmla="*/ 1945271 h 2323145"/>
              <a:gd name="connsiteX120" fmla="*/ 5696583 w 11269336"/>
              <a:gd name="connsiteY120" fmla="*/ 1945050 h 2323145"/>
              <a:gd name="connsiteX121" fmla="*/ 5689123 w 11269336"/>
              <a:gd name="connsiteY121" fmla="*/ 1947067 h 2323145"/>
              <a:gd name="connsiteX122" fmla="*/ 5653291 w 11269336"/>
              <a:gd name="connsiteY122" fmla="*/ 1960245 h 2323145"/>
              <a:gd name="connsiteX123" fmla="*/ 5599385 w 11269336"/>
              <a:gd name="connsiteY123" fmla="*/ 1945198 h 2323145"/>
              <a:gd name="connsiteX124" fmla="*/ 5578300 w 11269336"/>
              <a:gd name="connsiteY124" fmla="*/ 1944963 h 2323145"/>
              <a:gd name="connsiteX125" fmla="*/ 5566758 w 11269336"/>
              <a:gd name="connsiteY125" fmla="*/ 1943441 h 2323145"/>
              <a:gd name="connsiteX126" fmla="*/ 5565857 w 11269336"/>
              <a:gd name="connsiteY126" fmla="*/ 1942445 h 2323145"/>
              <a:gd name="connsiteX127" fmla="*/ 5531534 w 11269336"/>
              <a:gd name="connsiteY127" fmla="*/ 1955208 h 2323145"/>
              <a:gd name="connsiteX128" fmla="*/ 5526552 w 11269336"/>
              <a:gd name="connsiteY128" fmla="*/ 1954799 h 2323145"/>
              <a:gd name="connsiteX129" fmla="*/ 5504723 w 11269336"/>
              <a:gd name="connsiteY129" fmla="*/ 1965811 h 2323145"/>
              <a:gd name="connsiteX130" fmla="*/ 5493156 w 11269336"/>
              <a:gd name="connsiteY130" fmla="*/ 1970063 h 2323145"/>
              <a:gd name="connsiteX131" fmla="*/ 5490486 w 11269336"/>
              <a:gd name="connsiteY131" fmla="*/ 1974227 h 2323145"/>
              <a:gd name="connsiteX132" fmla="*/ 5473107 w 11269336"/>
              <a:gd name="connsiteY132" fmla="*/ 1979001 h 2323145"/>
              <a:gd name="connsiteX133" fmla="*/ 5470885 w 11269336"/>
              <a:gd name="connsiteY133" fmla="*/ 1978432 h 2323145"/>
              <a:gd name="connsiteX134" fmla="*/ 5457393 w 11269336"/>
              <a:gd name="connsiteY134" fmla="*/ 1986525 h 2323145"/>
              <a:gd name="connsiteX135" fmla="*/ 5447102 w 11269336"/>
              <a:gd name="connsiteY135" fmla="*/ 1998329 h 2323145"/>
              <a:gd name="connsiteX136" fmla="*/ 5159151 w 11269336"/>
              <a:gd name="connsiteY136" fmla="*/ 2029640 h 2323145"/>
              <a:gd name="connsiteX137" fmla="*/ 5041688 w 11269336"/>
              <a:gd name="connsiteY137" fmla="*/ 2022334 h 2323145"/>
              <a:gd name="connsiteX138" fmla="*/ 4860988 w 11269336"/>
              <a:gd name="connsiteY138" fmla="*/ 2135698 h 2323145"/>
              <a:gd name="connsiteX139" fmla="*/ 4807902 w 11269336"/>
              <a:gd name="connsiteY139" fmla="*/ 2138894 h 2323145"/>
              <a:gd name="connsiteX140" fmla="*/ 4765388 w 11269336"/>
              <a:gd name="connsiteY140" fmla="*/ 2162525 h 2323145"/>
              <a:gd name="connsiteX141" fmla="*/ 4745033 w 11269336"/>
              <a:gd name="connsiteY141" fmla="*/ 2158859 h 2323145"/>
              <a:gd name="connsiteX142" fmla="*/ 4741475 w 11269336"/>
              <a:gd name="connsiteY142" fmla="*/ 2157998 h 2323145"/>
              <a:gd name="connsiteX143" fmla="*/ 4728247 w 11269336"/>
              <a:gd name="connsiteY143" fmla="*/ 2159526 h 2323145"/>
              <a:gd name="connsiteX144" fmla="*/ 4723263 w 11269336"/>
              <a:gd name="connsiteY144" fmla="*/ 2153742 h 2323145"/>
              <a:gd name="connsiteX145" fmla="*/ 4702453 w 11269336"/>
              <a:gd name="connsiteY145" fmla="*/ 2151586 h 2323145"/>
              <a:gd name="connsiteX146" fmla="*/ 4678455 w 11269336"/>
              <a:gd name="connsiteY146" fmla="*/ 2156131 h 2323145"/>
              <a:gd name="connsiteX147" fmla="*/ 4593061 w 11269336"/>
              <a:gd name="connsiteY147" fmla="*/ 2171597 h 2323145"/>
              <a:gd name="connsiteX148" fmla="*/ 4579902 w 11269336"/>
              <a:gd name="connsiteY148" fmla="*/ 2177927 h 2323145"/>
              <a:gd name="connsiteX149" fmla="*/ 4533444 w 11269336"/>
              <a:gd name="connsiteY149" fmla="*/ 2181200 h 2323145"/>
              <a:gd name="connsiteX150" fmla="*/ 4492832 w 11269336"/>
              <a:gd name="connsiteY150" fmla="*/ 2188033 h 2323145"/>
              <a:gd name="connsiteX151" fmla="*/ 4467257 w 11269336"/>
              <a:gd name="connsiteY151" fmla="*/ 2196121 h 2323145"/>
              <a:gd name="connsiteX152" fmla="*/ 4459937 w 11269336"/>
              <a:gd name="connsiteY152" fmla="*/ 2195182 h 2323145"/>
              <a:gd name="connsiteX153" fmla="*/ 4433312 w 11269336"/>
              <a:gd name="connsiteY153" fmla="*/ 2199004 h 2323145"/>
              <a:gd name="connsiteX154" fmla="*/ 4420601 w 11269336"/>
              <a:gd name="connsiteY154" fmla="*/ 2205158 h 2323145"/>
              <a:gd name="connsiteX155" fmla="*/ 4405765 w 11269336"/>
              <a:gd name="connsiteY155" fmla="*/ 2199902 h 2323145"/>
              <a:gd name="connsiteX156" fmla="*/ 4401354 w 11269336"/>
              <a:gd name="connsiteY156" fmla="*/ 2194745 h 2323145"/>
              <a:gd name="connsiteX157" fmla="*/ 4383151 w 11269336"/>
              <a:gd name="connsiteY157" fmla="*/ 2201140 h 2323145"/>
              <a:gd name="connsiteX158" fmla="*/ 4366646 w 11269336"/>
              <a:gd name="connsiteY158" fmla="*/ 2198564 h 2323145"/>
              <a:gd name="connsiteX159" fmla="*/ 4354009 w 11269336"/>
              <a:gd name="connsiteY159" fmla="*/ 2204984 h 2323145"/>
              <a:gd name="connsiteX160" fmla="*/ 4348284 w 11269336"/>
              <a:gd name="connsiteY160" fmla="*/ 2205270 h 2323145"/>
              <a:gd name="connsiteX161" fmla="*/ 4333906 w 11269336"/>
              <a:gd name="connsiteY161" fmla="*/ 2205251 h 2323145"/>
              <a:gd name="connsiteX162" fmla="*/ 4308819 w 11269336"/>
              <a:gd name="connsiteY162" fmla="*/ 2203822 h 2323145"/>
              <a:gd name="connsiteX163" fmla="*/ 4301210 w 11269336"/>
              <a:gd name="connsiteY163" fmla="*/ 2204456 h 2323145"/>
              <a:gd name="connsiteX164" fmla="*/ 4283095 w 11269336"/>
              <a:gd name="connsiteY164" fmla="*/ 2198177 h 2323145"/>
              <a:gd name="connsiteX165" fmla="*/ 4250119 w 11269336"/>
              <a:gd name="connsiteY165" fmla="*/ 2196342 h 2323145"/>
              <a:gd name="connsiteX166" fmla="*/ 4189203 w 11269336"/>
              <a:gd name="connsiteY166" fmla="*/ 2178994 h 2323145"/>
              <a:gd name="connsiteX167" fmla="*/ 4154035 w 11269336"/>
              <a:gd name="connsiteY167" fmla="*/ 2171950 h 2323145"/>
              <a:gd name="connsiteX168" fmla="*/ 4129569 w 11269336"/>
              <a:gd name="connsiteY168" fmla="*/ 2163850 h 2323145"/>
              <a:gd name="connsiteX169" fmla="*/ 4061250 w 11269336"/>
              <a:gd name="connsiteY169" fmla="*/ 2159236 h 2323145"/>
              <a:gd name="connsiteX170" fmla="*/ 3945480 w 11269336"/>
              <a:gd name="connsiteY170" fmla="*/ 2158279 h 2323145"/>
              <a:gd name="connsiteX171" fmla="*/ 3921468 w 11269336"/>
              <a:gd name="connsiteY171" fmla="*/ 2156588 h 2323145"/>
              <a:gd name="connsiteX172" fmla="*/ 3903348 w 11269336"/>
              <a:gd name="connsiteY172" fmla="*/ 2149220 h 2323145"/>
              <a:gd name="connsiteX173" fmla="*/ 3901342 w 11269336"/>
              <a:gd name="connsiteY173" fmla="*/ 2142355 h 2323145"/>
              <a:gd name="connsiteX174" fmla="*/ 3888539 w 11269336"/>
              <a:gd name="connsiteY174" fmla="*/ 2140476 h 2323145"/>
              <a:gd name="connsiteX175" fmla="*/ 3885662 w 11269336"/>
              <a:gd name="connsiteY175" fmla="*/ 2138740 h 2323145"/>
              <a:gd name="connsiteX176" fmla="*/ 3868627 w 11269336"/>
              <a:gd name="connsiteY176" fmla="*/ 2130023 h 2323145"/>
              <a:gd name="connsiteX177" fmla="*/ 3819177 w 11269336"/>
              <a:gd name="connsiteY177" fmla="*/ 2142111 h 2323145"/>
              <a:gd name="connsiteX178" fmla="*/ 3769100 w 11269336"/>
              <a:gd name="connsiteY178" fmla="*/ 2131731 h 2323145"/>
              <a:gd name="connsiteX179" fmla="*/ 3562752 w 11269336"/>
              <a:gd name="connsiteY179" fmla="*/ 2131785 h 2323145"/>
              <a:gd name="connsiteX180" fmla="*/ 3541402 w 11269336"/>
              <a:gd name="connsiteY180" fmla="*/ 2106821 h 2323145"/>
              <a:gd name="connsiteX181" fmla="*/ 3365341 w 11269336"/>
              <a:gd name="connsiteY181" fmla="*/ 2077638 h 2323145"/>
              <a:gd name="connsiteX182" fmla="*/ 3170922 w 11269336"/>
              <a:gd name="connsiteY182" fmla="*/ 2115957 h 2323145"/>
              <a:gd name="connsiteX183" fmla="*/ 3156256 w 11269336"/>
              <a:gd name="connsiteY183" fmla="*/ 2124773 h 2323145"/>
              <a:gd name="connsiteX184" fmla="*/ 3140298 w 11269336"/>
              <a:gd name="connsiteY184" fmla="*/ 2129182 h 2323145"/>
              <a:gd name="connsiteX185" fmla="*/ 3138514 w 11269336"/>
              <a:gd name="connsiteY185" fmla="*/ 2128069 h 2323145"/>
              <a:gd name="connsiteX186" fmla="*/ 3120467 w 11269336"/>
              <a:gd name="connsiteY186" fmla="*/ 2128281 h 2323145"/>
              <a:gd name="connsiteX187" fmla="*/ 3116175 w 11269336"/>
              <a:gd name="connsiteY187" fmla="*/ 2131633 h 2323145"/>
              <a:gd name="connsiteX188" fmla="*/ 3103685 w 11269336"/>
              <a:gd name="connsiteY188" fmla="*/ 2132814 h 2323145"/>
              <a:gd name="connsiteX189" fmla="*/ 3078794 w 11269336"/>
              <a:gd name="connsiteY189" fmla="*/ 2137935 h 2323145"/>
              <a:gd name="connsiteX190" fmla="*/ 3074407 w 11269336"/>
              <a:gd name="connsiteY190" fmla="*/ 2136274 h 2323145"/>
              <a:gd name="connsiteX191" fmla="*/ 3037285 w 11269336"/>
              <a:gd name="connsiteY191" fmla="*/ 2139919 h 2323145"/>
              <a:gd name="connsiteX192" fmla="*/ 3036901 w 11269336"/>
              <a:gd name="connsiteY192" fmla="*/ 2138726 h 2323145"/>
              <a:gd name="connsiteX193" fmla="*/ 3026996 w 11269336"/>
              <a:gd name="connsiteY193" fmla="*/ 2134322 h 2323145"/>
              <a:gd name="connsiteX194" fmla="*/ 3007772 w 11269336"/>
              <a:gd name="connsiteY194" fmla="*/ 2128742 h 2323145"/>
              <a:gd name="connsiteX195" fmla="*/ 2965030 w 11269336"/>
              <a:gd name="connsiteY195" fmla="*/ 2100494 h 2323145"/>
              <a:gd name="connsiteX196" fmla="*/ 2926342 w 11269336"/>
              <a:gd name="connsiteY196" fmla="*/ 2104155 h 2323145"/>
              <a:gd name="connsiteX197" fmla="*/ 2918608 w 11269336"/>
              <a:gd name="connsiteY197" fmla="*/ 2104215 h 2323145"/>
              <a:gd name="connsiteX198" fmla="*/ 2918475 w 11269336"/>
              <a:gd name="connsiteY198" fmla="*/ 2103937 h 2323145"/>
              <a:gd name="connsiteX199" fmla="*/ 2910360 w 11269336"/>
              <a:gd name="connsiteY199" fmla="*/ 2103444 h 2323145"/>
              <a:gd name="connsiteX200" fmla="*/ 2904507 w 11269336"/>
              <a:gd name="connsiteY200" fmla="*/ 2104326 h 2323145"/>
              <a:gd name="connsiteX201" fmla="*/ 2889503 w 11269336"/>
              <a:gd name="connsiteY201" fmla="*/ 2104443 h 2323145"/>
              <a:gd name="connsiteX202" fmla="*/ 2884480 w 11269336"/>
              <a:gd name="connsiteY202" fmla="*/ 2102626 h 2323145"/>
              <a:gd name="connsiteX203" fmla="*/ 2882689 w 11269336"/>
              <a:gd name="connsiteY203" fmla="*/ 2099228 h 2323145"/>
              <a:gd name="connsiteX204" fmla="*/ 2881291 w 11269336"/>
              <a:gd name="connsiteY204" fmla="*/ 2099618 h 2323145"/>
              <a:gd name="connsiteX205" fmla="*/ 2853979 w 11269336"/>
              <a:gd name="connsiteY205" fmla="*/ 2090388 h 2323145"/>
              <a:gd name="connsiteX206" fmla="*/ 2791790 w 11269336"/>
              <a:gd name="connsiteY206" fmla="*/ 2080332 h 2323145"/>
              <a:gd name="connsiteX207" fmla="*/ 2755844 w 11269336"/>
              <a:gd name="connsiteY207" fmla="*/ 2078874 h 2323145"/>
              <a:gd name="connsiteX208" fmla="*/ 2657742 w 11269336"/>
              <a:gd name="connsiteY208" fmla="*/ 2070179 h 2323145"/>
              <a:gd name="connsiteX209" fmla="*/ 2559549 w 11269336"/>
              <a:gd name="connsiteY209" fmla="*/ 2057873 h 2323145"/>
              <a:gd name="connsiteX210" fmla="*/ 2512054 w 11269336"/>
              <a:gd name="connsiteY210" fmla="*/ 2031671 h 2323145"/>
              <a:gd name="connsiteX211" fmla="*/ 2506437 w 11269336"/>
              <a:gd name="connsiteY211" fmla="*/ 2030918 h 2323145"/>
              <a:gd name="connsiteX212" fmla="*/ 2491752 w 11269336"/>
              <a:gd name="connsiteY212" fmla="*/ 2033906 h 2323145"/>
              <a:gd name="connsiteX213" fmla="*/ 2486338 w 11269336"/>
              <a:gd name="connsiteY213" fmla="*/ 2035862 h 2323145"/>
              <a:gd name="connsiteX214" fmla="*/ 2478186 w 11269336"/>
              <a:gd name="connsiteY214" fmla="*/ 2036953 h 2323145"/>
              <a:gd name="connsiteX215" fmla="*/ 2477950 w 11269336"/>
              <a:gd name="connsiteY215" fmla="*/ 2036715 h 2323145"/>
              <a:gd name="connsiteX216" fmla="*/ 2470381 w 11269336"/>
              <a:gd name="connsiteY216" fmla="*/ 2038256 h 2323145"/>
              <a:gd name="connsiteX217" fmla="*/ 2433781 w 11269336"/>
              <a:gd name="connsiteY217" fmla="*/ 2049140 h 2323145"/>
              <a:gd name="connsiteX218" fmla="*/ 2381172 w 11269336"/>
              <a:gd name="connsiteY218" fmla="*/ 2030645 h 2323145"/>
              <a:gd name="connsiteX219" fmla="*/ 2360198 w 11269336"/>
              <a:gd name="connsiteY219" fmla="*/ 2029059 h 2323145"/>
              <a:gd name="connsiteX220" fmla="*/ 2348815 w 11269336"/>
              <a:gd name="connsiteY220" fmla="*/ 2026798 h 2323145"/>
              <a:gd name="connsiteX221" fmla="*/ 2347988 w 11269336"/>
              <a:gd name="connsiteY221" fmla="*/ 2025745 h 2323145"/>
              <a:gd name="connsiteX222" fmla="*/ 2312920 w 11269336"/>
              <a:gd name="connsiteY222" fmla="*/ 2036311 h 2323145"/>
              <a:gd name="connsiteX223" fmla="*/ 2307986 w 11269336"/>
              <a:gd name="connsiteY223" fmla="*/ 2035583 h 2323145"/>
              <a:gd name="connsiteX224" fmla="*/ 2285481 w 11269336"/>
              <a:gd name="connsiteY224" fmla="*/ 2045197 h 2323145"/>
              <a:gd name="connsiteX225" fmla="*/ 2273666 w 11269336"/>
              <a:gd name="connsiteY225" fmla="*/ 2048710 h 2323145"/>
              <a:gd name="connsiteX226" fmla="*/ 2270719 w 11269336"/>
              <a:gd name="connsiteY226" fmla="*/ 2052702 h 2323145"/>
              <a:gd name="connsiteX227" fmla="*/ 2253080 w 11269336"/>
              <a:gd name="connsiteY227" fmla="*/ 2056363 h 2323145"/>
              <a:gd name="connsiteX228" fmla="*/ 2250906 w 11269336"/>
              <a:gd name="connsiteY228" fmla="*/ 2055654 h 2323145"/>
              <a:gd name="connsiteX229" fmla="*/ 2236905 w 11269336"/>
              <a:gd name="connsiteY229" fmla="*/ 2062882 h 2323145"/>
              <a:gd name="connsiteX230" fmla="*/ 2225830 w 11269336"/>
              <a:gd name="connsiteY230" fmla="*/ 2074027 h 2323145"/>
              <a:gd name="connsiteX231" fmla="*/ 2073776 w 11269336"/>
              <a:gd name="connsiteY231" fmla="*/ 2089244 h 2323145"/>
              <a:gd name="connsiteX232" fmla="*/ 1948256 w 11269336"/>
              <a:gd name="connsiteY232" fmla="*/ 2146616 h 2323145"/>
              <a:gd name="connsiteX233" fmla="*/ 1865582 w 11269336"/>
              <a:gd name="connsiteY233" fmla="*/ 2153738 h 2323145"/>
              <a:gd name="connsiteX234" fmla="*/ 1835210 w 11269336"/>
              <a:gd name="connsiteY234" fmla="*/ 2134244 h 2323145"/>
              <a:gd name="connsiteX235" fmla="*/ 1632661 w 11269336"/>
              <a:gd name="connsiteY235" fmla="*/ 2173882 h 2323145"/>
              <a:gd name="connsiteX236" fmla="*/ 1579590 w 11269336"/>
              <a:gd name="connsiteY236" fmla="*/ 2173680 h 2323145"/>
              <a:gd name="connsiteX237" fmla="*/ 1535601 w 11269336"/>
              <a:gd name="connsiteY237" fmla="*/ 2194590 h 2323145"/>
              <a:gd name="connsiteX238" fmla="*/ 1515594 w 11269336"/>
              <a:gd name="connsiteY238" fmla="*/ 2189622 h 2323145"/>
              <a:gd name="connsiteX239" fmla="*/ 1512113 w 11269336"/>
              <a:gd name="connsiteY239" fmla="*/ 2188534 h 2323145"/>
              <a:gd name="connsiteX240" fmla="*/ 1498838 w 11269336"/>
              <a:gd name="connsiteY240" fmla="*/ 2189213 h 2323145"/>
              <a:gd name="connsiteX241" fmla="*/ 1494279 w 11269336"/>
              <a:gd name="connsiteY241" fmla="*/ 2183112 h 2323145"/>
              <a:gd name="connsiteX242" fmla="*/ 1473714 w 11269336"/>
              <a:gd name="connsiteY242" fmla="*/ 2179625 h 2323145"/>
              <a:gd name="connsiteX243" fmla="*/ 1449503 w 11269336"/>
              <a:gd name="connsiteY243" fmla="*/ 2182633 h 2323145"/>
              <a:gd name="connsiteX244" fmla="*/ 1266687 w 11269336"/>
              <a:gd name="connsiteY244" fmla="*/ 2212688 h 2323145"/>
              <a:gd name="connsiteX245" fmla="*/ 1239614 w 11269336"/>
              <a:gd name="connsiteY245" fmla="*/ 2209727 h 2323145"/>
              <a:gd name="connsiteX246" fmla="*/ 1202436 w 11269336"/>
              <a:gd name="connsiteY246" fmla="*/ 2209817 h 2323145"/>
              <a:gd name="connsiteX247" fmla="*/ 1136097 w 11269336"/>
              <a:gd name="connsiteY247" fmla="*/ 2205112 h 2323145"/>
              <a:gd name="connsiteX248" fmla="*/ 988232 w 11269336"/>
              <a:gd name="connsiteY248" fmla="*/ 2235635 h 2323145"/>
              <a:gd name="connsiteX249" fmla="*/ 981959 w 11269336"/>
              <a:gd name="connsiteY249" fmla="*/ 2231607 h 2323145"/>
              <a:gd name="connsiteX250" fmla="*/ 938600 w 11269336"/>
              <a:gd name="connsiteY250" fmla="*/ 2238113 h 2323145"/>
              <a:gd name="connsiteX251" fmla="*/ 791788 w 11269336"/>
              <a:gd name="connsiteY251" fmla="*/ 2293224 h 2323145"/>
              <a:gd name="connsiteX252" fmla="*/ 706914 w 11269336"/>
              <a:gd name="connsiteY252" fmla="*/ 2305046 h 2323145"/>
              <a:gd name="connsiteX253" fmla="*/ 675971 w 11269336"/>
              <a:gd name="connsiteY253" fmla="*/ 2304030 h 2323145"/>
              <a:gd name="connsiteX254" fmla="*/ 624180 w 11269336"/>
              <a:gd name="connsiteY254" fmla="*/ 2302650 h 2323145"/>
              <a:gd name="connsiteX255" fmla="*/ 583453 w 11269336"/>
              <a:gd name="connsiteY255" fmla="*/ 2288788 h 2323145"/>
              <a:gd name="connsiteX256" fmla="*/ 540946 w 11269336"/>
              <a:gd name="connsiteY256" fmla="*/ 2292721 h 2323145"/>
              <a:gd name="connsiteX257" fmla="*/ 533680 w 11269336"/>
              <a:gd name="connsiteY257" fmla="*/ 2310233 h 2323145"/>
              <a:gd name="connsiteX258" fmla="*/ 487366 w 11269336"/>
              <a:gd name="connsiteY258" fmla="*/ 2309053 h 2323145"/>
              <a:gd name="connsiteX259" fmla="*/ 416820 w 11269336"/>
              <a:gd name="connsiteY259" fmla="*/ 2305443 h 2323145"/>
              <a:gd name="connsiteX260" fmla="*/ 376805 w 11269336"/>
              <a:gd name="connsiteY260" fmla="*/ 2307647 h 2323145"/>
              <a:gd name="connsiteX261" fmla="*/ 266777 w 11269336"/>
              <a:gd name="connsiteY261" fmla="*/ 2309012 h 2323145"/>
              <a:gd name="connsiteX262" fmla="*/ 156013 w 11269336"/>
              <a:gd name="connsiteY262" fmla="*/ 2306832 h 2323145"/>
              <a:gd name="connsiteX263" fmla="*/ 87258 w 11269336"/>
              <a:gd name="connsiteY263" fmla="*/ 2285511 h 2323145"/>
              <a:gd name="connsiteX264" fmla="*/ 23798 w 11269336"/>
              <a:gd name="connsiteY264" fmla="*/ 2281822 h 2323145"/>
              <a:gd name="connsiteX265" fmla="*/ 0 w 11269336"/>
              <a:gd name="connsiteY265" fmla="*/ 2285369 h 2323145"/>
              <a:gd name="connsiteX266" fmla="*/ 0 w 11269336"/>
              <a:gd name="connsiteY266"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380600 w 11269336"/>
              <a:gd name="connsiteY19" fmla="*/ 549821 h 2323145"/>
              <a:gd name="connsiteX20" fmla="*/ 9139429 w 11269336"/>
              <a:gd name="connsiteY20" fmla="*/ 696446 h 2323145"/>
              <a:gd name="connsiteX21" fmla="*/ 9028928 w 11269336"/>
              <a:gd name="connsiteY21" fmla="*/ 745350 h 2323145"/>
              <a:gd name="connsiteX22" fmla="*/ 8977138 w 11269336"/>
              <a:gd name="connsiteY22" fmla="*/ 774970 h 2323145"/>
              <a:gd name="connsiteX23" fmla="*/ 8947030 w 11269336"/>
              <a:gd name="connsiteY23" fmla="*/ 814934 h 2323145"/>
              <a:gd name="connsiteX24" fmla="*/ 8914746 w 11269336"/>
              <a:gd name="connsiteY24" fmla="*/ 826428 h 2323145"/>
              <a:gd name="connsiteX25" fmla="*/ 8917778 w 11269336"/>
              <a:gd name="connsiteY25" fmla="*/ 835198 h 2323145"/>
              <a:gd name="connsiteX26" fmla="*/ 8905560 w 11269336"/>
              <a:gd name="connsiteY26" fmla="*/ 838358 h 2323145"/>
              <a:gd name="connsiteX27" fmla="*/ 8897564 w 11269336"/>
              <a:gd name="connsiteY27" fmla="*/ 834287 h 2323145"/>
              <a:gd name="connsiteX28" fmla="*/ 8878040 w 11269336"/>
              <a:gd name="connsiteY28" fmla="*/ 844150 h 2323145"/>
              <a:gd name="connsiteX29" fmla="*/ 8882654 w 11269336"/>
              <a:gd name="connsiteY29" fmla="*/ 892768 h 2323145"/>
              <a:gd name="connsiteX30" fmla="*/ 8795998 w 11269336"/>
              <a:gd name="connsiteY30" fmla="*/ 863337 h 2323145"/>
              <a:gd name="connsiteX31" fmla="*/ 8776970 w 11269336"/>
              <a:gd name="connsiteY31" fmla="*/ 885177 h 2323145"/>
              <a:gd name="connsiteX32" fmla="*/ 8755719 w 11269336"/>
              <a:gd name="connsiteY32" fmla="*/ 889754 h 2323145"/>
              <a:gd name="connsiteX33" fmla="*/ 8743257 w 11269336"/>
              <a:gd name="connsiteY33" fmla="*/ 904723 h 2323145"/>
              <a:gd name="connsiteX34" fmla="*/ 8721366 w 11269336"/>
              <a:gd name="connsiteY34" fmla="*/ 904711 h 2323145"/>
              <a:gd name="connsiteX35" fmla="*/ 8678353 w 11269336"/>
              <a:gd name="connsiteY35" fmla="*/ 926318 h 2323145"/>
              <a:gd name="connsiteX36" fmla="*/ 8636849 w 11269336"/>
              <a:gd name="connsiteY36" fmla="*/ 937900 h 2323145"/>
              <a:gd name="connsiteX37" fmla="*/ 8620213 w 11269336"/>
              <a:gd name="connsiteY37" fmla="*/ 943068 h 2323145"/>
              <a:gd name="connsiteX38" fmla="*/ 8612581 w 11269336"/>
              <a:gd name="connsiteY38" fmla="*/ 952695 h 2323145"/>
              <a:gd name="connsiteX39" fmla="*/ 8589038 w 11269336"/>
              <a:gd name="connsiteY39" fmla="*/ 963892 h 2323145"/>
              <a:gd name="connsiteX40" fmla="*/ 8579950 w 11269336"/>
              <a:gd name="connsiteY40" fmla="*/ 960899 h 2323145"/>
              <a:gd name="connsiteX41" fmla="*/ 8579319 w 11269336"/>
              <a:gd name="connsiteY41" fmla="*/ 965630 h 2323145"/>
              <a:gd name="connsiteX42" fmla="*/ 8547429 w 11269336"/>
              <a:gd name="connsiteY42" fmla="*/ 984506 h 2323145"/>
              <a:gd name="connsiteX43" fmla="*/ 8478704 w 11269336"/>
              <a:gd name="connsiteY43" fmla="*/ 1025490 h 2323145"/>
              <a:gd name="connsiteX44" fmla="*/ 8461421 w 11269336"/>
              <a:gd name="connsiteY44" fmla="*/ 1035512 h 2323145"/>
              <a:gd name="connsiteX45" fmla="*/ 8445003 w 11269336"/>
              <a:gd name="connsiteY45" fmla="*/ 1036851 h 2323145"/>
              <a:gd name="connsiteX46" fmla="*/ 8357350 w 11269336"/>
              <a:gd name="connsiteY46" fmla="*/ 1060213 h 2323145"/>
              <a:gd name="connsiteX47" fmla="*/ 8335565 w 11269336"/>
              <a:gd name="connsiteY47" fmla="*/ 1061151 h 2323145"/>
              <a:gd name="connsiteX48" fmla="*/ 8325267 w 11269336"/>
              <a:gd name="connsiteY48" fmla="*/ 1055919 h 2323145"/>
              <a:gd name="connsiteX49" fmla="*/ 8293586 w 11269336"/>
              <a:gd name="connsiteY49" fmla="*/ 1076144 h 2323145"/>
              <a:gd name="connsiteX50" fmla="*/ 8242405 w 11269336"/>
              <a:gd name="connsiteY50" fmla="*/ 1095960 h 2323145"/>
              <a:gd name="connsiteX51" fmla="*/ 8197391 w 11269336"/>
              <a:gd name="connsiteY51" fmla="*/ 1107746 h 2323145"/>
              <a:gd name="connsiteX52" fmla="*/ 8081474 w 11269336"/>
              <a:gd name="connsiteY52" fmla="*/ 1130125 h 2323145"/>
              <a:gd name="connsiteX53" fmla="*/ 8053585 w 11269336"/>
              <a:gd name="connsiteY53" fmla="*/ 1129169 h 2323145"/>
              <a:gd name="connsiteX54" fmla="*/ 8038422 w 11269336"/>
              <a:gd name="connsiteY54" fmla="*/ 1119092 h 2323145"/>
              <a:gd name="connsiteX55" fmla="*/ 8029450 w 11269336"/>
              <a:gd name="connsiteY55" fmla="*/ 1125592 h 2323145"/>
              <a:gd name="connsiteX56" fmla="*/ 7959552 w 11269336"/>
              <a:gd name="connsiteY56" fmla="*/ 1140188 h 2323145"/>
              <a:gd name="connsiteX57" fmla="*/ 7914188 w 11269336"/>
              <a:gd name="connsiteY57" fmla="*/ 1150862 h 2323145"/>
              <a:gd name="connsiteX58" fmla="*/ 7914918 w 11269336"/>
              <a:gd name="connsiteY58" fmla="*/ 1168758 h 2323145"/>
              <a:gd name="connsiteX59" fmla="*/ 7875510 w 11269336"/>
              <a:gd name="connsiteY59" fmla="*/ 1183153 h 2323145"/>
              <a:gd name="connsiteX60" fmla="*/ 7829932 w 11269336"/>
              <a:gd name="connsiteY60" fmla="*/ 1180782 h 2323145"/>
              <a:gd name="connsiteX61" fmla="*/ 7779182 w 11269336"/>
              <a:gd name="connsiteY61" fmla="*/ 1192665 h 2323145"/>
              <a:gd name="connsiteX62" fmla="*/ 7748774 w 11269336"/>
              <a:gd name="connsiteY62" fmla="*/ 1199586 h 2323145"/>
              <a:gd name="connsiteX63" fmla="*/ 7671846 w 11269336"/>
              <a:gd name="connsiteY63" fmla="*/ 1231966 h 2323145"/>
              <a:gd name="connsiteX64" fmla="*/ 7554146 w 11269336"/>
              <a:gd name="connsiteY64" fmla="*/ 1319748 h 2323145"/>
              <a:gd name="connsiteX65" fmla="*/ 7515052 w 11269336"/>
              <a:gd name="connsiteY65" fmla="*/ 1336718 h 2323145"/>
              <a:gd name="connsiteX66" fmla="*/ 7507193 w 11269336"/>
              <a:gd name="connsiteY66" fmla="*/ 1334617 h 2323145"/>
              <a:gd name="connsiteX67" fmla="*/ 7461694 w 11269336"/>
              <a:gd name="connsiteY67" fmla="*/ 1375866 h 2323145"/>
              <a:gd name="connsiteX68" fmla="*/ 7377571 w 11269336"/>
              <a:gd name="connsiteY68" fmla="*/ 1400128 h 2323145"/>
              <a:gd name="connsiteX69" fmla="*/ 7311261 w 11269336"/>
              <a:gd name="connsiteY69" fmla="*/ 1412652 h 2323145"/>
              <a:gd name="connsiteX70" fmla="*/ 7275307 w 11269336"/>
              <a:gd name="connsiteY70" fmla="*/ 1422171 h 2323145"/>
              <a:gd name="connsiteX71" fmla="*/ 7247783 w 11269336"/>
              <a:gd name="connsiteY71" fmla="*/ 1426330 h 2323145"/>
              <a:gd name="connsiteX72" fmla="*/ 7185047 w 11269336"/>
              <a:gd name="connsiteY72" fmla="*/ 1451812 h 2323145"/>
              <a:gd name="connsiteX73" fmla="*/ 7084117 w 11269336"/>
              <a:gd name="connsiteY73" fmla="*/ 1500281 h 2323145"/>
              <a:gd name="connsiteX74" fmla="*/ 7062011 w 11269336"/>
              <a:gd name="connsiteY74" fmla="*/ 1509183 h 2323145"/>
              <a:gd name="connsiteX75" fmla="*/ 7040555 w 11269336"/>
              <a:gd name="connsiteY75" fmla="*/ 1511207 h 2323145"/>
              <a:gd name="connsiteX76" fmla="*/ 7033438 w 11269336"/>
              <a:gd name="connsiteY76" fmla="*/ 1506772 h 2323145"/>
              <a:gd name="connsiteX77" fmla="*/ 7020886 w 11269336"/>
              <a:gd name="connsiteY77" fmla="*/ 1510764 h 2323145"/>
              <a:gd name="connsiteX78" fmla="*/ 7017033 w 11269336"/>
              <a:gd name="connsiteY78" fmla="*/ 1510650 h 2323145"/>
              <a:gd name="connsiteX79" fmla="*/ 6995460 w 11269336"/>
              <a:gd name="connsiteY79" fmla="*/ 1511173 h 2323145"/>
              <a:gd name="connsiteX80" fmla="*/ 6962144 w 11269336"/>
              <a:gd name="connsiteY80" fmla="*/ 1541508 h 2323145"/>
              <a:gd name="connsiteX81" fmla="*/ 6910674 w 11269336"/>
              <a:gd name="connsiteY81" fmla="*/ 1554793 h 2323145"/>
              <a:gd name="connsiteX82" fmla="*/ 6732152 w 11269336"/>
              <a:gd name="connsiteY82" fmla="*/ 1642538 h 2323145"/>
              <a:gd name="connsiteX83" fmla="*/ 6694106 w 11269336"/>
              <a:gd name="connsiteY83" fmla="*/ 1632377 h 2323145"/>
              <a:gd name="connsiteX84" fmla="*/ 6617223 w 11269336"/>
              <a:gd name="connsiteY84" fmla="*/ 1659889 h 2323145"/>
              <a:gd name="connsiteX85" fmla="*/ 6521138 w 11269336"/>
              <a:gd name="connsiteY85" fmla="*/ 1744340 h 2323145"/>
              <a:gd name="connsiteX86" fmla="*/ 6380677 w 11269336"/>
              <a:gd name="connsiteY86" fmla="*/ 1796883 h 2323145"/>
              <a:gd name="connsiteX87" fmla="*/ 6374897 w 11269336"/>
              <a:gd name="connsiteY87" fmla="*/ 1809910 h 2323145"/>
              <a:gd name="connsiteX88" fmla="*/ 6364545 w 11269336"/>
              <a:gd name="connsiteY88" fmla="*/ 1820090 h 2323145"/>
              <a:gd name="connsiteX89" fmla="*/ 6362126 w 11269336"/>
              <a:gd name="connsiteY89" fmla="*/ 1819991 h 2323145"/>
              <a:gd name="connsiteX90" fmla="*/ 6346673 w 11269336"/>
              <a:gd name="connsiteY90" fmla="*/ 1827824 h 2323145"/>
              <a:gd name="connsiteX91" fmla="*/ 6345588 w 11269336"/>
              <a:gd name="connsiteY91" fmla="*/ 1832232 h 2323145"/>
              <a:gd name="connsiteX92" fmla="*/ 6335708 w 11269336"/>
              <a:gd name="connsiteY92" fmla="*/ 1838451 h 2323145"/>
              <a:gd name="connsiteX93" fmla="*/ 6318182 w 11269336"/>
              <a:gd name="connsiteY93" fmla="*/ 1852975 h 2323145"/>
              <a:gd name="connsiteX94" fmla="*/ 6313084 w 11269336"/>
              <a:gd name="connsiteY94" fmla="*/ 1853561 h 2323145"/>
              <a:gd name="connsiteX95" fmla="*/ 6283816 w 11269336"/>
              <a:gd name="connsiteY95" fmla="*/ 1872148 h 2323145"/>
              <a:gd name="connsiteX96" fmla="*/ 6282550 w 11269336"/>
              <a:gd name="connsiteY96" fmla="*/ 1871392 h 2323145"/>
              <a:gd name="connsiteX97" fmla="*/ 6270527 w 11269336"/>
              <a:gd name="connsiteY97" fmla="*/ 1872208 h 2323145"/>
              <a:gd name="connsiteX98" fmla="*/ 6249518 w 11269336"/>
              <a:gd name="connsiteY98" fmla="*/ 1876079 h 2323145"/>
              <a:gd name="connsiteX99" fmla="*/ 6190386 w 11269336"/>
              <a:gd name="connsiteY99" fmla="*/ 1872478 h 2323145"/>
              <a:gd name="connsiteX100" fmla="*/ 6159777 w 11269336"/>
              <a:gd name="connsiteY100" fmla="*/ 1891745 h 2323145"/>
              <a:gd name="connsiteX101" fmla="*/ 6153131 w 11269336"/>
              <a:gd name="connsiteY101" fmla="*/ 1895079 h 2323145"/>
              <a:gd name="connsiteX102" fmla="*/ 6152798 w 11269336"/>
              <a:gd name="connsiteY102" fmla="*/ 1894920 h 2323145"/>
              <a:gd name="connsiteX103" fmla="*/ 6145388 w 11269336"/>
              <a:gd name="connsiteY103" fmla="*/ 1897990 h 2323145"/>
              <a:gd name="connsiteX104" fmla="*/ 6141014 w 11269336"/>
              <a:gd name="connsiteY104" fmla="*/ 1901155 h 2323145"/>
              <a:gd name="connsiteX105" fmla="*/ 6128122 w 11269336"/>
              <a:gd name="connsiteY105" fmla="*/ 1907623 h 2323145"/>
              <a:gd name="connsiteX106" fmla="*/ 6122351 w 11269336"/>
              <a:gd name="connsiteY106" fmla="*/ 1908359 h 2323145"/>
              <a:gd name="connsiteX107" fmla="*/ 6064750 w 11269336"/>
              <a:gd name="connsiteY107" fmla="*/ 1896394 h 2323145"/>
              <a:gd name="connsiteX108" fmla="*/ 5964230 w 11269336"/>
              <a:gd name="connsiteY108" fmla="*/ 1910038 h 2323145"/>
              <a:gd name="connsiteX109" fmla="*/ 5865399 w 11269336"/>
              <a:gd name="connsiteY109" fmla="*/ 1926966 h 2323145"/>
              <a:gd name="connsiteX110" fmla="*/ 5829951 w 11269336"/>
              <a:gd name="connsiteY110" fmla="*/ 1934755 h 2323145"/>
              <a:gd name="connsiteX111" fmla="*/ 5765285 w 11269336"/>
              <a:gd name="connsiteY111" fmla="*/ 1941322 h 2323145"/>
              <a:gd name="connsiteX112" fmla="*/ 5734750 w 11269336"/>
              <a:gd name="connsiteY112" fmla="*/ 1939793 h 2323145"/>
              <a:gd name="connsiteX113" fmla="*/ 5733569 w 11269336"/>
              <a:gd name="connsiteY113" fmla="*/ 1940505 h 2323145"/>
              <a:gd name="connsiteX114" fmla="*/ 5730329 w 11269336"/>
              <a:gd name="connsiteY114" fmla="*/ 1937845 h 2323145"/>
              <a:gd name="connsiteX115" fmla="*/ 5724661 w 11269336"/>
              <a:gd name="connsiteY115" fmla="*/ 1937455 h 2323145"/>
              <a:gd name="connsiteX116" fmla="*/ 5710186 w 11269336"/>
              <a:gd name="connsiteY116" fmla="*/ 1941370 h 2323145"/>
              <a:gd name="connsiteX117" fmla="*/ 5704910 w 11269336"/>
              <a:gd name="connsiteY117" fmla="*/ 1943663 h 2323145"/>
              <a:gd name="connsiteX118" fmla="*/ 5696836 w 11269336"/>
              <a:gd name="connsiteY118" fmla="*/ 1945271 h 2323145"/>
              <a:gd name="connsiteX119" fmla="*/ 5696583 w 11269336"/>
              <a:gd name="connsiteY119" fmla="*/ 1945050 h 2323145"/>
              <a:gd name="connsiteX120" fmla="*/ 5689123 w 11269336"/>
              <a:gd name="connsiteY120" fmla="*/ 1947067 h 2323145"/>
              <a:gd name="connsiteX121" fmla="*/ 5653291 w 11269336"/>
              <a:gd name="connsiteY121" fmla="*/ 1960245 h 2323145"/>
              <a:gd name="connsiteX122" fmla="*/ 5599385 w 11269336"/>
              <a:gd name="connsiteY122" fmla="*/ 1945198 h 2323145"/>
              <a:gd name="connsiteX123" fmla="*/ 5578300 w 11269336"/>
              <a:gd name="connsiteY123" fmla="*/ 1944963 h 2323145"/>
              <a:gd name="connsiteX124" fmla="*/ 5566758 w 11269336"/>
              <a:gd name="connsiteY124" fmla="*/ 1943441 h 2323145"/>
              <a:gd name="connsiteX125" fmla="*/ 5565857 w 11269336"/>
              <a:gd name="connsiteY125" fmla="*/ 1942445 h 2323145"/>
              <a:gd name="connsiteX126" fmla="*/ 5531534 w 11269336"/>
              <a:gd name="connsiteY126" fmla="*/ 1955208 h 2323145"/>
              <a:gd name="connsiteX127" fmla="*/ 5526552 w 11269336"/>
              <a:gd name="connsiteY127" fmla="*/ 1954799 h 2323145"/>
              <a:gd name="connsiteX128" fmla="*/ 5504723 w 11269336"/>
              <a:gd name="connsiteY128" fmla="*/ 1965811 h 2323145"/>
              <a:gd name="connsiteX129" fmla="*/ 5493156 w 11269336"/>
              <a:gd name="connsiteY129" fmla="*/ 1970063 h 2323145"/>
              <a:gd name="connsiteX130" fmla="*/ 5490486 w 11269336"/>
              <a:gd name="connsiteY130" fmla="*/ 1974227 h 2323145"/>
              <a:gd name="connsiteX131" fmla="*/ 5473107 w 11269336"/>
              <a:gd name="connsiteY131" fmla="*/ 1979001 h 2323145"/>
              <a:gd name="connsiteX132" fmla="*/ 5470885 w 11269336"/>
              <a:gd name="connsiteY132" fmla="*/ 1978432 h 2323145"/>
              <a:gd name="connsiteX133" fmla="*/ 5457393 w 11269336"/>
              <a:gd name="connsiteY133" fmla="*/ 1986525 h 2323145"/>
              <a:gd name="connsiteX134" fmla="*/ 5447102 w 11269336"/>
              <a:gd name="connsiteY134" fmla="*/ 1998329 h 2323145"/>
              <a:gd name="connsiteX135" fmla="*/ 5159151 w 11269336"/>
              <a:gd name="connsiteY135" fmla="*/ 2029640 h 2323145"/>
              <a:gd name="connsiteX136" fmla="*/ 5041688 w 11269336"/>
              <a:gd name="connsiteY136" fmla="*/ 2022334 h 2323145"/>
              <a:gd name="connsiteX137" fmla="*/ 4860988 w 11269336"/>
              <a:gd name="connsiteY137" fmla="*/ 2135698 h 2323145"/>
              <a:gd name="connsiteX138" fmla="*/ 4807902 w 11269336"/>
              <a:gd name="connsiteY138" fmla="*/ 2138894 h 2323145"/>
              <a:gd name="connsiteX139" fmla="*/ 4765388 w 11269336"/>
              <a:gd name="connsiteY139" fmla="*/ 2162525 h 2323145"/>
              <a:gd name="connsiteX140" fmla="*/ 4745033 w 11269336"/>
              <a:gd name="connsiteY140" fmla="*/ 2158859 h 2323145"/>
              <a:gd name="connsiteX141" fmla="*/ 4741475 w 11269336"/>
              <a:gd name="connsiteY141" fmla="*/ 2157998 h 2323145"/>
              <a:gd name="connsiteX142" fmla="*/ 4728247 w 11269336"/>
              <a:gd name="connsiteY142" fmla="*/ 2159526 h 2323145"/>
              <a:gd name="connsiteX143" fmla="*/ 4723263 w 11269336"/>
              <a:gd name="connsiteY143" fmla="*/ 2153742 h 2323145"/>
              <a:gd name="connsiteX144" fmla="*/ 4702453 w 11269336"/>
              <a:gd name="connsiteY144" fmla="*/ 2151586 h 2323145"/>
              <a:gd name="connsiteX145" fmla="*/ 4678455 w 11269336"/>
              <a:gd name="connsiteY145" fmla="*/ 2156131 h 2323145"/>
              <a:gd name="connsiteX146" fmla="*/ 4593061 w 11269336"/>
              <a:gd name="connsiteY146" fmla="*/ 2171597 h 2323145"/>
              <a:gd name="connsiteX147" fmla="*/ 4579902 w 11269336"/>
              <a:gd name="connsiteY147" fmla="*/ 2177927 h 2323145"/>
              <a:gd name="connsiteX148" fmla="*/ 4533444 w 11269336"/>
              <a:gd name="connsiteY148" fmla="*/ 2181200 h 2323145"/>
              <a:gd name="connsiteX149" fmla="*/ 4492832 w 11269336"/>
              <a:gd name="connsiteY149" fmla="*/ 2188033 h 2323145"/>
              <a:gd name="connsiteX150" fmla="*/ 4467257 w 11269336"/>
              <a:gd name="connsiteY150" fmla="*/ 2196121 h 2323145"/>
              <a:gd name="connsiteX151" fmla="*/ 4459937 w 11269336"/>
              <a:gd name="connsiteY151" fmla="*/ 2195182 h 2323145"/>
              <a:gd name="connsiteX152" fmla="*/ 4433312 w 11269336"/>
              <a:gd name="connsiteY152" fmla="*/ 2199004 h 2323145"/>
              <a:gd name="connsiteX153" fmla="*/ 4420601 w 11269336"/>
              <a:gd name="connsiteY153" fmla="*/ 2205158 h 2323145"/>
              <a:gd name="connsiteX154" fmla="*/ 4405765 w 11269336"/>
              <a:gd name="connsiteY154" fmla="*/ 2199902 h 2323145"/>
              <a:gd name="connsiteX155" fmla="*/ 4401354 w 11269336"/>
              <a:gd name="connsiteY155" fmla="*/ 2194745 h 2323145"/>
              <a:gd name="connsiteX156" fmla="*/ 4383151 w 11269336"/>
              <a:gd name="connsiteY156" fmla="*/ 2201140 h 2323145"/>
              <a:gd name="connsiteX157" fmla="*/ 4366646 w 11269336"/>
              <a:gd name="connsiteY157" fmla="*/ 2198564 h 2323145"/>
              <a:gd name="connsiteX158" fmla="*/ 4354009 w 11269336"/>
              <a:gd name="connsiteY158" fmla="*/ 2204984 h 2323145"/>
              <a:gd name="connsiteX159" fmla="*/ 4348284 w 11269336"/>
              <a:gd name="connsiteY159" fmla="*/ 2205270 h 2323145"/>
              <a:gd name="connsiteX160" fmla="*/ 4333906 w 11269336"/>
              <a:gd name="connsiteY160" fmla="*/ 2205251 h 2323145"/>
              <a:gd name="connsiteX161" fmla="*/ 4308819 w 11269336"/>
              <a:gd name="connsiteY161" fmla="*/ 2203822 h 2323145"/>
              <a:gd name="connsiteX162" fmla="*/ 4301210 w 11269336"/>
              <a:gd name="connsiteY162" fmla="*/ 2204456 h 2323145"/>
              <a:gd name="connsiteX163" fmla="*/ 4283095 w 11269336"/>
              <a:gd name="connsiteY163" fmla="*/ 2198177 h 2323145"/>
              <a:gd name="connsiteX164" fmla="*/ 4250119 w 11269336"/>
              <a:gd name="connsiteY164" fmla="*/ 2196342 h 2323145"/>
              <a:gd name="connsiteX165" fmla="*/ 4189203 w 11269336"/>
              <a:gd name="connsiteY165" fmla="*/ 2178994 h 2323145"/>
              <a:gd name="connsiteX166" fmla="*/ 4154035 w 11269336"/>
              <a:gd name="connsiteY166" fmla="*/ 2171950 h 2323145"/>
              <a:gd name="connsiteX167" fmla="*/ 4129569 w 11269336"/>
              <a:gd name="connsiteY167" fmla="*/ 2163850 h 2323145"/>
              <a:gd name="connsiteX168" fmla="*/ 4061250 w 11269336"/>
              <a:gd name="connsiteY168" fmla="*/ 2159236 h 2323145"/>
              <a:gd name="connsiteX169" fmla="*/ 3945480 w 11269336"/>
              <a:gd name="connsiteY169" fmla="*/ 2158279 h 2323145"/>
              <a:gd name="connsiteX170" fmla="*/ 3921468 w 11269336"/>
              <a:gd name="connsiteY170" fmla="*/ 2156588 h 2323145"/>
              <a:gd name="connsiteX171" fmla="*/ 3903348 w 11269336"/>
              <a:gd name="connsiteY171" fmla="*/ 2149220 h 2323145"/>
              <a:gd name="connsiteX172" fmla="*/ 3901342 w 11269336"/>
              <a:gd name="connsiteY172" fmla="*/ 2142355 h 2323145"/>
              <a:gd name="connsiteX173" fmla="*/ 3888539 w 11269336"/>
              <a:gd name="connsiteY173" fmla="*/ 2140476 h 2323145"/>
              <a:gd name="connsiteX174" fmla="*/ 3885662 w 11269336"/>
              <a:gd name="connsiteY174" fmla="*/ 2138740 h 2323145"/>
              <a:gd name="connsiteX175" fmla="*/ 3868627 w 11269336"/>
              <a:gd name="connsiteY175" fmla="*/ 2130023 h 2323145"/>
              <a:gd name="connsiteX176" fmla="*/ 3819177 w 11269336"/>
              <a:gd name="connsiteY176" fmla="*/ 2142111 h 2323145"/>
              <a:gd name="connsiteX177" fmla="*/ 3769100 w 11269336"/>
              <a:gd name="connsiteY177" fmla="*/ 2131731 h 2323145"/>
              <a:gd name="connsiteX178" fmla="*/ 3562752 w 11269336"/>
              <a:gd name="connsiteY178" fmla="*/ 2131785 h 2323145"/>
              <a:gd name="connsiteX179" fmla="*/ 3541402 w 11269336"/>
              <a:gd name="connsiteY179" fmla="*/ 2106821 h 2323145"/>
              <a:gd name="connsiteX180" fmla="*/ 3365341 w 11269336"/>
              <a:gd name="connsiteY180" fmla="*/ 2077638 h 2323145"/>
              <a:gd name="connsiteX181" fmla="*/ 3170922 w 11269336"/>
              <a:gd name="connsiteY181" fmla="*/ 2115957 h 2323145"/>
              <a:gd name="connsiteX182" fmla="*/ 3156256 w 11269336"/>
              <a:gd name="connsiteY182" fmla="*/ 2124773 h 2323145"/>
              <a:gd name="connsiteX183" fmla="*/ 3140298 w 11269336"/>
              <a:gd name="connsiteY183" fmla="*/ 2129182 h 2323145"/>
              <a:gd name="connsiteX184" fmla="*/ 3138514 w 11269336"/>
              <a:gd name="connsiteY184" fmla="*/ 2128069 h 2323145"/>
              <a:gd name="connsiteX185" fmla="*/ 3120467 w 11269336"/>
              <a:gd name="connsiteY185" fmla="*/ 2128281 h 2323145"/>
              <a:gd name="connsiteX186" fmla="*/ 3116175 w 11269336"/>
              <a:gd name="connsiteY186" fmla="*/ 2131633 h 2323145"/>
              <a:gd name="connsiteX187" fmla="*/ 3103685 w 11269336"/>
              <a:gd name="connsiteY187" fmla="*/ 2132814 h 2323145"/>
              <a:gd name="connsiteX188" fmla="*/ 3078794 w 11269336"/>
              <a:gd name="connsiteY188" fmla="*/ 2137935 h 2323145"/>
              <a:gd name="connsiteX189" fmla="*/ 3074407 w 11269336"/>
              <a:gd name="connsiteY189" fmla="*/ 2136274 h 2323145"/>
              <a:gd name="connsiteX190" fmla="*/ 3037285 w 11269336"/>
              <a:gd name="connsiteY190" fmla="*/ 2139919 h 2323145"/>
              <a:gd name="connsiteX191" fmla="*/ 3036901 w 11269336"/>
              <a:gd name="connsiteY191" fmla="*/ 2138726 h 2323145"/>
              <a:gd name="connsiteX192" fmla="*/ 3026996 w 11269336"/>
              <a:gd name="connsiteY192" fmla="*/ 2134322 h 2323145"/>
              <a:gd name="connsiteX193" fmla="*/ 3007772 w 11269336"/>
              <a:gd name="connsiteY193" fmla="*/ 2128742 h 2323145"/>
              <a:gd name="connsiteX194" fmla="*/ 2965030 w 11269336"/>
              <a:gd name="connsiteY194" fmla="*/ 2100494 h 2323145"/>
              <a:gd name="connsiteX195" fmla="*/ 2926342 w 11269336"/>
              <a:gd name="connsiteY195" fmla="*/ 2104155 h 2323145"/>
              <a:gd name="connsiteX196" fmla="*/ 2918608 w 11269336"/>
              <a:gd name="connsiteY196" fmla="*/ 2104215 h 2323145"/>
              <a:gd name="connsiteX197" fmla="*/ 2918475 w 11269336"/>
              <a:gd name="connsiteY197" fmla="*/ 2103937 h 2323145"/>
              <a:gd name="connsiteX198" fmla="*/ 2910360 w 11269336"/>
              <a:gd name="connsiteY198" fmla="*/ 2103444 h 2323145"/>
              <a:gd name="connsiteX199" fmla="*/ 2904507 w 11269336"/>
              <a:gd name="connsiteY199" fmla="*/ 2104326 h 2323145"/>
              <a:gd name="connsiteX200" fmla="*/ 2889503 w 11269336"/>
              <a:gd name="connsiteY200" fmla="*/ 2104443 h 2323145"/>
              <a:gd name="connsiteX201" fmla="*/ 2884480 w 11269336"/>
              <a:gd name="connsiteY201" fmla="*/ 2102626 h 2323145"/>
              <a:gd name="connsiteX202" fmla="*/ 2882689 w 11269336"/>
              <a:gd name="connsiteY202" fmla="*/ 2099228 h 2323145"/>
              <a:gd name="connsiteX203" fmla="*/ 2881291 w 11269336"/>
              <a:gd name="connsiteY203" fmla="*/ 2099618 h 2323145"/>
              <a:gd name="connsiteX204" fmla="*/ 2853979 w 11269336"/>
              <a:gd name="connsiteY204" fmla="*/ 2090388 h 2323145"/>
              <a:gd name="connsiteX205" fmla="*/ 2791790 w 11269336"/>
              <a:gd name="connsiteY205" fmla="*/ 2080332 h 2323145"/>
              <a:gd name="connsiteX206" fmla="*/ 2755844 w 11269336"/>
              <a:gd name="connsiteY206" fmla="*/ 2078874 h 2323145"/>
              <a:gd name="connsiteX207" fmla="*/ 2657742 w 11269336"/>
              <a:gd name="connsiteY207" fmla="*/ 2070179 h 2323145"/>
              <a:gd name="connsiteX208" fmla="*/ 2559549 w 11269336"/>
              <a:gd name="connsiteY208" fmla="*/ 2057873 h 2323145"/>
              <a:gd name="connsiteX209" fmla="*/ 2512054 w 11269336"/>
              <a:gd name="connsiteY209" fmla="*/ 2031671 h 2323145"/>
              <a:gd name="connsiteX210" fmla="*/ 2506437 w 11269336"/>
              <a:gd name="connsiteY210" fmla="*/ 2030918 h 2323145"/>
              <a:gd name="connsiteX211" fmla="*/ 2491752 w 11269336"/>
              <a:gd name="connsiteY211" fmla="*/ 2033906 h 2323145"/>
              <a:gd name="connsiteX212" fmla="*/ 2486338 w 11269336"/>
              <a:gd name="connsiteY212" fmla="*/ 2035862 h 2323145"/>
              <a:gd name="connsiteX213" fmla="*/ 2478186 w 11269336"/>
              <a:gd name="connsiteY213" fmla="*/ 2036953 h 2323145"/>
              <a:gd name="connsiteX214" fmla="*/ 2477950 w 11269336"/>
              <a:gd name="connsiteY214" fmla="*/ 2036715 h 2323145"/>
              <a:gd name="connsiteX215" fmla="*/ 2470381 w 11269336"/>
              <a:gd name="connsiteY215" fmla="*/ 2038256 h 2323145"/>
              <a:gd name="connsiteX216" fmla="*/ 2433781 w 11269336"/>
              <a:gd name="connsiteY216" fmla="*/ 2049140 h 2323145"/>
              <a:gd name="connsiteX217" fmla="*/ 2381172 w 11269336"/>
              <a:gd name="connsiteY217" fmla="*/ 2030645 h 2323145"/>
              <a:gd name="connsiteX218" fmla="*/ 2360198 w 11269336"/>
              <a:gd name="connsiteY218" fmla="*/ 2029059 h 2323145"/>
              <a:gd name="connsiteX219" fmla="*/ 2348815 w 11269336"/>
              <a:gd name="connsiteY219" fmla="*/ 2026798 h 2323145"/>
              <a:gd name="connsiteX220" fmla="*/ 2347988 w 11269336"/>
              <a:gd name="connsiteY220" fmla="*/ 2025745 h 2323145"/>
              <a:gd name="connsiteX221" fmla="*/ 2312920 w 11269336"/>
              <a:gd name="connsiteY221" fmla="*/ 2036311 h 2323145"/>
              <a:gd name="connsiteX222" fmla="*/ 2307986 w 11269336"/>
              <a:gd name="connsiteY222" fmla="*/ 2035583 h 2323145"/>
              <a:gd name="connsiteX223" fmla="*/ 2285481 w 11269336"/>
              <a:gd name="connsiteY223" fmla="*/ 2045197 h 2323145"/>
              <a:gd name="connsiteX224" fmla="*/ 2273666 w 11269336"/>
              <a:gd name="connsiteY224" fmla="*/ 2048710 h 2323145"/>
              <a:gd name="connsiteX225" fmla="*/ 2270719 w 11269336"/>
              <a:gd name="connsiteY225" fmla="*/ 2052702 h 2323145"/>
              <a:gd name="connsiteX226" fmla="*/ 2253080 w 11269336"/>
              <a:gd name="connsiteY226" fmla="*/ 2056363 h 2323145"/>
              <a:gd name="connsiteX227" fmla="*/ 2250906 w 11269336"/>
              <a:gd name="connsiteY227" fmla="*/ 2055654 h 2323145"/>
              <a:gd name="connsiteX228" fmla="*/ 2236905 w 11269336"/>
              <a:gd name="connsiteY228" fmla="*/ 2062882 h 2323145"/>
              <a:gd name="connsiteX229" fmla="*/ 2225830 w 11269336"/>
              <a:gd name="connsiteY229" fmla="*/ 2074027 h 2323145"/>
              <a:gd name="connsiteX230" fmla="*/ 2073776 w 11269336"/>
              <a:gd name="connsiteY230" fmla="*/ 2089244 h 2323145"/>
              <a:gd name="connsiteX231" fmla="*/ 1948256 w 11269336"/>
              <a:gd name="connsiteY231" fmla="*/ 2146616 h 2323145"/>
              <a:gd name="connsiteX232" fmla="*/ 1865582 w 11269336"/>
              <a:gd name="connsiteY232" fmla="*/ 2153738 h 2323145"/>
              <a:gd name="connsiteX233" fmla="*/ 1835210 w 11269336"/>
              <a:gd name="connsiteY233" fmla="*/ 2134244 h 2323145"/>
              <a:gd name="connsiteX234" fmla="*/ 1632661 w 11269336"/>
              <a:gd name="connsiteY234" fmla="*/ 2173882 h 2323145"/>
              <a:gd name="connsiteX235" fmla="*/ 1579590 w 11269336"/>
              <a:gd name="connsiteY235" fmla="*/ 2173680 h 2323145"/>
              <a:gd name="connsiteX236" fmla="*/ 1535601 w 11269336"/>
              <a:gd name="connsiteY236" fmla="*/ 2194590 h 2323145"/>
              <a:gd name="connsiteX237" fmla="*/ 1515594 w 11269336"/>
              <a:gd name="connsiteY237" fmla="*/ 2189622 h 2323145"/>
              <a:gd name="connsiteX238" fmla="*/ 1512113 w 11269336"/>
              <a:gd name="connsiteY238" fmla="*/ 2188534 h 2323145"/>
              <a:gd name="connsiteX239" fmla="*/ 1498838 w 11269336"/>
              <a:gd name="connsiteY239" fmla="*/ 2189213 h 2323145"/>
              <a:gd name="connsiteX240" fmla="*/ 1494279 w 11269336"/>
              <a:gd name="connsiteY240" fmla="*/ 2183112 h 2323145"/>
              <a:gd name="connsiteX241" fmla="*/ 1473714 w 11269336"/>
              <a:gd name="connsiteY241" fmla="*/ 2179625 h 2323145"/>
              <a:gd name="connsiteX242" fmla="*/ 1449503 w 11269336"/>
              <a:gd name="connsiteY242" fmla="*/ 2182633 h 2323145"/>
              <a:gd name="connsiteX243" fmla="*/ 1266687 w 11269336"/>
              <a:gd name="connsiteY243" fmla="*/ 2212688 h 2323145"/>
              <a:gd name="connsiteX244" fmla="*/ 1239614 w 11269336"/>
              <a:gd name="connsiteY244" fmla="*/ 2209727 h 2323145"/>
              <a:gd name="connsiteX245" fmla="*/ 1202436 w 11269336"/>
              <a:gd name="connsiteY245" fmla="*/ 2209817 h 2323145"/>
              <a:gd name="connsiteX246" fmla="*/ 1136097 w 11269336"/>
              <a:gd name="connsiteY246" fmla="*/ 2205112 h 2323145"/>
              <a:gd name="connsiteX247" fmla="*/ 988232 w 11269336"/>
              <a:gd name="connsiteY247" fmla="*/ 2235635 h 2323145"/>
              <a:gd name="connsiteX248" fmla="*/ 981959 w 11269336"/>
              <a:gd name="connsiteY248" fmla="*/ 2231607 h 2323145"/>
              <a:gd name="connsiteX249" fmla="*/ 938600 w 11269336"/>
              <a:gd name="connsiteY249" fmla="*/ 2238113 h 2323145"/>
              <a:gd name="connsiteX250" fmla="*/ 791788 w 11269336"/>
              <a:gd name="connsiteY250" fmla="*/ 2293224 h 2323145"/>
              <a:gd name="connsiteX251" fmla="*/ 706914 w 11269336"/>
              <a:gd name="connsiteY251" fmla="*/ 2305046 h 2323145"/>
              <a:gd name="connsiteX252" fmla="*/ 675971 w 11269336"/>
              <a:gd name="connsiteY252" fmla="*/ 2304030 h 2323145"/>
              <a:gd name="connsiteX253" fmla="*/ 624180 w 11269336"/>
              <a:gd name="connsiteY253" fmla="*/ 2302650 h 2323145"/>
              <a:gd name="connsiteX254" fmla="*/ 583453 w 11269336"/>
              <a:gd name="connsiteY254" fmla="*/ 2288788 h 2323145"/>
              <a:gd name="connsiteX255" fmla="*/ 540946 w 11269336"/>
              <a:gd name="connsiteY255" fmla="*/ 2292721 h 2323145"/>
              <a:gd name="connsiteX256" fmla="*/ 533680 w 11269336"/>
              <a:gd name="connsiteY256" fmla="*/ 2310233 h 2323145"/>
              <a:gd name="connsiteX257" fmla="*/ 487366 w 11269336"/>
              <a:gd name="connsiteY257" fmla="*/ 2309053 h 2323145"/>
              <a:gd name="connsiteX258" fmla="*/ 416820 w 11269336"/>
              <a:gd name="connsiteY258" fmla="*/ 2305443 h 2323145"/>
              <a:gd name="connsiteX259" fmla="*/ 376805 w 11269336"/>
              <a:gd name="connsiteY259" fmla="*/ 2307647 h 2323145"/>
              <a:gd name="connsiteX260" fmla="*/ 266777 w 11269336"/>
              <a:gd name="connsiteY260" fmla="*/ 2309012 h 2323145"/>
              <a:gd name="connsiteX261" fmla="*/ 156013 w 11269336"/>
              <a:gd name="connsiteY261" fmla="*/ 2306832 h 2323145"/>
              <a:gd name="connsiteX262" fmla="*/ 87258 w 11269336"/>
              <a:gd name="connsiteY262" fmla="*/ 2285511 h 2323145"/>
              <a:gd name="connsiteX263" fmla="*/ 23798 w 11269336"/>
              <a:gd name="connsiteY263" fmla="*/ 2281822 h 2323145"/>
              <a:gd name="connsiteX264" fmla="*/ 0 w 11269336"/>
              <a:gd name="connsiteY264" fmla="*/ 2285369 h 2323145"/>
              <a:gd name="connsiteX265" fmla="*/ 0 w 11269336"/>
              <a:gd name="connsiteY265"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380600 w 11269336"/>
              <a:gd name="connsiteY19" fmla="*/ 549821 h 2323145"/>
              <a:gd name="connsiteX20" fmla="*/ 9263254 w 11269336"/>
              <a:gd name="connsiteY20" fmla="*/ 645662 h 2323145"/>
              <a:gd name="connsiteX21" fmla="*/ 9028928 w 11269336"/>
              <a:gd name="connsiteY21" fmla="*/ 745350 h 2323145"/>
              <a:gd name="connsiteX22" fmla="*/ 8977138 w 11269336"/>
              <a:gd name="connsiteY22" fmla="*/ 774970 h 2323145"/>
              <a:gd name="connsiteX23" fmla="*/ 8947030 w 11269336"/>
              <a:gd name="connsiteY23" fmla="*/ 814934 h 2323145"/>
              <a:gd name="connsiteX24" fmla="*/ 8914746 w 11269336"/>
              <a:gd name="connsiteY24" fmla="*/ 826428 h 2323145"/>
              <a:gd name="connsiteX25" fmla="*/ 8917778 w 11269336"/>
              <a:gd name="connsiteY25" fmla="*/ 835198 h 2323145"/>
              <a:gd name="connsiteX26" fmla="*/ 8905560 w 11269336"/>
              <a:gd name="connsiteY26" fmla="*/ 838358 h 2323145"/>
              <a:gd name="connsiteX27" fmla="*/ 8897564 w 11269336"/>
              <a:gd name="connsiteY27" fmla="*/ 834287 h 2323145"/>
              <a:gd name="connsiteX28" fmla="*/ 8878040 w 11269336"/>
              <a:gd name="connsiteY28" fmla="*/ 844150 h 2323145"/>
              <a:gd name="connsiteX29" fmla="*/ 8882654 w 11269336"/>
              <a:gd name="connsiteY29" fmla="*/ 892768 h 2323145"/>
              <a:gd name="connsiteX30" fmla="*/ 8795998 w 11269336"/>
              <a:gd name="connsiteY30" fmla="*/ 863337 h 2323145"/>
              <a:gd name="connsiteX31" fmla="*/ 8776970 w 11269336"/>
              <a:gd name="connsiteY31" fmla="*/ 885177 h 2323145"/>
              <a:gd name="connsiteX32" fmla="*/ 8755719 w 11269336"/>
              <a:gd name="connsiteY32" fmla="*/ 889754 h 2323145"/>
              <a:gd name="connsiteX33" fmla="*/ 8743257 w 11269336"/>
              <a:gd name="connsiteY33" fmla="*/ 904723 h 2323145"/>
              <a:gd name="connsiteX34" fmla="*/ 8721366 w 11269336"/>
              <a:gd name="connsiteY34" fmla="*/ 904711 h 2323145"/>
              <a:gd name="connsiteX35" fmla="*/ 8678353 w 11269336"/>
              <a:gd name="connsiteY35" fmla="*/ 926318 h 2323145"/>
              <a:gd name="connsiteX36" fmla="*/ 8636849 w 11269336"/>
              <a:gd name="connsiteY36" fmla="*/ 937900 h 2323145"/>
              <a:gd name="connsiteX37" fmla="*/ 8620213 w 11269336"/>
              <a:gd name="connsiteY37" fmla="*/ 943068 h 2323145"/>
              <a:gd name="connsiteX38" fmla="*/ 8612581 w 11269336"/>
              <a:gd name="connsiteY38" fmla="*/ 952695 h 2323145"/>
              <a:gd name="connsiteX39" fmla="*/ 8589038 w 11269336"/>
              <a:gd name="connsiteY39" fmla="*/ 963892 h 2323145"/>
              <a:gd name="connsiteX40" fmla="*/ 8579950 w 11269336"/>
              <a:gd name="connsiteY40" fmla="*/ 960899 h 2323145"/>
              <a:gd name="connsiteX41" fmla="*/ 8579319 w 11269336"/>
              <a:gd name="connsiteY41" fmla="*/ 965630 h 2323145"/>
              <a:gd name="connsiteX42" fmla="*/ 8547429 w 11269336"/>
              <a:gd name="connsiteY42" fmla="*/ 984506 h 2323145"/>
              <a:gd name="connsiteX43" fmla="*/ 8478704 w 11269336"/>
              <a:gd name="connsiteY43" fmla="*/ 1025490 h 2323145"/>
              <a:gd name="connsiteX44" fmla="*/ 8461421 w 11269336"/>
              <a:gd name="connsiteY44" fmla="*/ 1035512 h 2323145"/>
              <a:gd name="connsiteX45" fmla="*/ 8445003 w 11269336"/>
              <a:gd name="connsiteY45" fmla="*/ 1036851 h 2323145"/>
              <a:gd name="connsiteX46" fmla="*/ 8357350 w 11269336"/>
              <a:gd name="connsiteY46" fmla="*/ 1060213 h 2323145"/>
              <a:gd name="connsiteX47" fmla="*/ 8335565 w 11269336"/>
              <a:gd name="connsiteY47" fmla="*/ 1061151 h 2323145"/>
              <a:gd name="connsiteX48" fmla="*/ 8325267 w 11269336"/>
              <a:gd name="connsiteY48" fmla="*/ 1055919 h 2323145"/>
              <a:gd name="connsiteX49" fmla="*/ 8293586 w 11269336"/>
              <a:gd name="connsiteY49" fmla="*/ 1076144 h 2323145"/>
              <a:gd name="connsiteX50" fmla="*/ 8242405 w 11269336"/>
              <a:gd name="connsiteY50" fmla="*/ 1095960 h 2323145"/>
              <a:gd name="connsiteX51" fmla="*/ 8197391 w 11269336"/>
              <a:gd name="connsiteY51" fmla="*/ 1107746 h 2323145"/>
              <a:gd name="connsiteX52" fmla="*/ 8081474 w 11269336"/>
              <a:gd name="connsiteY52" fmla="*/ 1130125 h 2323145"/>
              <a:gd name="connsiteX53" fmla="*/ 8053585 w 11269336"/>
              <a:gd name="connsiteY53" fmla="*/ 1129169 h 2323145"/>
              <a:gd name="connsiteX54" fmla="*/ 8038422 w 11269336"/>
              <a:gd name="connsiteY54" fmla="*/ 1119092 h 2323145"/>
              <a:gd name="connsiteX55" fmla="*/ 8029450 w 11269336"/>
              <a:gd name="connsiteY55" fmla="*/ 1125592 h 2323145"/>
              <a:gd name="connsiteX56" fmla="*/ 7959552 w 11269336"/>
              <a:gd name="connsiteY56" fmla="*/ 1140188 h 2323145"/>
              <a:gd name="connsiteX57" fmla="*/ 7914188 w 11269336"/>
              <a:gd name="connsiteY57" fmla="*/ 1150862 h 2323145"/>
              <a:gd name="connsiteX58" fmla="*/ 7914918 w 11269336"/>
              <a:gd name="connsiteY58" fmla="*/ 1168758 h 2323145"/>
              <a:gd name="connsiteX59" fmla="*/ 7875510 w 11269336"/>
              <a:gd name="connsiteY59" fmla="*/ 1183153 h 2323145"/>
              <a:gd name="connsiteX60" fmla="*/ 7829932 w 11269336"/>
              <a:gd name="connsiteY60" fmla="*/ 1180782 h 2323145"/>
              <a:gd name="connsiteX61" fmla="*/ 7779182 w 11269336"/>
              <a:gd name="connsiteY61" fmla="*/ 1192665 h 2323145"/>
              <a:gd name="connsiteX62" fmla="*/ 7748774 w 11269336"/>
              <a:gd name="connsiteY62" fmla="*/ 1199586 h 2323145"/>
              <a:gd name="connsiteX63" fmla="*/ 7671846 w 11269336"/>
              <a:gd name="connsiteY63" fmla="*/ 1231966 h 2323145"/>
              <a:gd name="connsiteX64" fmla="*/ 7554146 w 11269336"/>
              <a:gd name="connsiteY64" fmla="*/ 1319748 h 2323145"/>
              <a:gd name="connsiteX65" fmla="*/ 7515052 w 11269336"/>
              <a:gd name="connsiteY65" fmla="*/ 1336718 h 2323145"/>
              <a:gd name="connsiteX66" fmla="*/ 7507193 w 11269336"/>
              <a:gd name="connsiteY66" fmla="*/ 1334617 h 2323145"/>
              <a:gd name="connsiteX67" fmla="*/ 7461694 w 11269336"/>
              <a:gd name="connsiteY67" fmla="*/ 1375866 h 2323145"/>
              <a:gd name="connsiteX68" fmla="*/ 7377571 w 11269336"/>
              <a:gd name="connsiteY68" fmla="*/ 1400128 h 2323145"/>
              <a:gd name="connsiteX69" fmla="*/ 7311261 w 11269336"/>
              <a:gd name="connsiteY69" fmla="*/ 1412652 h 2323145"/>
              <a:gd name="connsiteX70" fmla="*/ 7275307 w 11269336"/>
              <a:gd name="connsiteY70" fmla="*/ 1422171 h 2323145"/>
              <a:gd name="connsiteX71" fmla="*/ 7247783 w 11269336"/>
              <a:gd name="connsiteY71" fmla="*/ 1426330 h 2323145"/>
              <a:gd name="connsiteX72" fmla="*/ 7185047 w 11269336"/>
              <a:gd name="connsiteY72" fmla="*/ 1451812 h 2323145"/>
              <a:gd name="connsiteX73" fmla="*/ 7084117 w 11269336"/>
              <a:gd name="connsiteY73" fmla="*/ 1500281 h 2323145"/>
              <a:gd name="connsiteX74" fmla="*/ 7062011 w 11269336"/>
              <a:gd name="connsiteY74" fmla="*/ 1509183 h 2323145"/>
              <a:gd name="connsiteX75" fmla="*/ 7040555 w 11269336"/>
              <a:gd name="connsiteY75" fmla="*/ 1511207 h 2323145"/>
              <a:gd name="connsiteX76" fmla="*/ 7033438 w 11269336"/>
              <a:gd name="connsiteY76" fmla="*/ 1506772 h 2323145"/>
              <a:gd name="connsiteX77" fmla="*/ 7020886 w 11269336"/>
              <a:gd name="connsiteY77" fmla="*/ 1510764 h 2323145"/>
              <a:gd name="connsiteX78" fmla="*/ 7017033 w 11269336"/>
              <a:gd name="connsiteY78" fmla="*/ 1510650 h 2323145"/>
              <a:gd name="connsiteX79" fmla="*/ 6995460 w 11269336"/>
              <a:gd name="connsiteY79" fmla="*/ 1511173 h 2323145"/>
              <a:gd name="connsiteX80" fmla="*/ 6962144 w 11269336"/>
              <a:gd name="connsiteY80" fmla="*/ 1541508 h 2323145"/>
              <a:gd name="connsiteX81" fmla="*/ 6910674 w 11269336"/>
              <a:gd name="connsiteY81" fmla="*/ 1554793 h 2323145"/>
              <a:gd name="connsiteX82" fmla="*/ 6732152 w 11269336"/>
              <a:gd name="connsiteY82" fmla="*/ 1642538 h 2323145"/>
              <a:gd name="connsiteX83" fmla="*/ 6694106 w 11269336"/>
              <a:gd name="connsiteY83" fmla="*/ 1632377 h 2323145"/>
              <a:gd name="connsiteX84" fmla="*/ 6617223 w 11269336"/>
              <a:gd name="connsiteY84" fmla="*/ 1659889 h 2323145"/>
              <a:gd name="connsiteX85" fmla="*/ 6521138 w 11269336"/>
              <a:gd name="connsiteY85" fmla="*/ 1744340 h 2323145"/>
              <a:gd name="connsiteX86" fmla="*/ 6380677 w 11269336"/>
              <a:gd name="connsiteY86" fmla="*/ 1796883 h 2323145"/>
              <a:gd name="connsiteX87" fmla="*/ 6374897 w 11269336"/>
              <a:gd name="connsiteY87" fmla="*/ 1809910 h 2323145"/>
              <a:gd name="connsiteX88" fmla="*/ 6364545 w 11269336"/>
              <a:gd name="connsiteY88" fmla="*/ 1820090 h 2323145"/>
              <a:gd name="connsiteX89" fmla="*/ 6362126 w 11269336"/>
              <a:gd name="connsiteY89" fmla="*/ 1819991 h 2323145"/>
              <a:gd name="connsiteX90" fmla="*/ 6346673 w 11269336"/>
              <a:gd name="connsiteY90" fmla="*/ 1827824 h 2323145"/>
              <a:gd name="connsiteX91" fmla="*/ 6345588 w 11269336"/>
              <a:gd name="connsiteY91" fmla="*/ 1832232 h 2323145"/>
              <a:gd name="connsiteX92" fmla="*/ 6335708 w 11269336"/>
              <a:gd name="connsiteY92" fmla="*/ 1838451 h 2323145"/>
              <a:gd name="connsiteX93" fmla="*/ 6318182 w 11269336"/>
              <a:gd name="connsiteY93" fmla="*/ 1852975 h 2323145"/>
              <a:gd name="connsiteX94" fmla="*/ 6313084 w 11269336"/>
              <a:gd name="connsiteY94" fmla="*/ 1853561 h 2323145"/>
              <a:gd name="connsiteX95" fmla="*/ 6283816 w 11269336"/>
              <a:gd name="connsiteY95" fmla="*/ 1872148 h 2323145"/>
              <a:gd name="connsiteX96" fmla="*/ 6282550 w 11269336"/>
              <a:gd name="connsiteY96" fmla="*/ 1871392 h 2323145"/>
              <a:gd name="connsiteX97" fmla="*/ 6270527 w 11269336"/>
              <a:gd name="connsiteY97" fmla="*/ 1872208 h 2323145"/>
              <a:gd name="connsiteX98" fmla="*/ 6249518 w 11269336"/>
              <a:gd name="connsiteY98" fmla="*/ 1876079 h 2323145"/>
              <a:gd name="connsiteX99" fmla="*/ 6190386 w 11269336"/>
              <a:gd name="connsiteY99" fmla="*/ 1872478 h 2323145"/>
              <a:gd name="connsiteX100" fmla="*/ 6159777 w 11269336"/>
              <a:gd name="connsiteY100" fmla="*/ 1891745 h 2323145"/>
              <a:gd name="connsiteX101" fmla="*/ 6153131 w 11269336"/>
              <a:gd name="connsiteY101" fmla="*/ 1895079 h 2323145"/>
              <a:gd name="connsiteX102" fmla="*/ 6152798 w 11269336"/>
              <a:gd name="connsiteY102" fmla="*/ 1894920 h 2323145"/>
              <a:gd name="connsiteX103" fmla="*/ 6145388 w 11269336"/>
              <a:gd name="connsiteY103" fmla="*/ 1897990 h 2323145"/>
              <a:gd name="connsiteX104" fmla="*/ 6141014 w 11269336"/>
              <a:gd name="connsiteY104" fmla="*/ 1901155 h 2323145"/>
              <a:gd name="connsiteX105" fmla="*/ 6128122 w 11269336"/>
              <a:gd name="connsiteY105" fmla="*/ 1907623 h 2323145"/>
              <a:gd name="connsiteX106" fmla="*/ 6122351 w 11269336"/>
              <a:gd name="connsiteY106" fmla="*/ 1908359 h 2323145"/>
              <a:gd name="connsiteX107" fmla="*/ 6064750 w 11269336"/>
              <a:gd name="connsiteY107" fmla="*/ 1896394 h 2323145"/>
              <a:gd name="connsiteX108" fmla="*/ 5964230 w 11269336"/>
              <a:gd name="connsiteY108" fmla="*/ 1910038 h 2323145"/>
              <a:gd name="connsiteX109" fmla="*/ 5865399 w 11269336"/>
              <a:gd name="connsiteY109" fmla="*/ 1926966 h 2323145"/>
              <a:gd name="connsiteX110" fmla="*/ 5829951 w 11269336"/>
              <a:gd name="connsiteY110" fmla="*/ 1934755 h 2323145"/>
              <a:gd name="connsiteX111" fmla="*/ 5765285 w 11269336"/>
              <a:gd name="connsiteY111" fmla="*/ 1941322 h 2323145"/>
              <a:gd name="connsiteX112" fmla="*/ 5734750 w 11269336"/>
              <a:gd name="connsiteY112" fmla="*/ 1939793 h 2323145"/>
              <a:gd name="connsiteX113" fmla="*/ 5733569 w 11269336"/>
              <a:gd name="connsiteY113" fmla="*/ 1940505 h 2323145"/>
              <a:gd name="connsiteX114" fmla="*/ 5730329 w 11269336"/>
              <a:gd name="connsiteY114" fmla="*/ 1937845 h 2323145"/>
              <a:gd name="connsiteX115" fmla="*/ 5724661 w 11269336"/>
              <a:gd name="connsiteY115" fmla="*/ 1937455 h 2323145"/>
              <a:gd name="connsiteX116" fmla="*/ 5710186 w 11269336"/>
              <a:gd name="connsiteY116" fmla="*/ 1941370 h 2323145"/>
              <a:gd name="connsiteX117" fmla="*/ 5704910 w 11269336"/>
              <a:gd name="connsiteY117" fmla="*/ 1943663 h 2323145"/>
              <a:gd name="connsiteX118" fmla="*/ 5696836 w 11269336"/>
              <a:gd name="connsiteY118" fmla="*/ 1945271 h 2323145"/>
              <a:gd name="connsiteX119" fmla="*/ 5696583 w 11269336"/>
              <a:gd name="connsiteY119" fmla="*/ 1945050 h 2323145"/>
              <a:gd name="connsiteX120" fmla="*/ 5689123 w 11269336"/>
              <a:gd name="connsiteY120" fmla="*/ 1947067 h 2323145"/>
              <a:gd name="connsiteX121" fmla="*/ 5653291 w 11269336"/>
              <a:gd name="connsiteY121" fmla="*/ 1960245 h 2323145"/>
              <a:gd name="connsiteX122" fmla="*/ 5599385 w 11269336"/>
              <a:gd name="connsiteY122" fmla="*/ 1945198 h 2323145"/>
              <a:gd name="connsiteX123" fmla="*/ 5578300 w 11269336"/>
              <a:gd name="connsiteY123" fmla="*/ 1944963 h 2323145"/>
              <a:gd name="connsiteX124" fmla="*/ 5566758 w 11269336"/>
              <a:gd name="connsiteY124" fmla="*/ 1943441 h 2323145"/>
              <a:gd name="connsiteX125" fmla="*/ 5565857 w 11269336"/>
              <a:gd name="connsiteY125" fmla="*/ 1942445 h 2323145"/>
              <a:gd name="connsiteX126" fmla="*/ 5531534 w 11269336"/>
              <a:gd name="connsiteY126" fmla="*/ 1955208 h 2323145"/>
              <a:gd name="connsiteX127" fmla="*/ 5526552 w 11269336"/>
              <a:gd name="connsiteY127" fmla="*/ 1954799 h 2323145"/>
              <a:gd name="connsiteX128" fmla="*/ 5504723 w 11269336"/>
              <a:gd name="connsiteY128" fmla="*/ 1965811 h 2323145"/>
              <a:gd name="connsiteX129" fmla="*/ 5493156 w 11269336"/>
              <a:gd name="connsiteY129" fmla="*/ 1970063 h 2323145"/>
              <a:gd name="connsiteX130" fmla="*/ 5490486 w 11269336"/>
              <a:gd name="connsiteY130" fmla="*/ 1974227 h 2323145"/>
              <a:gd name="connsiteX131" fmla="*/ 5473107 w 11269336"/>
              <a:gd name="connsiteY131" fmla="*/ 1979001 h 2323145"/>
              <a:gd name="connsiteX132" fmla="*/ 5470885 w 11269336"/>
              <a:gd name="connsiteY132" fmla="*/ 1978432 h 2323145"/>
              <a:gd name="connsiteX133" fmla="*/ 5457393 w 11269336"/>
              <a:gd name="connsiteY133" fmla="*/ 1986525 h 2323145"/>
              <a:gd name="connsiteX134" fmla="*/ 5447102 w 11269336"/>
              <a:gd name="connsiteY134" fmla="*/ 1998329 h 2323145"/>
              <a:gd name="connsiteX135" fmla="*/ 5159151 w 11269336"/>
              <a:gd name="connsiteY135" fmla="*/ 2029640 h 2323145"/>
              <a:gd name="connsiteX136" fmla="*/ 5041688 w 11269336"/>
              <a:gd name="connsiteY136" fmla="*/ 2022334 h 2323145"/>
              <a:gd name="connsiteX137" fmla="*/ 4860988 w 11269336"/>
              <a:gd name="connsiteY137" fmla="*/ 2135698 h 2323145"/>
              <a:gd name="connsiteX138" fmla="*/ 4807902 w 11269336"/>
              <a:gd name="connsiteY138" fmla="*/ 2138894 h 2323145"/>
              <a:gd name="connsiteX139" fmla="*/ 4765388 w 11269336"/>
              <a:gd name="connsiteY139" fmla="*/ 2162525 h 2323145"/>
              <a:gd name="connsiteX140" fmla="*/ 4745033 w 11269336"/>
              <a:gd name="connsiteY140" fmla="*/ 2158859 h 2323145"/>
              <a:gd name="connsiteX141" fmla="*/ 4741475 w 11269336"/>
              <a:gd name="connsiteY141" fmla="*/ 2157998 h 2323145"/>
              <a:gd name="connsiteX142" fmla="*/ 4728247 w 11269336"/>
              <a:gd name="connsiteY142" fmla="*/ 2159526 h 2323145"/>
              <a:gd name="connsiteX143" fmla="*/ 4723263 w 11269336"/>
              <a:gd name="connsiteY143" fmla="*/ 2153742 h 2323145"/>
              <a:gd name="connsiteX144" fmla="*/ 4702453 w 11269336"/>
              <a:gd name="connsiteY144" fmla="*/ 2151586 h 2323145"/>
              <a:gd name="connsiteX145" fmla="*/ 4678455 w 11269336"/>
              <a:gd name="connsiteY145" fmla="*/ 2156131 h 2323145"/>
              <a:gd name="connsiteX146" fmla="*/ 4593061 w 11269336"/>
              <a:gd name="connsiteY146" fmla="*/ 2171597 h 2323145"/>
              <a:gd name="connsiteX147" fmla="*/ 4579902 w 11269336"/>
              <a:gd name="connsiteY147" fmla="*/ 2177927 h 2323145"/>
              <a:gd name="connsiteX148" fmla="*/ 4533444 w 11269336"/>
              <a:gd name="connsiteY148" fmla="*/ 2181200 h 2323145"/>
              <a:gd name="connsiteX149" fmla="*/ 4492832 w 11269336"/>
              <a:gd name="connsiteY149" fmla="*/ 2188033 h 2323145"/>
              <a:gd name="connsiteX150" fmla="*/ 4467257 w 11269336"/>
              <a:gd name="connsiteY150" fmla="*/ 2196121 h 2323145"/>
              <a:gd name="connsiteX151" fmla="*/ 4459937 w 11269336"/>
              <a:gd name="connsiteY151" fmla="*/ 2195182 h 2323145"/>
              <a:gd name="connsiteX152" fmla="*/ 4433312 w 11269336"/>
              <a:gd name="connsiteY152" fmla="*/ 2199004 h 2323145"/>
              <a:gd name="connsiteX153" fmla="*/ 4420601 w 11269336"/>
              <a:gd name="connsiteY153" fmla="*/ 2205158 h 2323145"/>
              <a:gd name="connsiteX154" fmla="*/ 4405765 w 11269336"/>
              <a:gd name="connsiteY154" fmla="*/ 2199902 h 2323145"/>
              <a:gd name="connsiteX155" fmla="*/ 4401354 w 11269336"/>
              <a:gd name="connsiteY155" fmla="*/ 2194745 h 2323145"/>
              <a:gd name="connsiteX156" fmla="*/ 4383151 w 11269336"/>
              <a:gd name="connsiteY156" fmla="*/ 2201140 h 2323145"/>
              <a:gd name="connsiteX157" fmla="*/ 4366646 w 11269336"/>
              <a:gd name="connsiteY157" fmla="*/ 2198564 h 2323145"/>
              <a:gd name="connsiteX158" fmla="*/ 4354009 w 11269336"/>
              <a:gd name="connsiteY158" fmla="*/ 2204984 h 2323145"/>
              <a:gd name="connsiteX159" fmla="*/ 4348284 w 11269336"/>
              <a:gd name="connsiteY159" fmla="*/ 2205270 h 2323145"/>
              <a:gd name="connsiteX160" fmla="*/ 4333906 w 11269336"/>
              <a:gd name="connsiteY160" fmla="*/ 2205251 h 2323145"/>
              <a:gd name="connsiteX161" fmla="*/ 4308819 w 11269336"/>
              <a:gd name="connsiteY161" fmla="*/ 2203822 h 2323145"/>
              <a:gd name="connsiteX162" fmla="*/ 4301210 w 11269336"/>
              <a:gd name="connsiteY162" fmla="*/ 2204456 h 2323145"/>
              <a:gd name="connsiteX163" fmla="*/ 4283095 w 11269336"/>
              <a:gd name="connsiteY163" fmla="*/ 2198177 h 2323145"/>
              <a:gd name="connsiteX164" fmla="*/ 4250119 w 11269336"/>
              <a:gd name="connsiteY164" fmla="*/ 2196342 h 2323145"/>
              <a:gd name="connsiteX165" fmla="*/ 4189203 w 11269336"/>
              <a:gd name="connsiteY165" fmla="*/ 2178994 h 2323145"/>
              <a:gd name="connsiteX166" fmla="*/ 4154035 w 11269336"/>
              <a:gd name="connsiteY166" fmla="*/ 2171950 h 2323145"/>
              <a:gd name="connsiteX167" fmla="*/ 4129569 w 11269336"/>
              <a:gd name="connsiteY167" fmla="*/ 2163850 h 2323145"/>
              <a:gd name="connsiteX168" fmla="*/ 4061250 w 11269336"/>
              <a:gd name="connsiteY168" fmla="*/ 2159236 h 2323145"/>
              <a:gd name="connsiteX169" fmla="*/ 3945480 w 11269336"/>
              <a:gd name="connsiteY169" fmla="*/ 2158279 h 2323145"/>
              <a:gd name="connsiteX170" fmla="*/ 3921468 w 11269336"/>
              <a:gd name="connsiteY170" fmla="*/ 2156588 h 2323145"/>
              <a:gd name="connsiteX171" fmla="*/ 3903348 w 11269336"/>
              <a:gd name="connsiteY171" fmla="*/ 2149220 h 2323145"/>
              <a:gd name="connsiteX172" fmla="*/ 3901342 w 11269336"/>
              <a:gd name="connsiteY172" fmla="*/ 2142355 h 2323145"/>
              <a:gd name="connsiteX173" fmla="*/ 3888539 w 11269336"/>
              <a:gd name="connsiteY173" fmla="*/ 2140476 h 2323145"/>
              <a:gd name="connsiteX174" fmla="*/ 3885662 w 11269336"/>
              <a:gd name="connsiteY174" fmla="*/ 2138740 h 2323145"/>
              <a:gd name="connsiteX175" fmla="*/ 3868627 w 11269336"/>
              <a:gd name="connsiteY175" fmla="*/ 2130023 h 2323145"/>
              <a:gd name="connsiteX176" fmla="*/ 3819177 w 11269336"/>
              <a:gd name="connsiteY176" fmla="*/ 2142111 h 2323145"/>
              <a:gd name="connsiteX177" fmla="*/ 3769100 w 11269336"/>
              <a:gd name="connsiteY177" fmla="*/ 2131731 h 2323145"/>
              <a:gd name="connsiteX178" fmla="*/ 3562752 w 11269336"/>
              <a:gd name="connsiteY178" fmla="*/ 2131785 h 2323145"/>
              <a:gd name="connsiteX179" fmla="*/ 3541402 w 11269336"/>
              <a:gd name="connsiteY179" fmla="*/ 2106821 h 2323145"/>
              <a:gd name="connsiteX180" fmla="*/ 3365341 w 11269336"/>
              <a:gd name="connsiteY180" fmla="*/ 2077638 h 2323145"/>
              <a:gd name="connsiteX181" fmla="*/ 3170922 w 11269336"/>
              <a:gd name="connsiteY181" fmla="*/ 2115957 h 2323145"/>
              <a:gd name="connsiteX182" fmla="*/ 3156256 w 11269336"/>
              <a:gd name="connsiteY182" fmla="*/ 2124773 h 2323145"/>
              <a:gd name="connsiteX183" fmla="*/ 3140298 w 11269336"/>
              <a:gd name="connsiteY183" fmla="*/ 2129182 h 2323145"/>
              <a:gd name="connsiteX184" fmla="*/ 3138514 w 11269336"/>
              <a:gd name="connsiteY184" fmla="*/ 2128069 h 2323145"/>
              <a:gd name="connsiteX185" fmla="*/ 3120467 w 11269336"/>
              <a:gd name="connsiteY185" fmla="*/ 2128281 h 2323145"/>
              <a:gd name="connsiteX186" fmla="*/ 3116175 w 11269336"/>
              <a:gd name="connsiteY186" fmla="*/ 2131633 h 2323145"/>
              <a:gd name="connsiteX187" fmla="*/ 3103685 w 11269336"/>
              <a:gd name="connsiteY187" fmla="*/ 2132814 h 2323145"/>
              <a:gd name="connsiteX188" fmla="*/ 3078794 w 11269336"/>
              <a:gd name="connsiteY188" fmla="*/ 2137935 h 2323145"/>
              <a:gd name="connsiteX189" fmla="*/ 3074407 w 11269336"/>
              <a:gd name="connsiteY189" fmla="*/ 2136274 h 2323145"/>
              <a:gd name="connsiteX190" fmla="*/ 3037285 w 11269336"/>
              <a:gd name="connsiteY190" fmla="*/ 2139919 h 2323145"/>
              <a:gd name="connsiteX191" fmla="*/ 3036901 w 11269336"/>
              <a:gd name="connsiteY191" fmla="*/ 2138726 h 2323145"/>
              <a:gd name="connsiteX192" fmla="*/ 3026996 w 11269336"/>
              <a:gd name="connsiteY192" fmla="*/ 2134322 h 2323145"/>
              <a:gd name="connsiteX193" fmla="*/ 3007772 w 11269336"/>
              <a:gd name="connsiteY193" fmla="*/ 2128742 h 2323145"/>
              <a:gd name="connsiteX194" fmla="*/ 2965030 w 11269336"/>
              <a:gd name="connsiteY194" fmla="*/ 2100494 h 2323145"/>
              <a:gd name="connsiteX195" fmla="*/ 2926342 w 11269336"/>
              <a:gd name="connsiteY195" fmla="*/ 2104155 h 2323145"/>
              <a:gd name="connsiteX196" fmla="*/ 2918608 w 11269336"/>
              <a:gd name="connsiteY196" fmla="*/ 2104215 h 2323145"/>
              <a:gd name="connsiteX197" fmla="*/ 2918475 w 11269336"/>
              <a:gd name="connsiteY197" fmla="*/ 2103937 h 2323145"/>
              <a:gd name="connsiteX198" fmla="*/ 2910360 w 11269336"/>
              <a:gd name="connsiteY198" fmla="*/ 2103444 h 2323145"/>
              <a:gd name="connsiteX199" fmla="*/ 2904507 w 11269336"/>
              <a:gd name="connsiteY199" fmla="*/ 2104326 h 2323145"/>
              <a:gd name="connsiteX200" fmla="*/ 2889503 w 11269336"/>
              <a:gd name="connsiteY200" fmla="*/ 2104443 h 2323145"/>
              <a:gd name="connsiteX201" fmla="*/ 2884480 w 11269336"/>
              <a:gd name="connsiteY201" fmla="*/ 2102626 h 2323145"/>
              <a:gd name="connsiteX202" fmla="*/ 2882689 w 11269336"/>
              <a:gd name="connsiteY202" fmla="*/ 2099228 h 2323145"/>
              <a:gd name="connsiteX203" fmla="*/ 2881291 w 11269336"/>
              <a:gd name="connsiteY203" fmla="*/ 2099618 h 2323145"/>
              <a:gd name="connsiteX204" fmla="*/ 2853979 w 11269336"/>
              <a:gd name="connsiteY204" fmla="*/ 2090388 h 2323145"/>
              <a:gd name="connsiteX205" fmla="*/ 2791790 w 11269336"/>
              <a:gd name="connsiteY205" fmla="*/ 2080332 h 2323145"/>
              <a:gd name="connsiteX206" fmla="*/ 2755844 w 11269336"/>
              <a:gd name="connsiteY206" fmla="*/ 2078874 h 2323145"/>
              <a:gd name="connsiteX207" fmla="*/ 2657742 w 11269336"/>
              <a:gd name="connsiteY207" fmla="*/ 2070179 h 2323145"/>
              <a:gd name="connsiteX208" fmla="*/ 2559549 w 11269336"/>
              <a:gd name="connsiteY208" fmla="*/ 2057873 h 2323145"/>
              <a:gd name="connsiteX209" fmla="*/ 2512054 w 11269336"/>
              <a:gd name="connsiteY209" fmla="*/ 2031671 h 2323145"/>
              <a:gd name="connsiteX210" fmla="*/ 2506437 w 11269336"/>
              <a:gd name="connsiteY210" fmla="*/ 2030918 h 2323145"/>
              <a:gd name="connsiteX211" fmla="*/ 2491752 w 11269336"/>
              <a:gd name="connsiteY211" fmla="*/ 2033906 h 2323145"/>
              <a:gd name="connsiteX212" fmla="*/ 2486338 w 11269336"/>
              <a:gd name="connsiteY212" fmla="*/ 2035862 h 2323145"/>
              <a:gd name="connsiteX213" fmla="*/ 2478186 w 11269336"/>
              <a:gd name="connsiteY213" fmla="*/ 2036953 h 2323145"/>
              <a:gd name="connsiteX214" fmla="*/ 2477950 w 11269336"/>
              <a:gd name="connsiteY214" fmla="*/ 2036715 h 2323145"/>
              <a:gd name="connsiteX215" fmla="*/ 2470381 w 11269336"/>
              <a:gd name="connsiteY215" fmla="*/ 2038256 h 2323145"/>
              <a:gd name="connsiteX216" fmla="*/ 2433781 w 11269336"/>
              <a:gd name="connsiteY216" fmla="*/ 2049140 h 2323145"/>
              <a:gd name="connsiteX217" fmla="*/ 2381172 w 11269336"/>
              <a:gd name="connsiteY217" fmla="*/ 2030645 h 2323145"/>
              <a:gd name="connsiteX218" fmla="*/ 2360198 w 11269336"/>
              <a:gd name="connsiteY218" fmla="*/ 2029059 h 2323145"/>
              <a:gd name="connsiteX219" fmla="*/ 2348815 w 11269336"/>
              <a:gd name="connsiteY219" fmla="*/ 2026798 h 2323145"/>
              <a:gd name="connsiteX220" fmla="*/ 2347988 w 11269336"/>
              <a:gd name="connsiteY220" fmla="*/ 2025745 h 2323145"/>
              <a:gd name="connsiteX221" fmla="*/ 2312920 w 11269336"/>
              <a:gd name="connsiteY221" fmla="*/ 2036311 h 2323145"/>
              <a:gd name="connsiteX222" fmla="*/ 2307986 w 11269336"/>
              <a:gd name="connsiteY222" fmla="*/ 2035583 h 2323145"/>
              <a:gd name="connsiteX223" fmla="*/ 2285481 w 11269336"/>
              <a:gd name="connsiteY223" fmla="*/ 2045197 h 2323145"/>
              <a:gd name="connsiteX224" fmla="*/ 2273666 w 11269336"/>
              <a:gd name="connsiteY224" fmla="*/ 2048710 h 2323145"/>
              <a:gd name="connsiteX225" fmla="*/ 2270719 w 11269336"/>
              <a:gd name="connsiteY225" fmla="*/ 2052702 h 2323145"/>
              <a:gd name="connsiteX226" fmla="*/ 2253080 w 11269336"/>
              <a:gd name="connsiteY226" fmla="*/ 2056363 h 2323145"/>
              <a:gd name="connsiteX227" fmla="*/ 2250906 w 11269336"/>
              <a:gd name="connsiteY227" fmla="*/ 2055654 h 2323145"/>
              <a:gd name="connsiteX228" fmla="*/ 2236905 w 11269336"/>
              <a:gd name="connsiteY228" fmla="*/ 2062882 h 2323145"/>
              <a:gd name="connsiteX229" fmla="*/ 2225830 w 11269336"/>
              <a:gd name="connsiteY229" fmla="*/ 2074027 h 2323145"/>
              <a:gd name="connsiteX230" fmla="*/ 2073776 w 11269336"/>
              <a:gd name="connsiteY230" fmla="*/ 2089244 h 2323145"/>
              <a:gd name="connsiteX231" fmla="*/ 1948256 w 11269336"/>
              <a:gd name="connsiteY231" fmla="*/ 2146616 h 2323145"/>
              <a:gd name="connsiteX232" fmla="*/ 1865582 w 11269336"/>
              <a:gd name="connsiteY232" fmla="*/ 2153738 h 2323145"/>
              <a:gd name="connsiteX233" fmla="*/ 1835210 w 11269336"/>
              <a:gd name="connsiteY233" fmla="*/ 2134244 h 2323145"/>
              <a:gd name="connsiteX234" fmla="*/ 1632661 w 11269336"/>
              <a:gd name="connsiteY234" fmla="*/ 2173882 h 2323145"/>
              <a:gd name="connsiteX235" fmla="*/ 1579590 w 11269336"/>
              <a:gd name="connsiteY235" fmla="*/ 2173680 h 2323145"/>
              <a:gd name="connsiteX236" fmla="*/ 1535601 w 11269336"/>
              <a:gd name="connsiteY236" fmla="*/ 2194590 h 2323145"/>
              <a:gd name="connsiteX237" fmla="*/ 1515594 w 11269336"/>
              <a:gd name="connsiteY237" fmla="*/ 2189622 h 2323145"/>
              <a:gd name="connsiteX238" fmla="*/ 1512113 w 11269336"/>
              <a:gd name="connsiteY238" fmla="*/ 2188534 h 2323145"/>
              <a:gd name="connsiteX239" fmla="*/ 1498838 w 11269336"/>
              <a:gd name="connsiteY239" fmla="*/ 2189213 h 2323145"/>
              <a:gd name="connsiteX240" fmla="*/ 1494279 w 11269336"/>
              <a:gd name="connsiteY240" fmla="*/ 2183112 h 2323145"/>
              <a:gd name="connsiteX241" fmla="*/ 1473714 w 11269336"/>
              <a:gd name="connsiteY241" fmla="*/ 2179625 h 2323145"/>
              <a:gd name="connsiteX242" fmla="*/ 1449503 w 11269336"/>
              <a:gd name="connsiteY242" fmla="*/ 2182633 h 2323145"/>
              <a:gd name="connsiteX243" fmla="*/ 1266687 w 11269336"/>
              <a:gd name="connsiteY243" fmla="*/ 2212688 h 2323145"/>
              <a:gd name="connsiteX244" fmla="*/ 1239614 w 11269336"/>
              <a:gd name="connsiteY244" fmla="*/ 2209727 h 2323145"/>
              <a:gd name="connsiteX245" fmla="*/ 1202436 w 11269336"/>
              <a:gd name="connsiteY245" fmla="*/ 2209817 h 2323145"/>
              <a:gd name="connsiteX246" fmla="*/ 1136097 w 11269336"/>
              <a:gd name="connsiteY246" fmla="*/ 2205112 h 2323145"/>
              <a:gd name="connsiteX247" fmla="*/ 988232 w 11269336"/>
              <a:gd name="connsiteY247" fmla="*/ 2235635 h 2323145"/>
              <a:gd name="connsiteX248" fmla="*/ 981959 w 11269336"/>
              <a:gd name="connsiteY248" fmla="*/ 2231607 h 2323145"/>
              <a:gd name="connsiteX249" fmla="*/ 938600 w 11269336"/>
              <a:gd name="connsiteY249" fmla="*/ 2238113 h 2323145"/>
              <a:gd name="connsiteX250" fmla="*/ 791788 w 11269336"/>
              <a:gd name="connsiteY250" fmla="*/ 2293224 h 2323145"/>
              <a:gd name="connsiteX251" fmla="*/ 706914 w 11269336"/>
              <a:gd name="connsiteY251" fmla="*/ 2305046 h 2323145"/>
              <a:gd name="connsiteX252" fmla="*/ 675971 w 11269336"/>
              <a:gd name="connsiteY252" fmla="*/ 2304030 h 2323145"/>
              <a:gd name="connsiteX253" fmla="*/ 624180 w 11269336"/>
              <a:gd name="connsiteY253" fmla="*/ 2302650 h 2323145"/>
              <a:gd name="connsiteX254" fmla="*/ 583453 w 11269336"/>
              <a:gd name="connsiteY254" fmla="*/ 2288788 h 2323145"/>
              <a:gd name="connsiteX255" fmla="*/ 540946 w 11269336"/>
              <a:gd name="connsiteY255" fmla="*/ 2292721 h 2323145"/>
              <a:gd name="connsiteX256" fmla="*/ 533680 w 11269336"/>
              <a:gd name="connsiteY256" fmla="*/ 2310233 h 2323145"/>
              <a:gd name="connsiteX257" fmla="*/ 487366 w 11269336"/>
              <a:gd name="connsiteY257" fmla="*/ 2309053 h 2323145"/>
              <a:gd name="connsiteX258" fmla="*/ 416820 w 11269336"/>
              <a:gd name="connsiteY258" fmla="*/ 2305443 h 2323145"/>
              <a:gd name="connsiteX259" fmla="*/ 376805 w 11269336"/>
              <a:gd name="connsiteY259" fmla="*/ 2307647 h 2323145"/>
              <a:gd name="connsiteX260" fmla="*/ 266777 w 11269336"/>
              <a:gd name="connsiteY260" fmla="*/ 2309012 h 2323145"/>
              <a:gd name="connsiteX261" fmla="*/ 156013 w 11269336"/>
              <a:gd name="connsiteY261" fmla="*/ 2306832 h 2323145"/>
              <a:gd name="connsiteX262" fmla="*/ 87258 w 11269336"/>
              <a:gd name="connsiteY262" fmla="*/ 2285511 h 2323145"/>
              <a:gd name="connsiteX263" fmla="*/ 23798 w 11269336"/>
              <a:gd name="connsiteY263" fmla="*/ 2281822 h 2323145"/>
              <a:gd name="connsiteX264" fmla="*/ 0 w 11269336"/>
              <a:gd name="connsiteY264" fmla="*/ 2285369 h 2323145"/>
              <a:gd name="connsiteX265" fmla="*/ 0 w 11269336"/>
              <a:gd name="connsiteY265"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380600 w 11269336"/>
              <a:gd name="connsiteY19" fmla="*/ 549821 h 2323145"/>
              <a:gd name="connsiteX20" fmla="*/ 9263254 w 11269336"/>
              <a:gd name="connsiteY20" fmla="*/ 645662 h 2323145"/>
              <a:gd name="connsiteX21" fmla="*/ 9162278 w 11269336"/>
              <a:gd name="connsiteY21" fmla="*/ 704724 h 2323145"/>
              <a:gd name="connsiteX22" fmla="*/ 8977138 w 11269336"/>
              <a:gd name="connsiteY22" fmla="*/ 774970 h 2323145"/>
              <a:gd name="connsiteX23" fmla="*/ 8947030 w 11269336"/>
              <a:gd name="connsiteY23" fmla="*/ 814934 h 2323145"/>
              <a:gd name="connsiteX24" fmla="*/ 8914746 w 11269336"/>
              <a:gd name="connsiteY24" fmla="*/ 826428 h 2323145"/>
              <a:gd name="connsiteX25" fmla="*/ 8917778 w 11269336"/>
              <a:gd name="connsiteY25" fmla="*/ 835198 h 2323145"/>
              <a:gd name="connsiteX26" fmla="*/ 8905560 w 11269336"/>
              <a:gd name="connsiteY26" fmla="*/ 838358 h 2323145"/>
              <a:gd name="connsiteX27" fmla="*/ 8897564 w 11269336"/>
              <a:gd name="connsiteY27" fmla="*/ 834287 h 2323145"/>
              <a:gd name="connsiteX28" fmla="*/ 8878040 w 11269336"/>
              <a:gd name="connsiteY28" fmla="*/ 844150 h 2323145"/>
              <a:gd name="connsiteX29" fmla="*/ 8882654 w 11269336"/>
              <a:gd name="connsiteY29" fmla="*/ 892768 h 2323145"/>
              <a:gd name="connsiteX30" fmla="*/ 8795998 w 11269336"/>
              <a:gd name="connsiteY30" fmla="*/ 863337 h 2323145"/>
              <a:gd name="connsiteX31" fmla="*/ 8776970 w 11269336"/>
              <a:gd name="connsiteY31" fmla="*/ 885177 h 2323145"/>
              <a:gd name="connsiteX32" fmla="*/ 8755719 w 11269336"/>
              <a:gd name="connsiteY32" fmla="*/ 889754 h 2323145"/>
              <a:gd name="connsiteX33" fmla="*/ 8743257 w 11269336"/>
              <a:gd name="connsiteY33" fmla="*/ 904723 h 2323145"/>
              <a:gd name="connsiteX34" fmla="*/ 8721366 w 11269336"/>
              <a:gd name="connsiteY34" fmla="*/ 904711 h 2323145"/>
              <a:gd name="connsiteX35" fmla="*/ 8678353 w 11269336"/>
              <a:gd name="connsiteY35" fmla="*/ 926318 h 2323145"/>
              <a:gd name="connsiteX36" fmla="*/ 8636849 w 11269336"/>
              <a:gd name="connsiteY36" fmla="*/ 937900 h 2323145"/>
              <a:gd name="connsiteX37" fmla="*/ 8620213 w 11269336"/>
              <a:gd name="connsiteY37" fmla="*/ 943068 h 2323145"/>
              <a:gd name="connsiteX38" fmla="*/ 8612581 w 11269336"/>
              <a:gd name="connsiteY38" fmla="*/ 952695 h 2323145"/>
              <a:gd name="connsiteX39" fmla="*/ 8589038 w 11269336"/>
              <a:gd name="connsiteY39" fmla="*/ 963892 h 2323145"/>
              <a:gd name="connsiteX40" fmla="*/ 8579950 w 11269336"/>
              <a:gd name="connsiteY40" fmla="*/ 960899 h 2323145"/>
              <a:gd name="connsiteX41" fmla="*/ 8579319 w 11269336"/>
              <a:gd name="connsiteY41" fmla="*/ 965630 h 2323145"/>
              <a:gd name="connsiteX42" fmla="*/ 8547429 w 11269336"/>
              <a:gd name="connsiteY42" fmla="*/ 984506 h 2323145"/>
              <a:gd name="connsiteX43" fmla="*/ 8478704 w 11269336"/>
              <a:gd name="connsiteY43" fmla="*/ 1025490 h 2323145"/>
              <a:gd name="connsiteX44" fmla="*/ 8461421 w 11269336"/>
              <a:gd name="connsiteY44" fmla="*/ 1035512 h 2323145"/>
              <a:gd name="connsiteX45" fmla="*/ 8445003 w 11269336"/>
              <a:gd name="connsiteY45" fmla="*/ 1036851 h 2323145"/>
              <a:gd name="connsiteX46" fmla="*/ 8357350 w 11269336"/>
              <a:gd name="connsiteY46" fmla="*/ 1060213 h 2323145"/>
              <a:gd name="connsiteX47" fmla="*/ 8335565 w 11269336"/>
              <a:gd name="connsiteY47" fmla="*/ 1061151 h 2323145"/>
              <a:gd name="connsiteX48" fmla="*/ 8325267 w 11269336"/>
              <a:gd name="connsiteY48" fmla="*/ 1055919 h 2323145"/>
              <a:gd name="connsiteX49" fmla="*/ 8293586 w 11269336"/>
              <a:gd name="connsiteY49" fmla="*/ 1076144 h 2323145"/>
              <a:gd name="connsiteX50" fmla="*/ 8242405 w 11269336"/>
              <a:gd name="connsiteY50" fmla="*/ 1095960 h 2323145"/>
              <a:gd name="connsiteX51" fmla="*/ 8197391 w 11269336"/>
              <a:gd name="connsiteY51" fmla="*/ 1107746 h 2323145"/>
              <a:gd name="connsiteX52" fmla="*/ 8081474 w 11269336"/>
              <a:gd name="connsiteY52" fmla="*/ 1130125 h 2323145"/>
              <a:gd name="connsiteX53" fmla="*/ 8053585 w 11269336"/>
              <a:gd name="connsiteY53" fmla="*/ 1129169 h 2323145"/>
              <a:gd name="connsiteX54" fmla="*/ 8038422 w 11269336"/>
              <a:gd name="connsiteY54" fmla="*/ 1119092 h 2323145"/>
              <a:gd name="connsiteX55" fmla="*/ 8029450 w 11269336"/>
              <a:gd name="connsiteY55" fmla="*/ 1125592 h 2323145"/>
              <a:gd name="connsiteX56" fmla="*/ 7959552 w 11269336"/>
              <a:gd name="connsiteY56" fmla="*/ 1140188 h 2323145"/>
              <a:gd name="connsiteX57" fmla="*/ 7914188 w 11269336"/>
              <a:gd name="connsiteY57" fmla="*/ 1150862 h 2323145"/>
              <a:gd name="connsiteX58" fmla="*/ 7914918 w 11269336"/>
              <a:gd name="connsiteY58" fmla="*/ 1168758 h 2323145"/>
              <a:gd name="connsiteX59" fmla="*/ 7875510 w 11269336"/>
              <a:gd name="connsiteY59" fmla="*/ 1183153 h 2323145"/>
              <a:gd name="connsiteX60" fmla="*/ 7829932 w 11269336"/>
              <a:gd name="connsiteY60" fmla="*/ 1180782 h 2323145"/>
              <a:gd name="connsiteX61" fmla="*/ 7779182 w 11269336"/>
              <a:gd name="connsiteY61" fmla="*/ 1192665 h 2323145"/>
              <a:gd name="connsiteX62" fmla="*/ 7748774 w 11269336"/>
              <a:gd name="connsiteY62" fmla="*/ 1199586 h 2323145"/>
              <a:gd name="connsiteX63" fmla="*/ 7671846 w 11269336"/>
              <a:gd name="connsiteY63" fmla="*/ 1231966 h 2323145"/>
              <a:gd name="connsiteX64" fmla="*/ 7554146 w 11269336"/>
              <a:gd name="connsiteY64" fmla="*/ 1319748 h 2323145"/>
              <a:gd name="connsiteX65" fmla="*/ 7515052 w 11269336"/>
              <a:gd name="connsiteY65" fmla="*/ 1336718 h 2323145"/>
              <a:gd name="connsiteX66" fmla="*/ 7507193 w 11269336"/>
              <a:gd name="connsiteY66" fmla="*/ 1334617 h 2323145"/>
              <a:gd name="connsiteX67" fmla="*/ 7461694 w 11269336"/>
              <a:gd name="connsiteY67" fmla="*/ 1375866 h 2323145"/>
              <a:gd name="connsiteX68" fmla="*/ 7377571 w 11269336"/>
              <a:gd name="connsiteY68" fmla="*/ 1400128 h 2323145"/>
              <a:gd name="connsiteX69" fmla="*/ 7311261 w 11269336"/>
              <a:gd name="connsiteY69" fmla="*/ 1412652 h 2323145"/>
              <a:gd name="connsiteX70" fmla="*/ 7275307 w 11269336"/>
              <a:gd name="connsiteY70" fmla="*/ 1422171 h 2323145"/>
              <a:gd name="connsiteX71" fmla="*/ 7247783 w 11269336"/>
              <a:gd name="connsiteY71" fmla="*/ 1426330 h 2323145"/>
              <a:gd name="connsiteX72" fmla="*/ 7185047 w 11269336"/>
              <a:gd name="connsiteY72" fmla="*/ 1451812 h 2323145"/>
              <a:gd name="connsiteX73" fmla="*/ 7084117 w 11269336"/>
              <a:gd name="connsiteY73" fmla="*/ 1500281 h 2323145"/>
              <a:gd name="connsiteX74" fmla="*/ 7062011 w 11269336"/>
              <a:gd name="connsiteY74" fmla="*/ 1509183 h 2323145"/>
              <a:gd name="connsiteX75" fmla="*/ 7040555 w 11269336"/>
              <a:gd name="connsiteY75" fmla="*/ 1511207 h 2323145"/>
              <a:gd name="connsiteX76" fmla="*/ 7033438 w 11269336"/>
              <a:gd name="connsiteY76" fmla="*/ 1506772 h 2323145"/>
              <a:gd name="connsiteX77" fmla="*/ 7020886 w 11269336"/>
              <a:gd name="connsiteY77" fmla="*/ 1510764 h 2323145"/>
              <a:gd name="connsiteX78" fmla="*/ 7017033 w 11269336"/>
              <a:gd name="connsiteY78" fmla="*/ 1510650 h 2323145"/>
              <a:gd name="connsiteX79" fmla="*/ 6995460 w 11269336"/>
              <a:gd name="connsiteY79" fmla="*/ 1511173 h 2323145"/>
              <a:gd name="connsiteX80" fmla="*/ 6962144 w 11269336"/>
              <a:gd name="connsiteY80" fmla="*/ 1541508 h 2323145"/>
              <a:gd name="connsiteX81" fmla="*/ 6910674 w 11269336"/>
              <a:gd name="connsiteY81" fmla="*/ 1554793 h 2323145"/>
              <a:gd name="connsiteX82" fmla="*/ 6732152 w 11269336"/>
              <a:gd name="connsiteY82" fmla="*/ 1642538 h 2323145"/>
              <a:gd name="connsiteX83" fmla="*/ 6694106 w 11269336"/>
              <a:gd name="connsiteY83" fmla="*/ 1632377 h 2323145"/>
              <a:gd name="connsiteX84" fmla="*/ 6617223 w 11269336"/>
              <a:gd name="connsiteY84" fmla="*/ 1659889 h 2323145"/>
              <a:gd name="connsiteX85" fmla="*/ 6521138 w 11269336"/>
              <a:gd name="connsiteY85" fmla="*/ 1744340 h 2323145"/>
              <a:gd name="connsiteX86" fmla="*/ 6380677 w 11269336"/>
              <a:gd name="connsiteY86" fmla="*/ 1796883 h 2323145"/>
              <a:gd name="connsiteX87" fmla="*/ 6374897 w 11269336"/>
              <a:gd name="connsiteY87" fmla="*/ 1809910 h 2323145"/>
              <a:gd name="connsiteX88" fmla="*/ 6364545 w 11269336"/>
              <a:gd name="connsiteY88" fmla="*/ 1820090 h 2323145"/>
              <a:gd name="connsiteX89" fmla="*/ 6362126 w 11269336"/>
              <a:gd name="connsiteY89" fmla="*/ 1819991 h 2323145"/>
              <a:gd name="connsiteX90" fmla="*/ 6346673 w 11269336"/>
              <a:gd name="connsiteY90" fmla="*/ 1827824 h 2323145"/>
              <a:gd name="connsiteX91" fmla="*/ 6345588 w 11269336"/>
              <a:gd name="connsiteY91" fmla="*/ 1832232 h 2323145"/>
              <a:gd name="connsiteX92" fmla="*/ 6335708 w 11269336"/>
              <a:gd name="connsiteY92" fmla="*/ 1838451 h 2323145"/>
              <a:gd name="connsiteX93" fmla="*/ 6318182 w 11269336"/>
              <a:gd name="connsiteY93" fmla="*/ 1852975 h 2323145"/>
              <a:gd name="connsiteX94" fmla="*/ 6313084 w 11269336"/>
              <a:gd name="connsiteY94" fmla="*/ 1853561 h 2323145"/>
              <a:gd name="connsiteX95" fmla="*/ 6283816 w 11269336"/>
              <a:gd name="connsiteY95" fmla="*/ 1872148 h 2323145"/>
              <a:gd name="connsiteX96" fmla="*/ 6282550 w 11269336"/>
              <a:gd name="connsiteY96" fmla="*/ 1871392 h 2323145"/>
              <a:gd name="connsiteX97" fmla="*/ 6270527 w 11269336"/>
              <a:gd name="connsiteY97" fmla="*/ 1872208 h 2323145"/>
              <a:gd name="connsiteX98" fmla="*/ 6249518 w 11269336"/>
              <a:gd name="connsiteY98" fmla="*/ 1876079 h 2323145"/>
              <a:gd name="connsiteX99" fmla="*/ 6190386 w 11269336"/>
              <a:gd name="connsiteY99" fmla="*/ 1872478 h 2323145"/>
              <a:gd name="connsiteX100" fmla="*/ 6159777 w 11269336"/>
              <a:gd name="connsiteY100" fmla="*/ 1891745 h 2323145"/>
              <a:gd name="connsiteX101" fmla="*/ 6153131 w 11269336"/>
              <a:gd name="connsiteY101" fmla="*/ 1895079 h 2323145"/>
              <a:gd name="connsiteX102" fmla="*/ 6152798 w 11269336"/>
              <a:gd name="connsiteY102" fmla="*/ 1894920 h 2323145"/>
              <a:gd name="connsiteX103" fmla="*/ 6145388 w 11269336"/>
              <a:gd name="connsiteY103" fmla="*/ 1897990 h 2323145"/>
              <a:gd name="connsiteX104" fmla="*/ 6141014 w 11269336"/>
              <a:gd name="connsiteY104" fmla="*/ 1901155 h 2323145"/>
              <a:gd name="connsiteX105" fmla="*/ 6128122 w 11269336"/>
              <a:gd name="connsiteY105" fmla="*/ 1907623 h 2323145"/>
              <a:gd name="connsiteX106" fmla="*/ 6122351 w 11269336"/>
              <a:gd name="connsiteY106" fmla="*/ 1908359 h 2323145"/>
              <a:gd name="connsiteX107" fmla="*/ 6064750 w 11269336"/>
              <a:gd name="connsiteY107" fmla="*/ 1896394 h 2323145"/>
              <a:gd name="connsiteX108" fmla="*/ 5964230 w 11269336"/>
              <a:gd name="connsiteY108" fmla="*/ 1910038 h 2323145"/>
              <a:gd name="connsiteX109" fmla="*/ 5865399 w 11269336"/>
              <a:gd name="connsiteY109" fmla="*/ 1926966 h 2323145"/>
              <a:gd name="connsiteX110" fmla="*/ 5829951 w 11269336"/>
              <a:gd name="connsiteY110" fmla="*/ 1934755 h 2323145"/>
              <a:gd name="connsiteX111" fmla="*/ 5765285 w 11269336"/>
              <a:gd name="connsiteY111" fmla="*/ 1941322 h 2323145"/>
              <a:gd name="connsiteX112" fmla="*/ 5734750 w 11269336"/>
              <a:gd name="connsiteY112" fmla="*/ 1939793 h 2323145"/>
              <a:gd name="connsiteX113" fmla="*/ 5733569 w 11269336"/>
              <a:gd name="connsiteY113" fmla="*/ 1940505 h 2323145"/>
              <a:gd name="connsiteX114" fmla="*/ 5730329 w 11269336"/>
              <a:gd name="connsiteY114" fmla="*/ 1937845 h 2323145"/>
              <a:gd name="connsiteX115" fmla="*/ 5724661 w 11269336"/>
              <a:gd name="connsiteY115" fmla="*/ 1937455 h 2323145"/>
              <a:gd name="connsiteX116" fmla="*/ 5710186 w 11269336"/>
              <a:gd name="connsiteY116" fmla="*/ 1941370 h 2323145"/>
              <a:gd name="connsiteX117" fmla="*/ 5704910 w 11269336"/>
              <a:gd name="connsiteY117" fmla="*/ 1943663 h 2323145"/>
              <a:gd name="connsiteX118" fmla="*/ 5696836 w 11269336"/>
              <a:gd name="connsiteY118" fmla="*/ 1945271 h 2323145"/>
              <a:gd name="connsiteX119" fmla="*/ 5696583 w 11269336"/>
              <a:gd name="connsiteY119" fmla="*/ 1945050 h 2323145"/>
              <a:gd name="connsiteX120" fmla="*/ 5689123 w 11269336"/>
              <a:gd name="connsiteY120" fmla="*/ 1947067 h 2323145"/>
              <a:gd name="connsiteX121" fmla="*/ 5653291 w 11269336"/>
              <a:gd name="connsiteY121" fmla="*/ 1960245 h 2323145"/>
              <a:gd name="connsiteX122" fmla="*/ 5599385 w 11269336"/>
              <a:gd name="connsiteY122" fmla="*/ 1945198 h 2323145"/>
              <a:gd name="connsiteX123" fmla="*/ 5578300 w 11269336"/>
              <a:gd name="connsiteY123" fmla="*/ 1944963 h 2323145"/>
              <a:gd name="connsiteX124" fmla="*/ 5566758 w 11269336"/>
              <a:gd name="connsiteY124" fmla="*/ 1943441 h 2323145"/>
              <a:gd name="connsiteX125" fmla="*/ 5565857 w 11269336"/>
              <a:gd name="connsiteY125" fmla="*/ 1942445 h 2323145"/>
              <a:gd name="connsiteX126" fmla="*/ 5531534 w 11269336"/>
              <a:gd name="connsiteY126" fmla="*/ 1955208 h 2323145"/>
              <a:gd name="connsiteX127" fmla="*/ 5526552 w 11269336"/>
              <a:gd name="connsiteY127" fmla="*/ 1954799 h 2323145"/>
              <a:gd name="connsiteX128" fmla="*/ 5504723 w 11269336"/>
              <a:gd name="connsiteY128" fmla="*/ 1965811 h 2323145"/>
              <a:gd name="connsiteX129" fmla="*/ 5493156 w 11269336"/>
              <a:gd name="connsiteY129" fmla="*/ 1970063 h 2323145"/>
              <a:gd name="connsiteX130" fmla="*/ 5490486 w 11269336"/>
              <a:gd name="connsiteY130" fmla="*/ 1974227 h 2323145"/>
              <a:gd name="connsiteX131" fmla="*/ 5473107 w 11269336"/>
              <a:gd name="connsiteY131" fmla="*/ 1979001 h 2323145"/>
              <a:gd name="connsiteX132" fmla="*/ 5470885 w 11269336"/>
              <a:gd name="connsiteY132" fmla="*/ 1978432 h 2323145"/>
              <a:gd name="connsiteX133" fmla="*/ 5457393 w 11269336"/>
              <a:gd name="connsiteY133" fmla="*/ 1986525 h 2323145"/>
              <a:gd name="connsiteX134" fmla="*/ 5447102 w 11269336"/>
              <a:gd name="connsiteY134" fmla="*/ 1998329 h 2323145"/>
              <a:gd name="connsiteX135" fmla="*/ 5159151 w 11269336"/>
              <a:gd name="connsiteY135" fmla="*/ 2029640 h 2323145"/>
              <a:gd name="connsiteX136" fmla="*/ 5041688 w 11269336"/>
              <a:gd name="connsiteY136" fmla="*/ 2022334 h 2323145"/>
              <a:gd name="connsiteX137" fmla="*/ 4860988 w 11269336"/>
              <a:gd name="connsiteY137" fmla="*/ 2135698 h 2323145"/>
              <a:gd name="connsiteX138" fmla="*/ 4807902 w 11269336"/>
              <a:gd name="connsiteY138" fmla="*/ 2138894 h 2323145"/>
              <a:gd name="connsiteX139" fmla="*/ 4765388 w 11269336"/>
              <a:gd name="connsiteY139" fmla="*/ 2162525 h 2323145"/>
              <a:gd name="connsiteX140" fmla="*/ 4745033 w 11269336"/>
              <a:gd name="connsiteY140" fmla="*/ 2158859 h 2323145"/>
              <a:gd name="connsiteX141" fmla="*/ 4741475 w 11269336"/>
              <a:gd name="connsiteY141" fmla="*/ 2157998 h 2323145"/>
              <a:gd name="connsiteX142" fmla="*/ 4728247 w 11269336"/>
              <a:gd name="connsiteY142" fmla="*/ 2159526 h 2323145"/>
              <a:gd name="connsiteX143" fmla="*/ 4723263 w 11269336"/>
              <a:gd name="connsiteY143" fmla="*/ 2153742 h 2323145"/>
              <a:gd name="connsiteX144" fmla="*/ 4702453 w 11269336"/>
              <a:gd name="connsiteY144" fmla="*/ 2151586 h 2323145"/>
              <a:gd name="connsiteX145" fmla="*/ 4678455 w 11269336"/>
              <a:gd name="connsiteY145" fmla="*/ 2156131 h 2323145"/>
              <a:gd name="connsiteX146" fmla="*/ 4593061 w 11269336"/>
              <a:gd name="connsiteY146" fmla="*/ 2171597 h 2323145"/>
              <a:gd name="connsiteX147" fmla="*/ 4579902 w 11269336"/>
              <a:gd name="connsiteY147" fmla="*/ 2177927 h 2323145"/>
              <a:gd name="connsiteX148" fmla="*/ 4533444 w 11269336"/>
              <a:gd name="connsiteY148" fmla="*/ 2181200 h 2323145"/>
              <a:gd name="connsiteX149" fmla="*/ 4492832 w 11269336"/>
              <a:gd name="connsiteY149" fmla="*/ 2188033 h 2323145"/>
              <a:gd name="connsiteX150" fmla="*/ 4467257 w 11269336"/>
              <a:gd name="connsiteY150" fmla="*/ 2196121 h 2323145"/>
              <a:gd name="connsiteX151" fmla="*/ 4459937 w 11269336"/>
              <a:gd name="connsiteY151" fmla="*/ 2195182 h 2323145"/>
              <a:gd name="connsiteX152" fmla="*/ 4433312 w 11269336"/>
              <a:gd name="connsiteY152" fmla="*/ 2199004 h 2323145"/>
              <a:gd name="connsiteX153" fmla="*/ 4420601 w 11269336"/>
              <a:gd name="connsiteY153" fmla="*/ 2205158 h 2323145"/>
              <a:gd name="connsiteX154" fmla="*/ 4405765 w 11269336"/>
              <a:gd name="connsiteY154" fmla="*/ 2199902 h 2323145"/>
              <a:gd name="connsiteX155" fmla="*/ 4401354 w 11269336"/>
              <a:gd name="connsiteY155" fmla="*/ 2194745 h 2323145"/>
              <a:gd name="connsiteX156" fmla="*/ 4383151 w 11269336"/>
              <a:gd name="connsiteY156" fmla="*/ 2201140 h 2323145"/>
              <a:gd name="connsiteX157" fmla="*/ 4366646 w 11269336"/>
              <a:gd name="connsiteY157" fmla="*/ 2198564 h 2323145"/>
              <a:gd name="connsiteX158" fmla="*/ 4354009 w 11269336"/>
              <a:gd name="connsiteY158" fmla="*/ 2204984 h 2323145"/>
              <a:gd name="connsiteX159" fmla="*/ 4348284 w 11269336"/>
              <a:gd name="connsiteY159" fmla="*/ 2205270 h 2323145"/>
              <a:gd name="connsiteX160" fmla="*/ 4333906 w 11269336"/>
              <a:gd name="connsiteY160" fmla="*/ 2205251 h 2323145"/>
              <a:gd name="connsiteX161" fmla="*/ 4308819 w 11269336"/>
              <a:gd name="connsiteY161" fmla="*/ 2203822 h 2323145"/>
              <a:gd name="connsiteX162" fmla="*/ 4301210 w 11269336"/>
              <a:gd name="connsiteY162" fmla="*/ 2204456 h 2323145"/>
              <a:gd name="connsiteX163" fmla="*/ 4283095 w 11269336"/>
              <a:gd name="connsiteY163" fmla="*/ 2198177 h 2323145"/>
              <a:gd name="connsiteX164" fmla="*/ 4250119 w 11269336"/>
              <a:gd name="connsiteY164" fmla="*/ 2196342 h 2323145"/>
              <a:gd name="connsiteX165" fmla="*/ 4189203 w 11269336"/>
              <a:gd name="connsiteY165" fmla="*/ 2178994 h 2323145"/>
              <a:gd name="connsiteX166" fmla="*/ 4154035 w 11269336"/>
              <a:gd name="connsiteY166" fmla="*/ 2171950 h 2323145"/>
              <a:gd name="connsiteX167" fmla="*/ 4129569 w 11269336"/>
              <a:gd name="connsiteY167" fmla="*/ 2163850 h 2323145"/>
              <a:gd name="connsiteX168" fmla="*/ 4061250 w 11269336"/>
              <a:gd name="connsiteY168" fmla="*/ 2159236 h 2323145"/>
              <a:gd name="connsiteX169" fmla="*/ 3945480 w 11269336"/>
              <a:gd name="connsiteY169" fmla="*/ 2158279 h 2323145"/>
              <a:gd name="connsiteX170" fmla="*/ 3921468 w 11269336"/>
              <a:gd name="connsiteY170" fmla="*/ 2156588 h 2323145"/>
              <a:gd name="connsiteX171" fmla="*/ 3903348 w 11269336"/>
              <a:gd name="connsiteY171" fmla="*/ 2149220 h 2323145"/>
              <a:gd name="connsiteX172" fmla="*/ 3901342 w 11269336"/>
              <a:gd name="connsiteY172" fmla="*/ 2142355 h 2323145"/>
              <a:gd name="connsiteX173" fmla="*/ 3888539 w 11269336"/>
              <a:gd name="connsiteY173" fmla="*/ 2140476 h 2323145"/>
              <a:gd name="connsiteX174" fmla="*/ 3885662 w 11269336"/>
              <a:gd name="connsiteY174" fmla="*/ 2138740 h 2323145"/>
              <a:gd name="connsiteX175" fmla="*/ 3868627 w 11269336"/>
              <a:gd name="connsiteY175" fmla="*/ 2130023 h 2323145"/>
              <a:gd name="connsiteX176" fmla="*/ 3819177 w 11269336"/>
              <a:gd name="connsiteY176" fmla="*/ 2142111 h 2323145"/>
              <a:gd name="connsiteX177" fmla="*/ 3769100 w 11269336"/>
              <a:gd name="connsiteY177" fmla="*/ 2131731 h 2323145"/>
              <a:gd name="connsiteX178" fmla="*/ 3562752 w 11269336"/>
              <a:gd name="connsiteY178" fmla="*/ 2131785 h 2323145"/>
              <a:gd name="connsiteX179" fmla="*/ 3541402 w 11269336"/>
              <a:gd name="connsiteY179" fmla="*/ 2106821 h 2323145"/>
              <a:gd name="connsiteX180" fmla="*/ 3365341 w 11269336"/>
              <a:gd name="connsiteY180" fmla="*/ 2077638 h 2323145"/>
              <a:gd name="connsiteX181" fmla="*/ 3170922 w 11269336"/>
              <a:gd name="connsiteY181" fmla="*/ 2115957 h 2323145"/>
              <a:gd name="connsiteX182" fmla="*/ 3156256 w 11269336"/>
              <a:gd name="connsiteY182" fmla="*/ 2124773 h 2323145"/>
              <a:gd name="connsiteX183" fmla="*/ 3140298 w 11269336"/>
              <a:gd name="connsiteY183" fmla="*/ 2129182 h 2323145"/>
              <a:gd name="connsiteX184" fmla="*/ 3138514 w 11269336"/>
              <a:gd name="connsiteY184" fmla="*/ 2128069 h 2323145"/>
              <a:gd name="connsiteX185" fmla="*/ 3120467 w 11269336"/>
              <a:gd name="connsiteY185" fmla="*/ 2128281 h 2323145"/>
              <a:gd name="connsiteX186" fmla="*/ 3116175 w 11269336"/>
              <a:gd name="connsiteY186" fmla="*/ 2131633 h 2323145"/>
              <a:gd name="connsiteX187" fmla="*/ 3103685 w 11269336"/>
              <a:gd name="connsiteY187" fmla="*/ 2132814 h 2323145"/>
              <a:gd name="connsiteX188" fmla="*/ 3078794 w 11269336"/>
              <a:gd name="connsiteY188" fmla="*/ 2137935 h 2323145"/>
              <a:gd name="connsiteX189" fmla="*/ 3074407 w 11269336"/>
              <a:gd name="connsiteY189" fmla="*/ 2136274 h 2323145"/>
              <a:gd name="connsiteX190" fmla="*/ 3037285 w 11269336"/>
              <a:gd name="connsiteY190" fmla="*/ 2139919 h 2323145"/>
              <a:gd name="connsiteX191" fmla="*/ 3036901 w 11269336"/>
              <a:gd name="connsiteY191" fmla="*/ 2138726 h 2323145"/>
              <a:gd name="connsiteX192" fmla="*/ 3026996 w 11269336"/>
              <a:gd name="connsiteY192" fmla="*/ 2134322 h 2323145"/>
              <a:gd name="connsiteX193" fmla="*/ 3007772 w 11269336"/>
              <a:gd name="connsiteY193" fmla="*/ 2128742 h 2323145"/>
              <a:gd name="connsiteX194" fmla="*/ 2965030 w 11269336"/>
              <a:gd name="connsiteY194" fmla="*/ 2100494 h 2323145"/>
              <a:gd name="connsiteX195" fmla="*/ 2926342 w 11269336"/>
              <a:gd name="connsiteY195" fmla="*/ 2104155 h 2323145"/>
              <a:gd name="connsiteX196" fmla="*/ 2918608 w 11269336"/>
              <a:gd name="connsiteY196" fmla="*/ 2104215 h 2323145"/>
              <a:gd name="connsiteX197" fmla="*/ 2918475 w 11269336"/>
              <a:gd name="connsiteY197" fmla="*/ 2103937 h 2323145"/>
              <a:gd name="connsiteX198" fmla="*/ 2910360 w 11269336"/>
              <a:gd name="connsiteY198" fmla="*/ 2103444 h 2323145"/>
              <a:gd name="connsiteX199" fmla="*/ 2904507 w 11269336"/>
              <a:gd name="connsiteY199" fmla="*/ 2104326 h 2323145"/>
              <a:gd name="connsiteX200" fmla="*/ 2889503 w 11269336"/>
              <a:gd name="connsiteY200" fmla="*/ 2104443 h 2323145"/>
              <a:gd name="connsiteX201" fmla="*/ 2884480 w 11269336"/>
              <a:gd name="connsiteY201" fmla="*/ 2102626 h 2323145"/>
              <a:gd name="connsiteX202" fmla="*/ 2882689 w 11269336"/>
              <a:gd name="connsiteY202" fmla="*/ 2099228 h 2323145"/>
              <a:gd name="connsiteX203" fmla="*/ 2881291 w 11269336"/>
              <a:gd name="connsiteY203" fmla="*/ 2099618 h 2323145"/>
              <a:gd name="connsiteX204" fmla="*/ 2853979 w 11269336"/>
              <a:gd name="connsiteY204" fmla="*/ 2090388 h 2323145"/>
              <a:gd name="connsiteX205" fmla="*/ 2791790 w 11269336"/>
              <a:gd name="connsiteY205" fmla="*/ 2080332 h 2323145"/>
              <a:gd name="connsiteX206" fmla="*/ 2755844 w 11269336"/>
              <a:gd name="connsiteY206" fmla="*/ 2078874 h 2323145"/>
              <a:gd name="connsiteX207" fmla="*/ 2657742 w 11269336"/>
              <a:gd name="connsiteY207" fmla="*/ 2070179 h 2323145"/>
              <a:gd name="connsiteX208" fmla="*/ 2559549 w 11269336"/>
              <a:gd name="connsiteY208" fmla="*/ 2057873 h 2323145"/>
              <a:gd name="connsiteX209" fmla="*/ 2512054 w 11269336"/>
              <a:gd name="connsiteY209" fmla="*/ 2031671 h 2323145"/>
              <a:gd name="connsiteX210" fmla="*/ 2506437 w 11269336"/>
              <a:gd name="connsiteY210" fmla="*/ 2030918 h 2323145"/>
              <a:gd name="connsiteX211" fmla="*/ 2491752 w 11269336"/>
              <a:gd name="connsiteY211" fmla="*/ 2033906 h 2323145"/>
              <a:gd name="connsiteX212" fmla="*/ 2486338 w 11269336"/>
              <a:gd name="connsiteY212" fmla="*/ 2035862 h 2323145"/>
              <a:gd name="connsiteX213" fmla="*/ 2478186 w 11269336"/>
              <a:gd name="connsiteY213" fmla="*/ 2036953 h 2323145"/>
              <a:gd name="connsiteX214" fmla="*/ 2477950 w 11269336"/>
              <a:gd name="connsiteY214" fmla="*/ 2036715 h 2323145"/>
              <a:gd name="connsiteX215" fmla="*/ 2470381 w 11269336"/>
              <a:gd name="connsiteY215" fmla="*/ 2038256 h 2323145"/>
              <a:gd name="connsiteX216" fmla="*/ 2433781 w 11269336"/>
              <a:gd name="connsiteY216" fmla="*/ 2049140 h 2323145"/>
              <a:gd name="connsiteX217" fmla="*/ 2381172 w 11269336"/>
              <a:gd name="connsiteY217" fmla="*/ 2030645 h 2323145"/>
              <a:gd name="connsiteX218" fmla="*/ 2360198 w 11269336"/>
              <a:gd name="connsiteY218" fmla="*/ 2029059 h 2323145"/>
              <a:gd name="connsiteX219" fmla="*/ 2348815 w 11269336"/>
              <a:gd name="connsiteY219" fmla="*/ 2026798 h 2323145"/>
              <a:gd name="connsiteX220" fmla="*/ 2347988 w 11269336"/>
              <a:gd name="connsiteY220" fmla="*/ 2025745 h 2323145"/>
              <a:gd name="connsiteX221" fmla="*/ 2312920 w 11269336"/>
              <a:gd name="connsiteY221" fmla="*/ 2036311 h 2323145"/>
              <a:gd name="connsiteX222" fmla="*/ 2307986 w 11269336"/>
              <a:gd name="connsiteY222" fmla="*/ 2035583 h 2323145"/>
              <a:gd name="connsiteX223" fmla="*/ 2285481 w 11269336"/>
              <a:gd name="connsiteY223" fmla="*/ 2045197 h 2323145"/>
              <a:gd name="connsiteX224" fmla="*/ 2273666 w 11269336"/>
              <a:gd name="connsiteY224" fmla="*/ 2048710 h 2323145"/>
              <a:gd name="connsiteX225" fmla="*/ 2270719 w 11269336"/>
              <a:gd name="connsiteY225" fmla="*/ 2052702 h 2323145"/>
              <a:gd name="connsiteX226" fmla="*/ 2253080 w 11269336"/>
              <a:gd name="connsiteY226" fmla="*/ 2056363 h 2323145"/>
              <a:gd name="connsiteX227" fmla="*/ 2250906 w 11269336"/>
              <a:gd name="connsiteY227" fmla="*/ 2055654 h 2323145"/>
              <a:gd name="connsiteX228" fmla="*/ 2236905 w 11269336"/>
              <a:gd name="connsiteY228" fmla="*/ 2062882 h 2323145"/>
              <a:gd name="connsiteX229" fmla="*/ 2225830 w 11269336"/>
              <a:gd name="connsiteY229" fmla="*/ 2074027 h 2323145"/>
              <a:gd name="connsiteX230" fmla="*/ 2073776 w 11269336"/>
              <a:gd name="connsiteY230" fmla="*/ 2089244 h 2323145"/>
              <a:gd name="connsiteX231" fmla="*/ 1948256 w 11269336"/>
              <a:gd name="connsiteY231" fmla="*/ 2146616 h 2323145"/>
              <a:gd name="connsiteX232" fmla="*/ 1865582 w 11269336"/>
              <a:gd name="connsiteY232" fmla="*/ 2153738 h 2323145"/>
              <a:gd name="connsiteX233" fmla="*/ 1835210 w 11269336"/>
              <a:gd name="connsiteY233" fmla="*/ 2134244 h 2323145"/>
              <a:gd name="connsiteX234" fmla="*/ 1632661 w 11269336"/>
              <a:gd name="connsiteY234" fmla="*/ 2173882 h 2323145"/>
              <a:gd name="connsiteX235" fmla="*/ 1579590 w 11269336"/>
              <a:gd name="connsiteY235" fmla="*/ 2173680 h 2323145"/>
              <a:gd name="connsiteX236" fmla="*/ 1535601 w 11269336"/>
              <a:gd name="connsiteY236" fmla="*/ 2194590 h 2323145"/>
              <a:gd name="connsiteX237" fmla="*/ 1515594 w 11269336"/>
              <a:gd name="connsiteY237" fmla="*/ 2189622 h 2323145"/>
              <a:gd name="connsiteX238" fmla="*/ 1512113 w 11269336"/>
              <a:gd name="connsiteY238" fmla="*/ 2188534 h 2323145"/>
              <a:gd name="connsiteX239" fmla="*/ 1498838 w 11269336"/>
              <a:gd name="connsiteY239" fmla="*/ 2189213 h 2323145"/>
              <a:gd name="connsiteX240" fmla="*/ 1494279 w 11269336"/>
              <a:gd name="connsiteY240" fmla="*/ 2183112 h 2323145"/>
              <a:gd name="connsiteX241" fmla="*/ 1473714 w 11269336"/>
              <a:gd name="connsiteY241" fmla="*/ 2179625 h 2323145"/>
              <a:gd name="connsiteX242" fmla="*/ 1449503 w 11269336"/>
              <a:gd name="connsiteY242" fmla="*/ 2182633 h 2323145"/>
              <a:gd name="connsiteX243" fmla="*/ 1266687 w 11269336"/>
              <a:gd name="connsiteY243" fmla="*/ 2212688 h 2323145"/>
              <a:gd name="connsiteX244" fmla="*/ 1239614 w 11269336"/>
              <a:gd name="connsiteY244" fmla="*/ 2209727 h 2323145"/>
              <a:gd name="connsiteX245" fmla="*/ 1202436 w 11269336"/>
              <a:gd name="connsiteY245" fmla="*/ 2209817 h 2323145"/>
              <a:gd name="connsiteX246" fmla="*/ 1136097 w 11269336"/>
              <a:gd name="connsiteY246" fmla="*/ 2205112 h 2323145"/>
              <a:gd name="connsiteX247" fmla="*/ 988232 w 11269336"/>
              <a:gd name="connsiteY247" fmla="*/ 2235635 h 2323145"/>
              <a:gd name="connsiteX248" fmla="*/ 981959 w 11269336"/>
              <a:gd name="connsiteY248" fmla="*/ 2231607 h 2323145"/>
              <a:gd name="connsiteX249" fmla="*/ 938600 w 11269336"/>
              <a:gd name="connsiteY249" fmla="*/ 2238113 h 2323145"/>
              <a:gd name="connsiteX250" fmla="*/ 791788 w 11269336"/>
              <a:gd name="connsiteY250" fmla="*/ 2293224 h 2323145"/>
              <a:gd name="connsiteX251" fmla="*/ 706914 w 11269336"/>
              <a:gd name="connsiteY251" fmla="*/ 2305046 h 2323145"/>
              <a:gd name="connsiteX252" fmla="*/ 675971 w 11269336"/>
              <a:gd name="connsiteY252" fmla="*/ 2304030 h 2323145"/>
              <a:gd name="connsiteX253" fmla="*/ 624180 w 11269336"/>
              <a:gd name="connsiteY253" fmla="*/ 2302650 h 2323145"/>
              <a:gd name="connsiteX254" fmla="*/ 583453 w 11269336"/>
              <a:gd name="connsiteY254" fmla="*/ 2288788 h 2323145"/>
              <a:gd name="connsiteX255" fmla="*/ 540946 w 11269336"/>
              <a:gd name="connsiteY255" fmla="*/ 2292721 h 2323145"/>
              <a:gd name="connsiteX256" fmla="*/ 533680 w 11269336"/>
              <a:gd name="connsiteY256" fmla="*/ 2310233 h 2323145"/>
              <a:gd name="connsiteX257" fmla="*/ 487366 w 11269336"/>
              <a:gd name="connsiteY257" fmla="*/ 2309053 h 2323145"/>
              <a:gd name="connsiteX258" fmla="*/ 416820 w 11269336"/>
              <a:gd name="connsiteY258" fmla="*/ 2305443 h 2323145"/>
              <a:gd name="connsiteX259" fmla="*/ 376805 w 11269336"/>
              <a:gd name="connsiteY259" fmla="*/ 2307647 h 2323145"/>
              <a:gd name="connsiteX260" fmla="*/ 266777 w 11269336"/>
              <a:gd name="connsiteY260" fmla="*/ 2309012 h 2323145"/>
              <a:gd name="connsiteX261" fmla="*/ 156013 w 11269336"/>
              <a:gd name="connsiteY261" fmla="*/ 2306832 h 2323145"/>
              <a:gd name="connsiteX262" fmla="*/ 87258 w 11269336"/>
              <a:gd name="connsiteY262" fmla="*/ 2285511 h 2323145"/>
              <a:gd name="connsiteX263" fmla="*/ 23798 w 11269336"/>
              <a:gd name="connsiteY263" fmla="*/ 2281822 h 2323145"/>
              <a:gd name="connsiteX264" fmla="*/ 0 w 11269336"/>
              <a:gd name="connsiteY264" fmla="*/ 2285369 h 2323145"/>
              <a:gd name="connsiteX265" fmla="*/ 0 w 11269336"/>
              <a:gd name="connsiteY265"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380600 w 11269336"/>
              <a:gd name="connsiteY19" fmla="*/ 549821 h 2323145"/>
              <a:gd name="connsiteX20" fmla="*/ 9263254 w 11269336"/>
              <a:gd name="connsiteY20" fmla="*/ 645662 h 2323145"/>
              <a:gd name="connsiteX21" fmla="*/ 9162278 w 11269336"/>
              <a:gd name="connsiteY21" fmla="*/ 704724 h 2323145"/>
              <a:gd name="connsiteX22" fmla="*/ 8977138 w 11269336"/>
              <a:gd name="connsiteY22" fmla="*/ 774970 h 2323145"/>
              <a:gd name="connsiteX23" fmla="*/ 9070855 w 11269336"/>
              <a:gd name="connsiteY23" fmla="*/ 794621 h 2323145"/>
              <a:gd name="connsiteX24" fmla="*/ 8914746 w 11269336"/>
              <a:gd name="connsiteY24" fmla="*/ 826428 h 2323145"/>
              <a:gd name="connsiteX25" fmla="*/ 8917778 w 11269336"/>
              <a:gd name="connsiteY25" fmla="*/ 835198 h 2323145"/>
              <a:gd name="connsiteX26" fmla="*/ 8905560 w 11269336"/>
              <a:gd name="connsiteY26" fmla="*/ 838358 h 2323145"/>
              <a:gd name="connsiteX27" fmla="*/ 8897564 w 11269336"/>
              <a:gd name="connsiteY27" fmla="*/ 834287 h 2323145"/>
              <a:gd name="connsiteX28" fmla="*/ 8878040 w 11269336"/>
              <a:gd name="connsiteY28" fmla="*/ 844150 h 2323145"/>
              <a:gd name="connsiteX29" fmla="*/ 8882654 w 11269336"/>
              <a:gd name="connsiteY29" fmla="*/ 892768 h 2323145"/>
              <a:gd name="connsiteX30" fmla="*/ 8795998 w 11269336"/>
              <a:gd name="connsiteY30" fmla="*/ 863337 h 2323145"/>
              <a:gd name="connsiteX31" fmla="*/ 8776970 w 11269336"/>
              <a:gd name="connsiteY31" fmla="*/ 885177 h 2323145"/>
              <a:gd name="connsiteX32" fmla="*/ 8755719 w 11269336"/>
              <a:gd name="connsiteY32" fmla="*/ 889754 h 2323145"/>
              <a:gd name="connsiteX33" fmla="*/ 8743257 w 11269336"/>
              <a:gd name="connsiteY33" fmla="*/ 904723 h 2323145"/>
              <a:gd name="connsiteX34" fmla="*/ 8721366 w 11269336"/>
              <a:gd name="connsiteY34" fmla="*/ 904711 h 2323145"/>
              <a:gd name="connsiteX35" fmla="*/ 8678353 w 11269336"/>
              <a:gd name="connsiteY35" fmla="*/ 926318 h 2323145"/>
              <a:gd name="connsiteX36" fmla="*/ 8636849 w 11269336"/>
              <a:gd name="connsiteY36" fmla="*/ 937900 h 2323145"/>
              <a:gd name="connsiteX37" fmla="*/ 8620213 w 11269336"/>
              <a:gd name="connsiteY37" fmla="*/ 943068 h 2323145"/>
              <a:gd name="connsiteX38" fmla="*/ 8612581 w 11269336"/>
              <a:gd name="connsiteY38" fmla="*/ 952695 h 2323145"/>
              <a:gd name="connsiteX39" fmla="*/ 8589038 w 11269336"/>
              <a:gd name="connsiteY39" fmla="*/ 963892 h 2323145"/>
              <a:gd name="connsiteX40" fmla="*/ 8579950 w 11269336"/>
              <a:gd name="connsiteY40" fmla="*/ 960899 h 2323145"/>
              <a:gd name="connsiteX41" fmla="*/ 8579319 w 11269336"/>
              <a:gd name="connsiteY41" fmla="*/ 965630 h 2323145"/>
              <a:gd name="connsiteX42" fmla="*/ 8547429 w 11269336"/>
              <a:gd name="connsiteY42" fmla="*/ 984506 h 2323145"/>
              <a:gd name="connsiteX43" fmla="*/ 8478704 w 11269336"/>
              <a:gd name="connsiteY43" fmla="*/ 1025490 h 2323145"/>
              <a:gd name="connsiteX44" fmla="*/ 8461421 w 11269336"/>
              <a:gd name="connsiteY44" fmla="*/ 1035512 h 2323145"/>
              <a:gd name="connsiteX45" fmla="*/ 8445003 w 11269336"/>
              <a:gd name="connsiteY45" fmla="*/ 1036851 h 2323145"/>
              <a:gd name="connsiteX46" fmla="*/ 8357350 w 11269336"/>
              <a:gd name="connsiteY46" fmla="*/ 1060213 h 2323145"/>
              <a:gd name="connsiteX47" fmla="*/ 8335565 w 11269336"/>
              <a:gd name="connsiteY47" fmla="*/ 1061151 h 2323145"/>
              <a:gd name="connsiteX48" fmla="*/ 8325267 w 11269336"/>
              <a:gd name="connsiteY48" fmla="*/ 1055919 h 2323145"/>
              <a:gd name="connsiteX49" fmla="*/ 8293586 w 11269336"/>
              <a:gd name="connsiteY49" fmla="*/ 1076144 h 2323145"/>
              <a:gd name="connsiteX50" fmla="*/ 8242405 w 11269336"/>
              <a:gd name="connsiteY50" fmla="*/ 1095960 h 2323145"/>
              <a:gd name="connsiteX51" fmla="*/ 8197391 w 11269336"/>
              <a:gd name="connsiteY51" fmla="*/ 1107746 h 2323145"/>
              <a:gd name="connsiteX52" fmla="*/ 8081474 w 11269336"/>
              <a:gd name="connsiteY52" fmla="*/ 1130125 h 2323145"/>
              <a:gd name="connsiteX53" fmla="*/ 8053585 w 11269336"/>
              <a:gd name="connsiteY53" fmla="*/ 1129169 h 2323145"/>
              <a:gd name="connsiteX54" fmla="*/ 8038422 w 11269336"/>
              <a:gd name="connsiteY54" fmla="*/ 1119092 h 2323145"/>
              <a:gd name="connsiteX55" fmla="*/ 8029450 w 11269336"/>
              <a:gd name="connsiteY55" fmla="*/ 1125592 h 2323145"/>
              <a:gd name="connsiteX56" fmla="*/ 7959552 w 11269336"/>
              <a:gd name="connsiteY56" fmla="*/ 1140188 h 2323145"/>
              <a:gd name="connsiteX57" fmla="*/ 7914188 w 11269336"/>
              <a:gd name="connsiteY57" fmla="*/ 1150862 h 2323145"/>
              <a:gd name="connsiteX58" fmla="*/ 7914918 w 11269336"/>
              <a:gd name="connsiteY58" fmla="*/ 1168758 h 2323145"/>
              <a:gd name="connsiteX59" fmla="*/ 7875510 w 11269336"/>
              <a:gd name="connsiteY59" fmla="*/ 1183153 h 2323145"/>
              <a:gd name="connsiteX60" fmla="*/ 7829932 w 11269336"/>
              <a:gd name="connsiteY60" fmla="*/ 1180782 h 2323145"/>
              <a:gd name="connsiteX61" fmla="*/ 7779182 w 11269336"/>
              <a:gd name="connsiteY61" fmla="*/ 1192665 h 2323145"/>
              <a:gd name="connsiteX62" fmla="*/ 7748774 w 11269336"/>
              <a:gd name="connsiteY62" fmla="*/ 1199586 h 2323145"/>
              <a:gd name="connsiteX63" fmla="*/ 7671846 w 11269336"/>
              <a:gd name="connsiteY63" fmla="*/ 1231966 h 2323145"/>
              <a:gd name="connsiteX64" fmla="*/ 7554146 w 11269336"/>
              <a:gd name="connsiteY64" fmla="*/ 1319748 h 2323145"/>
              <a:gd name="connsiteX65" fmla="*/ 7515052 w 11269336"/>
              <a:gd name="connsiteY65" fmla="*/ 1336718 h 2323145"/>
              <a:gd name="connsiteX66" fmla="*/ 7507193 w 11269336"/>
              <a:gd name="connsiteY66" fmla="*/ 1334617 h 2323145"/>
              <a:gd name="connsiteX67" fmla="*/ 7461694 w 11269336"/>
              <a:gd name="connsiteY67" fmla="*/ 1375866 h 2323145"/>
              <a:gd name="connsiteX68" fmla="*/ 7377571 w 11269336"/>
              <a:gd name="connsiteY68" fmla="*/ 1400128 h 2323145"/>
              <a:gd name="connsiteX69" fmla="*/ 7311261 w 11269336"/>
              <a:gd name="connsiteY69" fmla="*/ 1412652 h 2323145"/>
              <a:gd name="connsiteX70" fmla="*/ 7275307 w 11269336"/>
              <a:gd name="connsiteY70" fmla="*/ 1422171 h 2323145"/>
              <a:gd name="connsiteX71" fmla="*/ 7247783 w 11269336"/>
              <a:gd name="connsiteY71" fmla="*/ 1426330 h 2323145"/>
              <a:gd name="connsiteX72" fmla="*/ 7185047 w 11269336"/>
              <a:gd name="connsiteY72" fmla="*/ 1451812 h 2323145"/>
              <a:gd name="connsiteX73" fmla="*/ 7084117 w 11269336"/>
              <a:gd name="connsiteY73" fmla="*/ 1500281 h 2323145"/>
              <a:gd name="connsiteX74" fmla="*/ 7062011 w 11269336"/>
              <a:gd name="connsiteY74" fmla="*/ 1509183 h 2323145"/>
              <a:gd name="connsiteX75" fmla="*/ 7040555 w 11269336"/>
              <a:gd name="connsiteY75" fmla="*/ 1511207 h 2323145"/>
              <a:gd name="connsiteX76" fmla="*/ 7033438 w 11269336"/>
              <a:gd name="connsiteY76" fmla="*/ 1506772 h 2323145"/>
              <a:gd name="connsiteX77" fmla="*/ 7020886 w 11269336"/>
              <a:gd name="connsiteY77" fmla="*/ 1510764 h 2323145"/>
              <a:gd name="connsiteX78" fmla="*/ 7017033 w 11269336"/>
              <a:gd name="connsiteY78" fmla="*/ 1510650 h 2323145"/>
              <a:gd name="connsiteX79" fmla="*/ 6995460 w 11269336"/>
              <a:gd name="connsiteY79" fmla="*/ 1511173 h 2323145"/>
              <a:gd name="connsiteX80" fmla="*/ 6962144 w 11269336"/>
              <a:gd name="connsiteY80" fmla="*/ 1541508 h 2323145"/>
              <a:gd name="connsiteX81" fmla="*/ 6910674 w 11269336"/>
              <a:gd name="connsiteY81" fmla="*/ 1554793 h 2323145"/>
              <a:gd name="connsiteX82" fmla="*/ 6732152 w 11269336"/>
              <a:gd name="connsiteY82" fmla="*/ 1642538 h 2323145"/>
              <a:gd name="connsiteX83" fmla="*/ 6694106 w 11269336"/>
              <a:gd name="connsiteY83" fmla="*/ 1632377 h 2323145"/>
              <a:gd name="connsiteX84" fmla="*/ 6617223 w 11269336"/>
              <a:gd name="connsiteY84" fmla="*/ 1659889 h 2323145"/>
              <a:gd name="connsiteX85" fmla="*/ 6521138 w 11269336"/>
              <a:gd name="connsiteY85" fmla="*/ 1744340 h 2323145"/>
              <a:gd name="connsiteX86" fmla="*/ 6380677 w 11269336"/>
              <a:gd name="connsiteY86" fmla="*/ 1796883 h 2323145"/>
              <a:gd name="connsiteX87" fmla="*/ 6374897 w 11269336"/>
              <a:gd name="connsiteY87" fmla="*/ 1809910 h 2323145"/>
              <a:gd name="connsiteX88" fmla="*/ 6364545 w 11269336"/>
              <a:gd name="connsiteY88" fmla="*/ 1820090 h 2323145"/>
              <a:gd name="connsiteX89" fmla="*/ 6362126 w 11269336"/>
              <a:gd name="connsiteY89" fmla="*/ 1819991 h 2323145"/>
              <a:gd name="connsiteX90" fmla="*/ 6346673 w 11269336"/>
              <a:gd name="connsiteY90" fmla="*/ 1827824 h 2323145"/>
              <a:gd name="connsiteX91" fmla="*/ 6345588 w 11269336"/>
              <a:gd name="connsiteY91" fmla="*/ 1832232 h 2323145"/>
              <a:gd name="connsiteX92" fmla="*/ 6335708 w 11269336"/>
              <a:gd name="connsiteY92" fmla="*/ 1838451 h 2323145"/>
              <a:gd name="connsiteX93" fmla="*/ 6318182 w 11269336"/>
              <a:gd name="connsiteY93" fmla="*/ 1852975 h 2323145"/>
              <a:gd name="connsiteX94" fmla="*/ 6313084 w 11269336"/>
              <a:gd name="connsiteY94" fmla="*/ 1853561 h 2323145"/>
              <a:gd name="connsiteX95" fmla="*/ 6283816 w 11269336"/>
              <a:gd name="connsiteY95" fmla="*/ 1872148 h 2323145"/>
              <a:gd name="connsiteX96" fmla="*/ 6282550 w 11269336"/>
              <a:gd name="connsiteY96" fmla="*/ 1871392 h 2323145"/>
              <a:gd name="connsiteX97" fmla="*/ 6270527 w 11269336"/>
              <a:gd name="connsiteY97" fmla="*/ 1872208 h 2323145"/>
              <a:gd name="connsiteX98" fmla="*/ 6249518 w 11269336"/>
              <a:gd name="connsiteY98" fmla="*/ 1876079 h 2323145"/>
              <a:gd name="connsiteX99" fmla="*/ 6190386 w 11269336"/>
              <a:gd name="connsiteY99" fmla="*/ 1872478 h 2323145"/>
              <a:gd name="connsiteX100" fmla="*/ 6159777 w 11269336"/>
              <a:gd name="connsiteY100" fmla="*/ 1891745 h 2323145"/>
              <a:gd name="connsiteX101" fmla="*/ 6153131 w 11269336"/>
              <a:gd name="connsiteY101" fmla="*/ 1895079 h 2323145"/>
              <a:gd name="connsiteX102" fmla="*/ 6152798 w 11269336"/>
              <a:gd name="connsiteY102" fmla="*/ 1894920 h 2323145"/>
              <a:gd name="connsiteX103" fmla="*/ 6145388 w 11269336"/>
              <a:gd name="connsiteY103" fmla="*/ 1897990 h 2323145"/>
              <a:gd name="connsiteX104" fmla="*/ 6141014 w 11269336"/>
              <a:gd name="connsiteY104" fmla="*/ 1901155 h 2323145"/>
              <a:gd name="connsiteX105" fmla="*/ 6128122 w 11269336"/>
              <a:gd name="connsiteY105" fmla="*/ 1907623 h 2323145"/>
              <a:gd name="connsiteX106" fmla="*/ 6122351 w 11269336"/>
              <a:gd name="connsiteY106" fmla="*/ 1908359 h 2323145"/>
              <a:gd name="connsiteX107" fmla="*/ 6064750 w 11269336"/>
              <a:gd name="connsiteY107" fmla="*/ 1896394 h 2323145"/>
              <a:gd name="connsiteX108" fmla="*/ 5964230 w 11269336"/>
              <a:gd name="connsiteY108" fmla="*/ 1910038 h 2323145"/>
              <a:gd name="connsiteX109" fmla="*/ 5865399 w 11269336"/>
              <a:gd name="connsiteY109" fmla="*/ 1926966 h 2323145"/>
              <a:gd name="connsiteX110" fmla="*/ 5829951 w 11269336"/>
              <a:gd name="connsiteY110" fmla="*/ 1934755 h 2323145"/>
              <a:gd name="connsiteX111" fmla="*/ 5765285 w 11269336"/>
              <a:gd name="connsiteY111" fmla="*/ 1941322 h 2323145"/>
              <a:gd name="connsiteX112" fmla="*/ 5734750 w 11269336"/>
              <a:gd name="connsiteY112" fmla="*/ 1939793 h 2323145"/>
              <a:gd name="connsiteX113" fmla="*/ 5733569 w 11269336"/>
              <a:gd name="connsiteY113" fmla="*/ 1940505 h 2323145"/>
              <a:gd name="connsiteX114" fmla="*/ 5730329 w 11269336"/>
              <a:gd name="connsiteY114" fmla="*/ 1937845 h 2323145"/>
              <a:gd name="connsiteX115" fmla="*/ 5724661 w 11269336"/>
              <a:gd name="connsiteY115" fmla="*/ 1937455 h 2323145"/>
              <a:gd name="connsiteX116" fmla="*/ 5710186 w 11269336"/>
              <a:gd name="connsiteY116" fmla="*/ 1941370 h 2323145"/>
              <a:gd name="connsiteX117" fmla="*/ 5704910 w 11269336"/>
              <a:gd name="connsiteY117" fmla="*/ 1943663 h 2323145"/>
              <a:gd name="connsiteX118" fmla="*/ 5696836 w 11269336"/>
              <a:gd name="connsiteY118" fmla="*/ 1945271 h 2323145"/>
              <a:gd name="connsiteX119" fmla="*/ 5696583 w 11269336"/>
              <a:gd name="connsiteY119" fmla="*/ 1945050 h 2323145"/>
              <a:gd name="connsiteX120" fmla="*/ 5689123 w 11269336"/>
              <a:gd name="connsiteY120" fmla="*/ 1947067 h 2323145"/>
              <a:gd name="connsiteX121" fmla="*/ 5653291 w 11269336"/>
              <a:gd name="connsiteY121" fmla="*/ 1960245 h 2323145"/>
              <a:gd name="connsiteX122" fmla="*/ 5599385 w 11269336"/>
              <a:gd name="connsiteY122" fmla="*/ 1945198 h 2323145"/>
              <a:gd name="connsiteX123" fmla="*/ 5578300 w 11269336"/>
              <a:gd name="connsiteY123" fmla="*/ 1944963 h 2323145"/>
              <a:gd name="connsiteX124" fmla="*/ 5566758 w 11269336"/>
              <a:gd name="connsiteY124" fmla="*/ 1943441 h 2323145"/>
              <a:gd name="connsiteX125" fmla="*/ 5565857 w 11269336"/>
              <a:gd name="connsiteY125" fmla="*/ 1942445 h 2323145"/>
              <a:gd name="connsiteX126" fmla="*/ 5531534 w 11269336"/>
              <a:gd name="connsiteY126" fmla="*/ 1955208 h 2323145"/>
              <a:gd name="connsiteX127" fmla="*/ 5526552 w 11269336"/>
              <a:gd name="connsiteY127" fmla="*/ 1954799 h 2323145"/>
              <a:gd name="connsiteX128" fmla="*/ 5504723 w 11269336"/>
              <a:gd name="connsiteY128" fmla="*/ 1965811 h 2323145"/>
              <a:gd name="connsiteX129" fmla="*/ 5493156 w 11269336"/>
              <a:gd name="connsiteY129" fmla="*/ 1970063 h 2323145"/>
              <a:gd name="connsiteX130" fmla="*/ 5490486 w 11269336"/>
              <a:gd name="connsiteY130" fmla="*/ 1974227 h 2323145"/>
              <a:gd name="connsiteX131" fmla="*/ 5473107 w 11269336"/>
              <a:gd name="connsiteY131" fmla="*/ 1979001 h 2323145"/>
              <a:gd name="connsiteX132" fmla="*/ 5470885 w 11269336"/>
              <a:gd name="connsiteY132" fmla="*/ 1978432 h 2323145"/>
              <a:gd name="connsiteX133" fmla="*/ 5457393 w 11269336"/>
              <a:gd name="connsiteY133" fmla="*/ 1986525 h 2323145"/>
              <a:gd name="connsiteX134" fmla="*/ 5447102 w 11269336"/>
              <a:gd name="connsiteY134" fmla="*/ 1998329 h 2323145"/>
              <a:gd name="connsiteX135" fmla="*/ 5159151 w 11269336"/>
              <a:gd name="connsiteY135" fmla="*/ 2029640 h 2323145"/>
              <a:gd name="connsiteX136" fmla="*/ 5041688 w 11269336"/>
              <a:gd name="connsiteY136" fmla="*/ 2022334 h 2323145"/>
              <a:gd name="connsiteX137" fmla="*/ 4860988 w 11269336"/>
              <a:gd name="connsiteY137" fmla="*/ 2135698 h 2323145"/>
              <a:gd name="connsiteX138" fmla="*/ 4807902 w 11269336"/>
              <a:gd name="connsiteY138" fmla="*/ 2138894 h 2323145"/>
              <a:gd name="connsiteX139" fmla="*/ 4765388 w 11269336"/>
              <a:gd name="connsiteY139" fmla="*/ 2162525 h 2323145"/>
              <a:gd name="connsiteX140" fmla="*/ 4745033 w 11269336"/>
              <a:gd name="connsiteY140" fmla="*/ 2158859 h 2323145"/>
              <a:gd name="connsiteX141" fmla="*/ 4741475 w 11269336"/>
              <a:gd name="connsiteY141" fmla="*/ 2157998 h 2323145"/>
              <a:gd name="connsiteX142" fmla="*/ 4728247 w 11269336"/>
              <a:gd name="connsiteY142" fmla="*/ 2159526 h 2323145"/>
              <a:gd name="connsiteX143" fmla="*/ 4723263 w 11269336"/>
              <a:gd name="connsiteY143" fmla="*/ 2153742 h 2323145"/>
              <a:gd name="connsiteX144" fmla="*/ 4702453 w 11269336"/>
              <a:gd name="connsiteY144" fmla="*/ 2151586 h 2323145"/>
              <a:gd name="connsiteX145" fmla="*/ 4678455 w 11269336"/>
              <a:gd name="connsiteY145" fmla="*/ 2156131 h 2323145"/>
              <a:gd name="connsiteX146" fmla="*/ 4593061 w 11269336"/>
              <a:gd name="connsiteY146" fmla="*/ 2171597 h 2323145"/>
              <a:gd name="connsiteX147" fmla="*/ 4579902 w 11269336"/>
              <a:gd name="connsiteY147" fmla="*/ 2177927 h 2323145"/>
              <a:gd name="connsiteX148" fmla="*/ 4533444 w 11269336"/>
              <a:gd name="connsiteY148" fmla="*/ 2181200 h 2323145"/>
              <a:gd name="connsiteX149" fmla="*/ 4492832 w 11269336"/>
              <a:gd name="connsiteY149" fmla="*/ 2188033 h 2323145"/>
              <a:gd name="connsiteX150" fmla="*/ 4467257 w 11269336"/>
              <a:gd name="connsiteY150" fmla="*/ 2196121 h 2323145"/>
              <a:gd name="connsiteX151" fmla="*/ 4459937 w 11269336"/>
              <a:gd name="connsiteY151" fmla="*/ 2195182 h 2323145"/>
              <a:gd name="connsiteX152" fmla="*/ 4433312 w 11269336"/>
              <a:gd name="connsiteY152" fmla="*/ 2199004 h 2323145"/>
              <a:gd name="connsiteX153" fmla="*/ 4420601 w 11269336"/>
              <a:gd name="connsiteY153" fmla="*/ 2205158 h 2323145"/>
              <a:gd name="connsiteX154" fmla="*/ 4405765 w 11269336"/>
              <a:gd name="connsiteY154" fmla="*/ 2199902 h 2323145"/>
              <a:gd name="connsiteX155" fmla="*/ 4401354 w 11269336"/>
              <a:gd name="connsiteY155" fmla="*/ 2194745 h 2323145"/>
              <a:gd name="connsiteX156" fmla="*/ 4383151 w 11269336"/>
              <a:gd name="connsiteY156" fmla="*/ 2201140 h 2323145"/>
              <a:gd name="connsiteX157" fmla="*/ 4366646 w 11269336"/>
              <a:gd name="connsiteY157" fmla="*/ 2198564 h 2323145"/>
              <a:gd name="connsiteX158" fmla="*/ 4354009 w 11269336"/>
              <a:gd name="connsiteY158" fmla="*/ 2204984 h 2323145"/>
              <a:gd name="connsiteX159" fmla="*/ 4348284 w 11269336"/>
              <a:gd name="connsiteY159" fmla="*/ 2205270 h 2323145"/>
              <a:gd name="connsiteX160" fmla="*/ 4333906 w 11269336"/>
              <a:gd name="connsiteY160" fmla="*/ 2205251 h 2323145"/>
              <a:gd name="connsiteX161" fmla="*/ 4308819 w 11269336"/>
              <a:gd name="connsiteY161" fmla="*/ 2203822 h 2323145"/>
              <a:gd name="connsiteX162" fmla="*/ 4301210 w 11269336"/>
              <a:gd name="connsiteY162" fmla="*/ 2204456 h 2323145"/>
              <a:gd name="connsiteX163" fmla="*/ 4283095 w 11269336"/>
              <a:gd name="connsiteY163" fmla="*/ 2198177 h 2323145"/>
              <a:gd name="connsiteX164" fmla="*/ 4250119 w 11269336"/>
              <a:gd name="connsiteY164" fmla="*/ 2196342 h 2323145"/>
              <a:gd name="connsiteX165" fmla="*/ 4189203 w 11269336"/>
              <a:gd name="connsiteY165" fmla="*/ 2178994 h 2323145"/>
              <a:gd name="connsiteX166" fmla="*/ 4154035 w 11269336"/>
              <a:gd name="connsiteY166" fmla="*/ 2171950 h 2323145"/>
              <a:gd name="connsiteX167" fmla="*/ 4129569 w 11269336"/>
              <a:gd name="connsiteY167" fmla="*/ 2163850 h 2323145"/>
              <a:gd name="connsiteX168" fmla="*/ 4061250 w 11269336"/>
              <a:gd name="connsiteY168" fmla="*/ 2159236 h 2323145"/>
              <a:gd name="connsiteX169" fmla="*/ 3945480 w 11269336"/>
              <a:gd name="connsiteY169" fmla="*/ 2158279 h 2323145"/>
              <a:gd name="connsiteX170" fmla="*/ 3921468 w 11269336"/>
              <a:gd name="connsiteY170" fmla="*/ 2156588 h 2323145"/>
              <a:gd name="connsiteX171" fmla="*/ 3903348 w 11269336"/>
              <a:gd name="connsiteY171" fmla="*/ 2149220 h 2323145"/>
              <a:gd name="connsiteX172" fmla="*/ 3901342 w 11269336"/>
              <a:gd name="connsiteY172" fmla="*/ 2142355 h 2323145"/>
              <a:gd name="connsiteX173" fmla="*/ 3888539 w 11269336"/>
              <a:gd name="connsiteY173" fmla="*/ 2140476 h 2323145"/>
              <a:gd name="connsiteX174" fmla="*/ 3885662 w 11269336"/>
              <a:gd name="connsiteY174" fmla="*/ 2138740 h 2323145"/>
              <a:gd name="connsiteX175" fmla="*/ 3868627 w 11269336"/>
              <a:gd name="connsiteY175" fmla="*/ 2130023 h 2323145"/>
              <a:gd name="connsiteX176" fmla="*/ 3819177 w 11269336"/>
              <a:gd name="connsiteY176" fmla="*/ 2142111 h 2323145"/>
              <a:gd name="connsiteX177" fmla="*/ 3769100 w 11269336"/>
              <a:gd name="connsiteY177" fmla="*/ 2131731 h 2323145"/>
              <a:gd name="connsiteX178" fmla="*/ 3562752 w 11269336"/>
              <a:gd name="connsiteY178" fmla="*/ 2131785 h 2323145"/>
              <a:gd name="connsiteX179" fmla="*/ 3541402 w 11269336"/>
              <a:gd name="connsiteY179" fmla="*/ 2106821 h 2323145"/>
              <a:gd name="connsiteX180" fmla="*/ 3365341 w 11269336"/>
              <a:gd name="connsiteY180" fmla="*/ 2077638 h 2323145"/>
              <a:gd name="connsiteX181" fmla="*/ 3170922 w 11269336"/>
              <a:gd name="connsiteY181" fmla="*/ 2115957 h 2323145"/>
              <a:gd name="connsiteX182" fmla="*/ 3156256 w 11269336"/>
              <a:gd name="connsiteY182" fmla="*/ 2124773 h 2323145"/>
              <a:gd name="connsiteX183" fmla="*/ 3140298 w 11269336"/>
              <a:gd name="connsiteY183" fmla="*/ 2129182 h 2323145"/>
              <a:gd name="connsiteX184" fmla="*/ 3138514 w 11269336"/>
              <a:gd name="connsiteY184" fmla="*/ 2128069 h 2323145"/>
              <a:gd name="connsiteX185" fmla="*/ 3120467 w 11269336"/>
              <a:gd name="connsiteY185" fmla="*/ 2128281 h 2323145"/>
              <a:gd name="connsiteX186" fmla="*/ 3116175 w 11269336"/>
              <a:gd name="connsiteY186" fmla="*/ 2131633 h 2323145"/>
              <a:gd name="connsiteX187" fmla="*/ 3103685 w 11269336"/>
              <a:gd name="connsiteY187" fmla="*/ 2132814 h 2323145"/>
              <a:gd name="connsiteX188" fmla="*/ 3078794 w 11269336"/>
              <a:gd name="connsiteY188" fmla="*/ 2137935 h 2323145"/>
              <a:gd name="connsiteX189" fmla="*/ 3074407 w 11269336"/>
              <a:gd name="connsiteY189" fmla="*/ 2136274 h 2323145"/>
              <a:gd name="connsiteX190" fmla="*/ 3037285 w 11269336"/>
              <a:gd name="connsiteY190" fmla="*/ 2139919 h 2323145"/>
              <a:gd name="connsiteX191" fmla="*/ 3036901 w 11269336"/>
              <a:gd name="connsiteY191" fmla="*/ 2138726 h 2323145"/>
              <a:gd name="connsiteX192" fmla="*/ 3026996 w 11269336"/>
              <a:gd name="connsiteY192" fmla="*/ 2134322 h 2323145"/>
              <a:gd name="connsiteX193" fmla="*/ 3007772 w 11269336"/>
              <a:gd name="connsiteY193" fmla="*/ 2128742 h 2323145"/>
              <a:gd name="connsiteX194" fmla="*/ 2965030 w 11269336"/>
              <a:gd name="connsiteY194" fmla="*/ 2100494 h 2323145"/>
              <a:gd name="connsiteX195" fmla="*/ 2926342 w 11269336"/>
              <a:gd name="connsiteY195" fmla="*/ 2104155 h 2323145"/>
              <a:gd name="connsiteX196" fmla="*/ 2918608 w 11269336"/>
              <a:gd name="connsiteY196" fmla="*/ 2104215 h 2323145"/>
              <a:gd name="connsiteX197" fmla="*/ 2918475 w 11269336"/>
              <a:gd name="connsiteY197" fmla="*/ 2103937 h 2323145"/>
              <a:gd name="connsiteX198" fmla="*/ 2910360 w 11269336"/>
              <a:gd name="connsiteY198" fmla="*/ 2103444 h 2323145"/>
              <a:gd name="connsiteX199" fmla="*/ 2904507 w 11269336"/>
              <a:gd name="connsiteY199" fmla="*/ 2104326 h 2323145"/>
              <a:gd name="connsiteX200" fmla="*/ 2889503 w 11269336"/>
              <a:gd name="connsiteY200" fmla="*/ 2104443 h 2323145"/>
              <a:gd name="connsiteX201" fmla="*/ 2884480 w 11269336"/>
              <a:gd name="connsiteY201" fmla="*/ 2102626 h 2323145"/>
              <a:gd name="connsiteX202" fmla="*/ 2882689 w 11269336"/>
              <a:gd name="connsiteY202" fmla="*/ 2099228 h 2323145"/>
              <a:gd name="connsiteX203" fmla="*/ 2881291 w 11269336"/>
              <a:gd name="connsiteY203" fmla="*/ 2099618 h 2323145"/>
              <a:gd name="connsiteX204" fmla="*/ 2853979 w 11269336"/>
              <a:gd name="connsiteY204" fmla="*/ 2090388 h 2323145"/>
              <a:gd name="connsiteX205" fmla="*/ 2791790 w 11269336"/>
              <a:gd name="connsiteY205" fmla="*/ 2080332 h 2323145"/>
              <a:gd name="connsiteX206" fmla="*/ 2755844 w 11269336"/>
              <a:gd name="connsiteY206" fmla="*/ 2078874 h 2323145"/>
              <a:gd name="connsiteX207" fmla="*/ 2657742 w 11269336"/>
              <a:gd name="connsiteY207" fmla="*/ 2070179 h 2323145"/>
              <a:gd name="connsiteX208" fmla="*/ 2559549 w 11269336"/>
              <a:gd name="connsiteY208" fmla="*/ 2057873 h 2323145"/>
              <a:gd name="connsiteX209" fmla="*/ 2512054 w 11269336"/>
              <a:gd name="connsiteY209" fmla="*/ 2031671 h 2323145"/>
              <a:gd name="connsiteX210" fmla="*/ 2506437 w 11269336"/>
              <a:gd name="connsiteY210" fmla="*/ 2030918 h 2323145"/>
              <a:gd name="connsiteX211" fmla="*/ 2491752 w 11269336"/>
              <a:gd name="connsiteY211" fmla="*/ 2033906 h 2323145"/>
              <a:gd name="connsiteX212" fmla="*/ 2486338 w 11269336"/>
              <a:gd name="connsiteY212" fmla="*/ 2035862 h 2323145"/>
              <a:gd name="connsiteX213" fmla="*/ 2478186 w 11269336"/>
              <a:gd name="connsiteY213" fmla="*/ 2036953 h 2323145"/>
              <a:gd name="connsiteX214" fmla="*/ 2477950 w 11269336"/>
              <a:gd name="connsiteY214" fmla="*/ 2036715 h 2323145"/>
              <a:gd name="connsiteX215" fmla="*/ 2470381 w 11269336"/>
              <a:gd name="connsiteY215" fmla="*/ 2038256 h 2323145"/>
              <a:gd name="connsiteX216" fmla="*/ 2433781 w 11269336"/>
              <a:gd name="connsiteY216" fmla="*/ 2049140 h 2323145"/>
              <a:gd name="connsiteX217" fmla="*/ 2381172 w 11269336"/>
              <a:gd name="connsiteY217" fmla="*/ 2030645 h 2323145"/>
              <a:gd name="connsiteX218" fmla="*/ 2360198 w 11269336"/>
              <a:gd name="connsiteY218" fmla="*/ 2029059 h 2323145"/>
              <a:gd name="connsiteX219" fmla="*/ 2348815 w 11269336"/>
              <a:gd name="connsiteY219" fmla="*/ 2026798 h 2323145"/>
              <a:gd name="connsiteX220" fmla="*/ 2347988 w 11269336"/>
              <a:gd name="connsiteY220" fmla="*/ 2025745 h 2323145"/>
              <a:gd name="connsiteX221" fmla="*/ 2312920 w 11269336"/>
              <a:gd name="connsiteY221" fmla="*/ 2036311 h 2323145"/>
              <a:gd name="connsiteX222" fmla="*/ 2307986 w 11269336"/>
              <a:gd name="connsiteY222" fmla="*/ 2035583 h 2323145"/>
              <a:gd name="connsiteX223" fmla="*/ 2285481 w 11269336"/>
              <a:gd name="connsiteY223" fmla="*/ 2045197 h 2323145"/>
              <a:gd name="connsiteX224" fmla="*/ 2273666 w 11269336"/>
              <a:gd name="connsiteY224" fmla="*/ 2048710 h 2323145"/>
              <a:gd name="connsiteX225" fmla="*/ 2270719 w 11269336"/>
              <a:gd name="connsiteY225" fmla="*/ 2052702 h 2323145"/>
              <a:gd name="connsiteX226" fmla="*/ 2253080 w 11269336"/>
              <a:gd name="connsiteY226" fmla="*/ 2056363 h 2323145"/>
              <a:gd name="connsiteX227" fmla="*/ 2250906 w 11269336"/>
              <a:gd name="connsiteY227" fmla="*/ 2055654 h 2323145"/>
              <a:gd name="connsiteX228" fmla="*/ 2236905 w 11269336"/>
              <a:gd name="connsiteY228" fmla="*/ 2062882 h 2323145"/>
              <a:gd name="connsiteX229" fmla="*/ 2225830 w 11269336"/>
              <a:gd name="connsiteY229" fmla="*/ 2074027 h 2323145"/>
              <a:gd name="connsiteX230" fmla="*/ 2073776 w 11269336"/>
              <a:gd name="connsiteY230" fmla="*/ 2089244 h 2323145"/>
              <a:gd name="connsiteX231" fmla="*/ 1948256 w 11269336"/>
              <a:gd name="connsiteY231" fmla="*/ 2146616 h 2323145"/>
              <a:gd name="connsiteX232" fmla="*/ 1865582 w 11269336"/>
              <a:gd name="connsiteY232" fmla="*/ 2153738 h 2323145"/>
              <a:gd name="connsiteX233" fmla="*/ 1835210 w 11269336"/>
              <a:gd name="connsiteY233" fmla="*/ 2134244 h 2323145"/>
              <a:gd name="connsiteX234" fmla="*/ 1632661 w 11269336"/>
              <a:gd name="connsiteY234" fmla="*/ 2173882 h 2323145"/>
              <a:gd name="connsiteX235" fmla="*/ 1579590 w 11269336"/>
              <a:gd name="connsiteY235" fmla="*/ 2173680 h 2323145"/>
              <a:gd name="connsiteX236" fmla="*/ 1535601 w 11269336"/>
              <a:gd name="connsiteY236" fmla="*/ 2194590 h 2323145"/>
              <a:gd name="connsiteX237" fmla="*/ 1515594 w 11269336"/>
              <a:gd name="connsiteY237" fmla="*/ 2189622 h 2323145"/>
              <a:gd name="connsiteX238" fmla="*/ 1512113 w 11269336"/>
              <a:gd name="connsiteY238" fmla="*/ 2188534 h 2323145"/>
              <a:gd name="connsiteX239" fmla="*/ 1498838 w 11269336"/>
              <a:gd name="connsiteY239" fmla="*/ 2189213 h 2323145"/>
              <a:gd name="connsiteX240" fmla="*/ 1494279 w 11269336"/>
              <a:gd name="connsiteY240" fmla="*/ 2183112 h 2323145"/>
              <a:gd name="connsiteX241" fmla="*/ 1473714 w 11269336"/>
              <a:gd name="connsiteY241" fmla="*/ 2179625 h 2323145"/>
              <a:gd name="connsiteX242" fmla="*/ 1449503 w 11269336"/>
              <a:gd name="connsiteY242" fmla="*/ 2182633 h 2323145"/>
              <a:gd name="connsiteX243" fmla="*/ 1266687 w 11269336"/>
              <a:gd name="connsiteY243" fmla="*/ 2212688 h 2323145"/>
              <a:gd name="connsiteX244" fmla="*/ 1239614 w 11269336"/>
              <a:gd name="connsiteY244" fmla="*/ 2209727 h 2323145"/>
              <a:gd name="connsiteX245" fmla="*/ 1202436 w 11269336"/>
              <a:gd name="connsiteY245" fmla="*/ 2209817 h 2323145"/>
              <a:gd name="connsiteX246" fmla="*/ 1136097 w 11269336"/>
              <a:gd name="connsiteY246" fmla="*/ 2205112 h 2323145"/>
              <a:gd name="connsiteX247" fmla="*/ 988232 w 11269336"/>
              <a:gd name="connsiteY247" fmla="*/ 2235635 h 2323145"/>
              <a:gd name="connsiteX248" fmla="*/ 981959 w 11269336"/>
              <a:gd name="connsiteY248" fmla="*/ 2231607 h 2323145"/>
              <a:gd name="connsiteX249" fmla="*/ 938600 w 11269336"/>
              <a:gd name="connsiteY249" fmla="*/ 2238113 h 2323145"/>
              <a:gd name="connsiteX250" fmla="*/ 791788 w 11269336"/>
              <a:gd name="connsiteY250" fmla="*/ 2293224 h 2323145"/>
              <a:gd name="connsiteX251" fmla="*/ 706914 w 11269336"/>
              <a:gd name="connsiteY251" fmla="*/ 2305046 h 2323145"/>
              <a:gd name="connsiteX252" fmla="*/ 675971 w 11269336"/>
              <a:gd name="connsiteY252" fmla="*/ 2304030 h 2323145"/>
              <a:gd name="connsiteX253" fmla="*/ 624180 w 11269336"/>
              <a:gd name="connsiteY253" fmla="*/ 2302650 h 2323145"/>
              <a:gd name="connsiteX254" fmla="*/ 583453 w 11269336"/>
              <a:gd name="connsiteY254" fmla="*/ 2288788 h 2323145"/>
              <a:gd name="connsiteX255" fmla="*/ 540946 w 11269336"/>
              <a:gd name="connsiteY255" fmla="*/ 2292721 h 2323145"/>
              <a:gd name="connsiteX256" fmla="*/ 533680 w 11269336"/>
              <a:gd name="connsiteY256" fmla="*/ 2310233 h 2323145"/>
              <a:gd name="connsiteX257" fmla="*/ 487366 w 11269336"/>
              <a:gd name="connsiteY257" fmla="*/ 2309053 h 2323145"/>
              <a:gd name="connsiteX258" fmla="*/ 416820 w 11269336"/>
              <a:gd name="connsiteY258" fmla="*/ 2305443 h 2323145"/>
              <a:gd name="connsiteX259" fmla="*/ 376805 w 11269336"/>
              <a:gd name="connsiteY259" fmla="*/ 2307647 h 2323145"/>
              <a:gd name="connsiteX260" fmla="*/ 266777 w 11269336"/>
              <a:gd name="connsiteY260" fmla="*/ 2309012 h 2323145"/>
              <a:gd name="connsiteX261" fmla="*/ 156013 w 11269336"/>
              <a:gd name="connsiteY261" fmla="*/ 2306832 h 2323145"/>
              <a:gd name="connsiteX262" fmla="*/ 87258 w 11269336"/>
              <a:gd name="connsiteY262" fmla="*/ 2285511 h 2323145"/>
              <a:gd name="connsiteX263" fmla="*/ 23798 w 11269336"/>
              <a:gd name="connsiteY263" fmla="*/ 2281822 h 2323145"/>
              <a:gd name="connsiteX264" fmla="*/ 0 w 11269336"/>
              <a:gd name="connsiteY264" fmla="*/ 2285369 h 2323145"/>
              <a:gd name="connsiteX265" fmla="*/ 0 w 11269336"/>
              <a:gd name="connsiteY265"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380600 w 11269336"/>
              <a:gd name="connsiteY19" fmla="*/ 549821 h 2323145"/>
              <a:gd name="connsiteX20" fmla="*/ 9263254 w 11269336"/>
              <a:gd name="connsiteY20" fmla="*/ 645662 h 2323145"/>
              <a:gd name="connsiteX21" fmla="*/ 9162278 w 11269336"/>
              <a:gd name="connsiteY21" fmla="*/ 704724 h 2323145"/>
              <a:gd name="connsiteX22" fmla="*/ 8977138 w 11269336"/>
              <a:gd name="connsiteY22" fmla="*/ 774970 h 2323145"/>
              <a:gd name="connsiteX23" fmla="*/ 9070855 w 11269336"/>
              <a:gd name="connsiteY23" fmla="*/ 794621 h 2323145"/>
              <a:gd name="connsiteX24" fmla="*/ 8914746 w 11269336"/>
              <a:gd name="connsiteY24" fmla="*/ 826428 h 2323145"/>
              <a:gd name="connsiteX25" fmla="*/ 8917778 w 11269336"/>
              <a:gd name="connsiteY25" fmla="*/ 835198 h 2323145"/>
              <a:gd name="connsiteX26" fmla="*/ 8905560 w 11269336"/>
              <a:gd name="connsiteY26" fmla="*/ 838358 h 2323145"/>
              <a:gd name="connsiteX27" fmla="*/ 8897564 w 11269336"/>
              <a:gd name="connsiteY27" fmla="*/ 834287 h 2323145"/>
              <a:gd name="connsiteX28" fmla="*/ 8878040 w 11269336"/>
              <a:gd name="connsiteY28" fmla="*/ 844150 h 2323145"/>
              <a:gd name="connsiteX29" fmla="*/ 8795998 w 11269336"/>
              <a:gd name="connsiteY29" fmla="*/ 863337 h 2323145"/>
              <a:gd name="connsiteX30" fmla="*/ 8776970 w 11269336"/>
              <a:gd name="connsiteY30" fmla="*/ 885177 h 2323145"/>
              <a:gd name="connsiteX31" fmla="*/ 8755719 w 11269336"/>
              <a:gd name="connsiteY31" fmla="*/ 889754 h 2323145"/>
              <a:gd name="connsiteX32" fmla="*/ 8743257 w 11269336"/>
              <a:gd name="connsiteY32" fmla="*/ 904723 h 2323145"/>
              <a:gd name="connsiteX33" fmla="*/ 8721366 w 11269336"/>
              <a:gd name="connsiteY33" fmla="*/ 904711 h 2323145"/>
              <a:gd name="connsiteX34" fmla="*/ 8678353 w 11269336"/>
              <a:gd name="connsiteY34" fmla="*/ 926318 h 2323145"/>
              <a:gd name="connsiteX35" fmla="*/ 8636849 w 11269336"/>
              <a:gd name="connsiteY35" fmla="*/ 937900 h 2323145"/>
              <a:gd name="connsiteX36" fmla="*/ 8620213 w 11269336"/>
              <a:gd name="connsiteY36" fmla="*/ 943068 h 2323145"/>
              <a:gd name="connsiteX37" fmla="*/ 8612581 w 11269336"/>
              <a:gd name="connsiteY37" fmla="*/ 952695 h 2323145"/>
              <a:gd name="connsiteX38" fmla="*/ 8589038 w 11269336"/>
              <a:gd name="connsiteY38" fmla="*/ 963892 h 2323145"/>
              <a:gd name="connsiteX39" fmla="*/ 8579950 w 11269336"/>
              <a:gd name="connsiteY39" fmla="*/ 960899 h 2323145"/>
              <a:gd name="connsiteX40" fmla="*/ 8579319 w 11269336"/>
              <a:gd name="connsiteY40" fmla="*/ 965630 h 2323145"/>
              <a:gd name="connsiteX41" fmla="*/ 8547429 w 11269336"/>
              <a:gd name="connsiteY41" fmla="*/ 984506 h 2323145"/>
              <a:gd name="connsiteX42" fmla="*/ 8478704 w 11269336"/>
              <a:gd name="connsiteY42" fmla="*/ 1025490 h 2323145"/>
              <a:gd name="connsiteX43" fmla="*/ 8461421 w 11269336"/>
              <a:gd name="connsiteY43" fmla="*/ 1035512 h 2323145"/>
              <a:gd name="connsiteX44" fmla="*/ 8445003 w 11269336"/>
              <a:gd name="connsiteY44" fmla="*/ 1036851 h 2323145"/>
              <a:gd name="connsiteX45" fmla="*/ 8357350 w 11269336"/>
              <a:gd name="connsiteY45" fmla="*/ 1060213 h 2323145"/>
              <a:gd name="connsiteX46" fmla="*/ 8335565 w 11269336"/>
              <a:gd name="connsiteY46" fmla="*/ 1061151 h 2323145"/>
              <a:gd name="connsiteX47" fmla="*/ 8325267 w 11269336"/>
              <a:gd name="connsiteY47" fmla="*/ 1055919 h 2323145"/>
              <a:gd name="connsiteX48" fmla="*/ 8293586 w 11269336"/>
              <a:gd name="connsiteY48" fmla="*/ 1076144 h 2323145"/>
              <a:gd name="connsiteX49" fmla="*/ 8242405 w 11269336"/>
              <a:gd name="connsiteY49" fmla="*/ 1095960 h 2323145"/>
              <a:gd name="connsiteX50" fmla="*/ 8197391 w 11269336"/>
              <a:gd name="connsiteY50" fmla="*/ 1107746 h 2323145"/>
              <a:gd name="connsiteX51" fmla="*/ 8081474 w 11269336"/>
              <a:gd name="connsiteY51" fmla="*/ 1130125 h 2323145"/>
              <a:gd name="connsiteX52" fmla="*/ 8053585 w 11269336"/>
              <a:gd name="connsiteY52" fmla="*/ 1129169 h 2323145"/>
              <a:gd name="connsiteX53" fmla="*/ 8038422 w 11269336"/>
              <a:gd name="connsiteY53" fmla="*/ 1119092 h 2323145"/>
              <a:gd name="connsiteX54" fmla="*/ 8029450 w 11269336"/>
              <a:gd name="connsiteY54" fmla="*/ 1125592 h 2323145"/>
              <a:gd name="connsiteX55" fmla="*/ 7959552 w 11269336"/>
              <a:gd name="connsiteY55" fmla="*/ 1140188 h 2323145"/>
              <a:gd name="connsiteX56" fmla="*/ 7914188 w 11269336"/>
              <a:gd name="connsiteY56" fmla="*/ 1150862 h 2323145"/>
              <a:gd name="connsiteX57" fmla="*/ 7914918 w 11269336"/>
              <a:gd name="connsiteY57" fmla="*/ 1168758 h 2323145"/>
              <a:gd name="connsiteX58" fmla="*/ 7875510 w 11269336"/>
              <a:gd name="connsiteY58" fmla="*/ 1183153 h 2323145"/>
              <a:gd name="connsiteX59" fmla="*/ 7829932 w 11269336"/>
              <a:gd name="connsiteY59" fmla="*/ 1180782 h 2323145"/>
              <a:gd name="connsiteX60" fmla="*/ 7779182 w 11269336"/>
              <a:gd name="connsiteY60" fmla="*/ 1192665 h 2323145"/>
              <a:gd name="connsiteX61" fmla="*/ 7748774 w 11269336"/>
              <a:gd name="connsiteY61" fmla="*/ 1199586 h 2323145"/>
              <a:gd name="connsiteX62" fmla="*/ 7671846 w 11269336"/>
              <a:gd name="connsiteY62" fmla="*/ 1231966 h 2323145"/>
              <a:gd name="connsiteX63" fmla="*/ 7554146 w 11269336"/>
              <a:gd name="connsiteY63" fmla="*/ 1319748 h 2323145"/>
              <a:gd name="connsiteX64" fmla="*/ 7515052 w 11269336"/>
              <a:gd name="connsiteY64" fmla="*/ 1336718 h 2323145"/>
              <a:gd name="connsiteX65" fmla="*/ 7507193 w 11269336"/>
              <a:gd name="connsiteY65" fmla="*/ 1334617 h 2323145"/>
              <a:gd name="connsiteX66" fmla="*/ 7461694 w 11269336"/>
              <a:gd name="connsiteY66" fmla="*/ 1375866 h 2323145"/>
              <a:gd name="connsiteX67" fmla="*/ 7377571 w 11269336"/>
              <a:gd name="connsiteY67" fmla="*/ 1400128 h 2323145"/>
              <a:gd name="connsiteX68" fmla="*/ 7311261 w 11269336"/>
              <a:gd name="connsiteY68" fmla="*/ 1412652 h 2323145"/>
              <a:gd name="connsiteX69" fmla="*/ 7275307 w 11269336"/>
              <a:gd name="connsiteY69" fmla="*/ 1422171 h 2323145"/>
              <a:gd name="connsiteX70" fmla="*/ 7247783 w 11269336"/>
              <a:gd name="connsiteY70" fmla="*/ 1426330 h 2323145"/>
              <a:gd name="connsiteX71" fmla="*/ 7185047 w 11269336"/>
              <a:gd name="connsiteY71" fmla="*/ 1451812 h 2323145"/>
              <a:gd name="connsiteX72" fmla="*/ 7084117 w 11269336"/>
              <a:gd name="connsiteY72" fmla="*/ 1500281 h 2323145"/>
              <a:gd name="connsiteX73" fmla="*/ 7062011 w 11269336"/>
              <a:gd name="connsiteY73" fmla="*/ 1509183 h 2323145"/>
              <a:gd name="connsiteX74" fmla="*/ 7040555 w 11269336"/>
              <a:gd name="connsiteY74" fmla="*/ 1511207 h 2323145"/>
              <a:gd name="connsiteX75" fmla="*/ 7033438 w 11269336"/>
              <a:gd name="connsiteY75" fmla="*/ 1506772 h 2323145"/>
              <a:gd name="connsiteX76" fmla="*/ 7020886 w 11269336"/>
              <a:gd name="connsiteY76" fmla="*/ 1510764 h 2323145"/>
              <a:gd name="connsiteX77" fmla="*/ 7017033 w 11269336"/>
              <a:gd name="connsiteY77" fmla="*/ 1510650 h 2323145"/>
              <a:gd name="connsiteX78" fmla="*/ 6995460 w 11269336"/>
              <a:gd name="connsiteY78" fmla="*/ 1511173 h 2323145"/>
              <a:gd name="connsiteX79" fmla="*/ 6962144 w 11269336"/>
              <a:gd name="connsiteY79" fmla="*/ 1541508 h 2323145"/>
              <a:gd name="connsiteX80" fmla="*/ 6910674 w 11269336"/>
              <a:gd name="connsiteY80" fmla="*/ 1554793 h 2323145"/>
              <a:gd name="connsiteX81" fmla="*/ 6732152 w 11269336"/>
              <a:gd name="connsiteY81" fmla="*/ 1642538 h 2323145"/>
              <a:gd name="connsiteX82" fmla="*/ 6694106 w 11269336"/>
              <a:gd name="connsiteY82" fmla="*/ 1632377 h 2323145"/>
              <a:gd name="connsiteX83" fmla="*/ 6617223 w 11269336"/>
              <a:gd name="connsiteY83" fmla="*/ 1659889 h 2323145"/>
              <a:gd name="connsiteX84" fmla="*/ 6521138 w 11269336"/>
              <a:gd name="connsiteY84" fmla="*/ 1744340 h 2323145"/>
              <a:gd name="connsiteX85" fmla="*/ 6380677 w 11269336"/>
              <a:gd name="connsiteY85" fmla="*/ 1796883 h 2323145"/>
              <a:gd name="connsiteX86" fmla="*/ 6374897 w 11269336"/>
              <a:gd name="connsiteY86" fmla="*/ 1809910 h 2323145"/>
              <a:gd name="connsiteX87" fmla="*/ 6364545 w 11269336"/>
              <a:gd name="connsiteY87" fmla="*/ 1820090 h 2323145"/>
              <a:gd name="connsiteX88" fmla="*/ 6362126 w 11269336"/>
              <a:gd name="connsiteY88" fmla="*/ 1819991 h 2323145"/>
              <a:gd name="connsiteX89" fmla="*/ 6346673 w 11269336"/>
              <a:gd name="connsiteY89" fmla="*/ 1827824 h 2323145"/>
              <a:gd name="connsiteX90" fmla="*/ 6345588 w 11269336"/>
              <a:gd name="connsiteY90" fmla="*/ 1832232 h 2323145"/>
              <a:gd name="connsiteX91" fmla="*/ 6335708 w 11269336"/>
              <a:gd name="connsiteY91" fmla="*/ 1838451 h 2323145"/>
              <a:gd name="connsiteX92" fmla="*/ 6318182 w 11269336"/>
              <a:gd name="connsiteY92" fmla="*/ 1852975 h 2323145"/>
              <a:gd name="connsiteX93" fmla="*/ 6313084 w 11269336"/>
              <a:gd name="connsiteY93" fmla="*/ 1853561 h 2323145"/>
              <a:gd name="connsiteX94" fmla="*/ 6283816 w 11269336"/>
              <a:gd name="connsiteY94" fmla="*/ 1872148 h 2323145"/>
              <a:gd name="connsiteX95" fmla="*/ 6282550 w 11269336"/>
              <a:gd name="connsiteY95" fmla="*/ 1871392 h 2323145"/>
              <a:gd name="connsiteX96" fmla="*/ 6270527 w 11269336"/>
              <a:gd name="connsiteY96" fmla="*/ 1872208 h 2323145"/>
              <a:gd name="connsiteX97" fmla="*/ 6249518 w 11269336"/>
              <a:gd name="connsiteY97" fmla="*/ 1876079 h 2323145"/>
              <a:gd name="connsiteX98" fmla="*/ 6190386 w 11269336"/>
              <a:gd name="connsiteY98" fmla="*/ 1872478 h 2323145"/>
              <a:gd name="connsiteX99" fmla="*/ 6159777 w 11269336"/>
              <a:gd name="connsiteY99" fmla="*/ 1891745 h 2323145"/>
              <a:gd name="connsiteX100" fmla="*/ 6153131 w 11269336"/>
              <a:gd name="connsiteY100" fmla="*/ 1895079 h 2323145"/>
              <a:gd name="connsiteX101" fmla="*/ 6152798 w 11269336"/>
              <a:gd name="connsiteY101" fmla="*/ 1894920 h 2323145"/>
              <a:gd name="connsiteX102" fmla="*/ 6145388 w 11269336"/>
              <a:gd name="connsiteY102" fmla="*/ 1897990 h 2323145"/>
              <a:gd name="connsiteX103" fmla="*/ 6141014 w 11269336"/>
              <a:gd name="connsiteY103" fmla="*/ 1901155 h 2323145"/>
              <a:gd name="connsiteX104" fmla="*/ 6128122 w 11269336"/>
              <a:gd name="connsiteY104" fmla="*/ 1907623 h 2323145"/>
              <a:gd name="connsiteX105" fmla="*/ 6122351 w 11269336"/>
              <a:gd name="connsiteY105" fmla="*/ 1908359 h 2323145"/>
              <a:gd name="connsiteX106" fmla="*/ 6064750 w 11269336"/>
              <a:gd name="connsiteY106" fmla="*/ 1896394 h 2323145"/>
              <a:gd name="connsiteX107" fmla="*/ 5964230 w 11269336"/>
              <a:gd name="connsiteY107" fmla="*/ 1910038 h 2323145"/>
              <a:gd name="connsiteX108" fmla="*/ 5865399 w 11269336"/>
              <a:gd name="connsiteY108" fmla="*/ 1926966 h 2323145"/>
              <a:gd name="connsiteX109" fmla="*/ 5829951 w 11269336"/>
              <a:gd name="connsiteY109" fmla="*/ 1934755 h 2323145"/>
              <a:gd name="connsiteX110" fmla="*/ 5765285 w 11269336"/>
              <a:gd name="connsiteY110" fmla="*/ 1941322 h 2323145"/>
              <a:gd name="connsiteX111" fmla="*/ 5734750 w 11269336"/>
              <a:gd name="connsiteY111" fmla="*/ 1939793 h 2323145"/>
              <a:gd name="connsiteX112" fmla="*/ 5733569 w 11269336"/>
              <a:gd name="connsiteY112" fmla="*/ 1940505 h 2323145"/>
              <a:gd name="connsiteX113" fmla="*/ 5730329 w 11269336"/>
              <a:gd name="connsiteY113" fmla="*/ 1937845 h 2323145"/>
              <a:gd name="connsiteX114" fmla="*/ 5724661 w 11269336"/>
              <a:gd name="connsiteY114" fmla="*/ 1937455 h 2323145"/>
              <a:gd name="connsiteX115" fmla="*/ 5710186 w 11269336"/>
              <a:gd name="connsiteY115" fmla="*/ 1941370 h 2323145"/>
              <a:gd name="connsiteX116" fmla="*/ 5704910 w 11269336"/>
              <a:gd name="connsiteY116" fmla="*/ 1943663 h 2323145"/>
              <a:gd name="connsiteX117" fmla="*/ 5696836 w 11269336"/>
              <a:gd name="connsiteY117" fmla="*/ 1945271 h 2323145"/>
              <a:gd name="connsiteX118" fmla="*/ 5696583 w 11269336"/>
              <a:gd name="connsiteY118" fmla="*/ 1945050 h 2323145"/>
              <a:gd name="connsiteX119" fmla="*/ 5689123 w 11269336"/>
              <a:gd name="connsiteY119" fmla="*/ 1947067 h 2323145"/>
              <a:gd name="connsiteX120" fmla="*/ 5653291 w 11269336"/>
              <a:gd name="connsiteY120" fmla="*/ 1960245 h 2323145"/>
              <a:gd name="connsiteX121" fmla="*/ 5599385 w 11269336"/>
              <a:gd name="connsiteY121" fmla="*/ 1945198 h 2323145"/>
              <a:gd name="connsiteX122" fmla="*/ 5578300 w 11269336"/>
              <a:gd name="connsiteY122" fmla="*/ 1944963 h 2323145"/>
              <a:gd name="connsiteX123" fmla="*/ 5566758 w 11269336"/>
              <a:gd name="connsiteY123" fmla="*/ 1943441 h 2323145"/>
              <a:gd name="connsiteX124" fmla="*/ 5565857 w 11269336"/>
              <a:gd name="connsiteY124" fmla="*/ 1942445 h 2323145"/>
              <a:gd name="connsiteX125" fmla="*/ 5531534 w 11269336"/>
              <a:gd name="connsiteY125" fmla="*/ 1955208 h 2323145"/>
              <a:gd name="connsiteX126" fmla="*/ 5526552 w 11269336"/>
              <a:gd name="connsiteY126" fmla="*/ 1954799 h 2323145"/>
              <a:gd name="connsiteX127" fmla="*/ 5504723 w 11269336"/>
              <a:gd name="connsiteY127" fmla="*/ 1965811 h 2323145"/>
              <a:gd name="connsiteX128" fmla="*/ 5493156 w 11269336"/>
              <a:gd name="connsiteY128" fmla="*/ 1970063 h 2323145"/>
              <a:gd name="connsiteX129" fmla="*/ 5490486 w 11269336"/>
              <a:gd name="connsiteY129" fmla="*/ 1974227 h 2323145"/>
              <a:gd name="connsiteX130" fmla="*/ 5473107 w 11269336"/>
              <a:gd name="connsiteY130" fmla="*/ 1979001 h 2323145"/>
              <a:gd name="connsiteX131" fmla="*/ 5470885 w 11269336"/>
              <a:gd name="connsiteY131" fmla="*/ 1978432 h 2323145"/>
              <a:gd name="connsiteX132" fmla="*/ 5457393 w 11269336"/>
              <a:gd name="connsiteY132" fmla="*/ 1986525 h 2323145"/>
              <a:gd name="connsiteX133" fmla="*/ 5447102 w 11269336"/>
              <a:gd name="connsiteY133" fmla="*/ 1998329 h 2323145"/>
              <a:gd name="connsiteX134" fmla="*/ 5159151 w 11269336"/>
              <a:gd name="connsiteY134" fmla="*/ 2029640 h 2323145"/>
              <a:gd name="connsiteX135" fmla="*/ 5041688 w 11269336"/>
              <a:gd name="connsiteY135" fmla="*/ 2022334 h 2323145"/>
              <a:gd name="connsiteX136" fmla="*/ 4860988 w 11269336"/>
              <a:gd name="connsiteY136" fmla="*/ 2135698 h 2323145"/>
              <a:gd name="connsiteX137" fmla="*/ 4807902 w 11269336"/>
              <a:gd name="connsiteY137" fmla="*/ 2138894 h 2323145"/>
              <a:gd name="connsiteX138" fmla="*/ 4765388 w 11269336"/>
              <a:gd name="connsiteY138" fmla="*/ 2162525 h 2323145"/>
              <a:gd name="connsiteX139" fmla="*/ 4745033 w 11269336"/>
              <a:gd name="connsiteY139" fmla="*/ 2158859 h 2323145"/>
              <a:gd name="connsiteX140" fmla="*/ 4741475 w 11269336"/>
              <a:gd name="connsiteY140" fmla="*/ 2157998 h 2323145"/>
              <a:gd name="connsiteX141" fmla="*/ 4728247 w 11269336"/>
              <a:gd name="connsiteY141" fmla="*/ 2159526 h 2323145"/>
              <a:gd name="connsiteX142" fmla="*/ 4723263 w 11269336"/>
              <a:gd name="connsiteY142" fmla="*/ 2153742 h 2323145"/>
              <a:gd name="connsiteX143" fmla="*/ 4702453 w 11269336"/>
              <a:gd name="connsiteY143" fmla="*/ 2151586 h 2323145"/>
              <a:gd name="connsiteX144" fmla="*/ 4678455 w 11269336"/>
              <a:gd name="connsiteY144" fmla="*/ 2156131 h 2323145"/>
              <a:gd name="connsiteX145" fmla="*/ 4593061 w 11269336"/>
              <a:gd name="connsiteY145" fmla="*/ 2171597 h 2323145"/>
              <a:gd name="connsiteX146" fmla="*/ 4579902 w 11269336"/>
              <a:gd name="connsiteY146" fmla="*/ 2177927 h 2323145"/>
              <a:gd name="connsiteX147" fmla="*/ 4533444 w 11269336"/>
              <a:gd name="connsiteY147" fmla="*/ 2181200 h 2323145"/>
              <a:gd name="connsiteX148" fmla="*/ 4492832 w 11269336"/>
              <a:gd name="connsiteY148" fmla="*/ 2188033 h 2323145"/>
              <a:gd name="connsiteX149" fmla="*/ 4467257 w 11269336"/>
              <a:gd name="connsiteY149" fmla="*/ 2196121 h 2323145"/>
              <a:gd name="connsiteX150" fmla="*/ 4459937 w 11269336"/>
              <a:gd name="connsiteY150" fmla="*/ 2195182 h 2323145"/>
              <a:gd name="connsiteX151" fmla="*/ 4433312 w 11269336"/>
              <a:gd name="connsiteY151" fmla="*/ 2199004 h 2323145"/>
              <a:gd name="connsiteX152" fmla="*/ 4420601 w 11269336"/>
              <a:gd name="connsiteY152" fmla="*/ 2205158 h 2323145"/>
              <a:gd name="connsiteX153" fmla="*/ 4405765 w 11269336"/>
              <a:gd name="connsiteY153" fmla="*/ 2199902 h 2323145"/>
              <a:gd name="connsiteX154" fmla="*/ 4401354 w 11269336"/>
              <a:gd name="connsiteY154" fmla="*/ 2194745 h 2323145"/>
              <a:gd name="connsiteX155" fmla="*/ 4383151 w 11269336"/>
              <a:gd name="connsiteY155" fmla="*/ 2201140 h 2323145"/>
              <a:gd name="connsiteX156" fmla="*/ 4366646 w 11269336"/>
              <a:gd name="connsiteY156" fmla="*/ 2198564 h 2323145"/>
              <a:gd name="connsiteX157" fmla="*/ 4354009 w 11269336"/>
              <a:gd name="connsiteY157" fmla="*/ 2204984 h 2323145"/>
              <a:gd name="connsiteX158" fmla="*/ 4348284 w 11269336"/>
              <a:gd name="connsiteY158" fmla="*/ 2205270 h 2323145"/>
              <a:gd name="connsiteX159" fmla="*/ 4333906 w 11269336"/>
              <a:gd name="connsiteY159" fmla="*/ 2205251 h 2323145"/>
              <a:gd name="connsiteX160" fmla="*/ 4308819 w 11269336"/>
              <a:gd name="connsiteY160" fmla="*/ 2203822 h 2323145"/>
              <a:gd name="connsiteX161" fmla="*/ 4301210 w 11269336"/>
              <a:gd name="connsiteY161" fmla="*/ 2204456 h 2323145"/>
              <a:gd name="connsiteX162" fmla="*/ 4283095 w 11269336"/>
              <a:gd name="connsiteY162" fmla="*/ 2198177 h 2323145"/>
              <a:gd name="connsiteX163" fmla="*/ 4250119 w 11269336"/>
              <a:gd name="connsiteY163" fmla="*/ 2196342 h 2323145"/>
              <a:gd name="connsiteX164" fmla="*/ 4189203 w 11269336"/>
              <a:gd name="connsiteY164" fmla="*/ 2178994 h 2323145"/>
              <a:gd name="connsiteX165" fmla="*/ 4154035 w 11269336"/>
              <a:gd name="connsiteY165" fmla="*/ 2171950 h 2323145"/>
              <a:gd name="connsiteX166" fmla="*/ 4129569 w 11269336"/>
              <a:gd name="connsiteY166" fmla="*/ 2163850 h 2323145"/>
              <a:gd name="connsiteX167" fmla="*/ 4061250 w 11269336"/>
              <a:gd name="connsiteY167" fmla="*/ 2159236 h 2323145"/>
              <a:gd name="connsiteX168" fmla="*/ 3945480 w 11269336"/>
              <a:gd name="connsiteY168" fmla="*/ 2158279 h 2323145"/>
              <a:gd name="connsiteX169" fmla="*/ 3921468 w 11269336"/>
              <a:gd name="connsiteY169" fmla="*/ 2156588 h 2323145"/>
              <a:gd name="connsiteX170" fmla="*/ 3903348 w 11269336"/>
              <a:gd name="connsiteY170" fmla="*/ 2149220 h 2323145"/>
              <a:gd name="connsiteX171" fmla="*/ 3901342 w 11269336"/>
              <a:gd name="connsiteY171" fmla="*/ 2142355 h 2323145"/>
              <a:gd name="connsiteX172" fmla="*/ 3888539 w 11269336"/>
              <a:gd name="connsiteY172" fmla="*/ 2140476 h 2323145"/>
              <a:gd name="connsiteX173" fmla="*/ 3885662 w 11269336"/>
              <a:gd name="connsiteY173" fmla="*/ 2138740 h 2323145"/>
              <a:gd name="connsiteX174" fmla="*/ 3868627 w 11269336"/>
              <a:gd name="connsiteY174" fmla="*/ 2130023 h 2323145"/>
              <a:gd name="connsiteX175" fmla="*/ 3819177 w 11269336"/>
              <a:gd name="connsiteY175" fmla="*/ 2142111 h 2323145"/>
              <a:gd name="connsiteX176" fmla="*/ 3769100 w 11269336"/>
              <a:gd name="connsiteY176" fmla="*/ 2131731 h 2323145"/>
              <a:gd name="connsiteX177" fmla="*/ 3562752 w 11269336"/>
              <a:gd name="connsiteY177" fmla="*/ 2131785 h 2323145"/>
              <a:gd name="connsiteX178" fmla="*/ 3541402 w 11269336"/>
              <a:gd name="connsiteY178" fmla="*/ 2106821 h 2323145"/>
              <a:gd name="connsiteX179" fmla="*/ 3365341 w 11269336"/>
              <a:gd name="connsiteY179" fmla="*/ 2077638 h 2323145"/>
              <a:gd name="connsiteX180" fmla="*/ 3170922 w 11269336"/>
              <a:gd name="connsiteY180" fmla="*/ 2115957 h 2323145"/>
              <a:gd name="connsiteX181" fmla="*/ 3156256 w 11269336"/>
              <a:gd name="connsiteY181" fmla="*/ 2124773 h 2323145"/>
              <a:gd name="connsiteX182" fmla="*/ 3140298 w 11269336"/>
              <a:gd name="connsiteY182" fmla="*/ 2129182 h 2323145"/>
              <a:gd name="connsiteX183" fmla="*/ 3138514 w 11269336"/>
              <a:gd name="connsiteY183" fmla="*/ 2128069 h 2323145"/>
              <a:gd name="connsiteX184" fmla="*/ 3120467 w 11269336"/>
              <a:gd name="connsiteY184" fmla="*/ 2128281 h 2323145"/>
              <a:gd name="connsiteX185" fmla="*/ 3116175 w 11269336"/>
              <a:gd name="connsiteY185" fmla="*/ 2131633 h 2323145"/>
              <a:gd name="connsiteX186" fmla="*/ 3103685 w 11269336"/>
              <a:gd name="connsiteY186" fmla="*/ 2132814 h 2323145"/>
              <a:gd name="connsiteX187" fmla="*/ 3078794 w 11269336"/>
              <a:gd name="connsiteY187" fmla="*/ 2137935 h 2323145"/>
              <a:gd name="connsiteX188" fmla="*/ 3074407 w 11269336"/>
              <a:gd name="connsiteY188" fmla="*/ 2136274 h 2323145"/>
              <a:gd name="connsiteX189" fmla="*/ 3037285 w 11269336"/>
              <a:gd name="connsiteY189" fmla="*/ 2139919 h 2323145"/>
              <a:gd name="connsiteX190" fmla="*/ 3036901 w 11269336"/>
              <a:gd name="connsiteY190" fmla="*/ 2138726 h 2323145"/>
              <a:gd name="connsiteX191" fmla="*/ 3026996 w 11269336"/>
              <a:gd name="connsiteY191" fmla="*/ 2134322 h 2323145"/>
              <a:gd name="connsiteX192" fmla="*/ 3007772 w 11269336"/>
              <a:gd name="connsiteY192" fmla="*/ 2128742 h 2323145"/>
              <a:gd name="connsiteX193" fmla="*/ 2965030 w 11269336"/>
              <a:gd name="connsiteY193" fmla="*/ 2100494 h 2323145"/>
              <a:gd name="connsiteX194" fmla="*/ 2926342 w 11269336"/>
              <a:gd name="connsiteY194" fmla="*/ 2104155 h 2323145"/>
              <a:gd name="connsiteX195" fmla="*/ 2918608 w 11269336"/>
              <a:gd name="connsiteY195" fmla="*/ 2104215 h 2323145"/>
              <a:gd name="connsiteX196" fmla="*/ 2918475 w 11269336"/>
              <a:gd name="connsiteY196" fmla="*/ 2103937 h 2323145"/>
              <a:gd name="connsiteX197" fmla="*/ 2910360 w 11269336"/>
              <a:gd name="connsiteY197" fmla="*/ 2103444 h 2323145"/>
              <a:gd name="connsiteX198" fmla="*/ 2904507 w 11269336"/>
              <a:gd name="connsiteY198" fmla="*/ 2104326 h 2323145"/>
              <a:gd name="connsiteX199" fmla="*/ 2889503 w 11269336"/>
              <a:gd name="connsiteY199" fmla="*/ 2104443 h 2323145"/>
              <a:gd name="connsiteX200" fmla="*/ 2884480 w 11269336"/>
              <a:gd name="connsiteY200" fmla="*/ 2102626 h 2323145"/>
              <a:gd name="connsiteX201" fmla="*/ 2882689 w 11269336"/>
              <a:gd name="connsiteY201" fmla="*/ 2099228 h 2323145"/>
              <a:gd name="connsiteX202" fmla="*/ 2881291 w 11269336"/>
              <a:gd name="connsiteY202" fmla="*/ 2099618 h 2323145"/>
              <a:gd name="connsiteX203" fmla="*/ 2853979 w 11269336"/>
              <a:gd name="connsiteY203" fmla="*/ 2090388 h 2323145"/>
              <a:gd name="connsiteX204" fmla="*/ 2791790 w 11269336"/>
              <a:gd name="connsiteY204" fmla="*/ 2080332 h 2323145"/>
              <a:gd name="connsiteX205" fmla="*/ 2755844 w 11269336"/>
              <a:gd name="connsiteY205" fmla="*/ 2078874 h 2323145"/>
              <a:gd name="connsiteX206" fmla="*/ 2657742 w 11269336"/>
              <a:gd name="connsiteY206" fmla="*/ 2070179 h 2323145"/>
              <a:gd name="connsiteX207" fmla="*/ 2559549 w 11269336"/>
              <a:gd name="connsiteY207" fmla="*/ 2057873 h 2323145"/>
              <a:gd name="connsiteX208" fmla="*/ 2512054 w 11269336"/>
              <a:gd name="connsiteY208" fmla="*/ 2031671 h 2323145"/>
              <a:gd name="connsiteX209" fmla="*/ 2506437 w 11269336"/>
              <a:gd name="connsiteY209" fmla="*/ 2030918 h 2323145"/>
              <a:gd name="connsiteX210" fmla="*/ 2491752 w 11269336"/>
              <a:gd name="connsiteY210" fmla="*/ 2033906 h 2323145"/>
              <a:gd name="connsiteX211" fmla="*/ 2486338 w 11269336"/>
              <a:gd name="connsiteY211" fmla="*/ 2035862 h 2323145"/>
              <a:gd name="connsiteX212" fmla="*/ 2478186 w 11269336"/>
              <a:gd name="connsiteY212" fmla="*/ 2036953 h 2323145"/>
              <a:gd name="connsiteX213" fmla="*/ 2477950 w 11269336"/>
              <a:gd name="connsiteY213" fmla="*/ 2036715 h 2323145"/>
              <a:gd name="connsiteX214" fmla="*/ 2470381 w 11269336"/>
              <a:gd name="connsiteY214" fmla="*/ 2038256 h 2323145"/>
              <a:gd name="connsiteX215" fmla="*/ 2433781 w 11269336"/>
              <a:gd name="connsiteY215" fmla="*/ 2049140 h 2323145"/>
              <a:gd name="connsiteX216" fmla="*/ 2381172 w 11269336"/>
              <a:gd name="connsiteY216" fmla="*/ 2030645 h 2323145"/>
              <a:gd name="connsiteX217" fmla="*/ 2360198 w 11269336"/>
              <a:gd name="connsiteY217" fmla="*/ 2029059 h 2323145"/>
              <a:gd name="connsiteX218" fmla="*/ 2348815 w 11269336"/>
              <a:gd name="connsiteY218" fmla="*/ 2026798 h 2323145"/>
              <a:gd name="connsiteX219" fmla="*/ 2347988 w 11269336"/>
              <a:gd name="connsiteY219" fmla="*/ 2025745 h 2323145"/>
              <a:gd name="connsiteX220" fmla="*/ 2312920 w 11269336"/>
              <a:gd name="connsiteY220" fmla="*/ 2036311 h 2323145"/>
              <a:gd name="connsiteX221" fmla="*/ 2307986 w 11269336"/>
              <a:gd name="connsiteY221" fmla="*/ 2035583 h 2323145"/>
              <a:gd name="connsiteX222" fmla="*/ 2285481 w 11269336"/>
              <a:gd name="connsiteY222" fmla="*/ 2045197 h 2323145"/>
              <a:gd name="connsiteX223" fmla="*/ 2273666 w 11269336"/>
              <a:gd name="connsiteY223" fmla="*/ 2048710 h 2323145"/>
              <a:gd name="connsiteX224" fmla="*/ 2270719 w 11269336"/>
              <a:gd name="connsiteY224" fmla="*/ 2052702 h 2323145"/>
              <a:gd name="connsiteX225" fmla="*/ 2253080 w 11269336"/>
              <a:gd name="connsiteY225" fmla="*/ 2056363 h 2323145"/>
              <a:gd name="connsiteX226" fmla="*/ 2250906 w 11269336"/>
              <a:gd name="connsiteY226" fmla="*/ 2055654 h 2323145"/>
              <a:gd name="connsiteX227" fmla="*/ 2236905 w 11269336"/>
              <a:gd name="connsiteY227" fmla="*/ 2062882 h 2323145"/>
              <a:gd name="connsiteX228" fmla="*/ 2225830 w 11269336"/>
              <a:gd name="connsiteY228" fmla="*/ 2074027 h 2323145"/>
              <a:gd name="connsiteX229" fmla="*/ 2073776 w 11269336"/>
              <a:gd name="connsiteY229" fmla="*/ 2089244 h 2323145"/>
              <a:gd name="connsiteX230" fmla="*/ 1948256 w 11269336"/>
              <a:gd name="connsiteY230" fmla="*/ 2146616 h 2323145"/>
              <a:gd name="connsiteX231" fmla="*/ 1865582 w 11269336"/>
              <a:gd name="connsiteY231" fmla="*/ 2153738 h 2323145"/>
              <a:gd name="connsiteX232" fmla="*/ 1835210 w 11269336"/>
              <a:gd name="connsiteY232" fmla="*/ 2134244 h 2323145"/>
              <a:gd name="connsiteX233" fmla="*/ 1632661 w 11269336"/>
              <a:gd name="connsiteY233" fmla="*/ 2173882 h 2323145"/>
              <a:gd name="connsiteX234" fmla="*/ 1579590 w 11269336"/>
              <a:gd name="connsiteY234" fmla="*/ 2173680 h 2323145"/>
              <a:gd name="connsiteX235" fmla="*/ 1535601 w 11269336"/>
              <a:gd name="connsiteY235" fmla="*/ 2194590 h 2323145"/>
              <a:gd name="connsiteX236" fmla="*/ 1515594 w 11269336"/>
              <a:gd name="connsiteY236" fmla="*/ 2189622 h 2323145"/>
              <a:gd name="connsiteX237" fmla="*/ 1512113 w 11269336"/>
              <a:gd name="connsiteY237" fmla="*/ 2188534 h 2323145"/>
              <a:gd name="connsiteX238" fmla="*/ 1498838 w 11269336"/>
              <a:gd name="connsiteY238" fmla="*/ 2189213 h 2323145"/>
              <a:gd name="connsiteX239" fmla="*/ 1494279 w 11269336"/>
              <a:gd name="connsiteY239" fmla="*/ 2183112 h 2323145"/>
              <a:gd name="connsiteX240" fmla="*/ 1473714 w 11269336"/>
              <a:gd name="connsiteY240" fmla="*/ 2179625 h 2323145"/>
              <a:gd name="connsiteX241" fmla="*/ 1449503 w 11269336"/>
              <a:gd name="connsiteY241" fmla="*/ 2182633 h 2323145"/>
              <a:gd name="connsiteX242" fmla="*/ 1266687 w 11269336"/>
              <a:gd name="connsiteY242" fmla="*/ 2212688 h 2323145"/>
              <a:gd name="connsiteX243" fmla="*/ 1239614 w 11269336"/>
              <a:gd name="connsiteY243" fmla="*/ 2209727 h 2323145"/>
              <a:gd name="connsiteX244" fmla="*/ 1202436 w 11269336"/>
              <a:gd name="connsiteY244" fmla="*/ 2209817 h 2323145"/>
              <a:gd name="connsiteX245" fmla="*/ 1136097 w 11269336"/>
              <a:gd name="connsiteY245" fmla="*/ 2205112 h 2323145"/>
              <a:gd name="connsiteX246" fmla="*/ 988232 w 11269336"/>
              <a:gd name="connsiteY246" fmla="*/ 2235635 h 2323145"/>
              <a:gd name="connsiteX247" fmla="*/ 981959 w 11269336"/>
              <a:gd name="connsiteY247" fmla="*/ 2231607 h 2323145"/>
              <a:gd name="connsiteX248" fmla="*/ 938600 w 11269336"/>
              <a:gd name="connsiteY248" fmla="*/ 2238113 h 2323145"/>
              <a:gd name="connsiteX249" fmla="*/ 791788 w 11269336"/>
              <a:gd name="connsiteY249" fmla="*/ 2293224 h 2323145"/>
              <a:gd name="connsiteX250" fmla="*/ 706914 w 11269336"/>
              <a:gd name="connsiteY250" fmla="*/ 2305046 h 2323145"/>
              <a:gd name="connsiteX251" fmla="*/ 675971 w 11269336"/>
              <a:gd name="connsiteY251" fmla="*/ 2304030 h 2323145"/>
              <a:gd name="connsiteX252" fmla="*/ 624180 w 11269336"/>
              <a:gd name="connsiteY252" fmla="*/ 2302650 h 2323145"/>
              <a:gd name="connsiteX253" fmla="*/ 583453 w 11269336"/>
              <a:gd name="connsiteY253" fmla="*/ 2288788 h 2323145"/>
              <a:gd name="connsiteX254" fmla="*/ 540946 w 11269336"/>
              <a:gd name="connsiteY254" fmla="*/ 2292721 h 2323145"/>
              <a:gd name="connsiteX255" fmla="*/ 533680 w 11269336"/>
              <a:gd name="connsiteY255" fmla="*/ 2310233 h 2323145"/>
              <a:gd name="connsiteX256" fmla="*/ 487366 w 11269336"/>
              <a:gd name="connsiteY256" fmla="*/ 2309053 h 2323145"/>
              <a:gd name="connsiteX257" fmla="*/ 416820 w 11269336"/>
              <a:gd name="connsiteY257" fmla="*/ 2305443 h 2323145"/>
              <a:gd name="connsiteX258" fmla="*/ 376805 w 11269336"/>
              <a:gd name="connsiteY258" fmla="*/ 2307647 h 2323145"/>
              <a:gd name="connsiteX259" fmla="*/ 266777 w 11269336"/>
              <a:gd name="connsiteY259" fmla="*/ 2309012 h 2323145"/>
              <a:gd name="connsiteX260" fmla="*/ 156013 w 11269336"/>
              <a:gd name="connsiteY260" fmla="*/ 2306832 h 2323145"/>
              <a:gd name="connsiteX261" fmla="*/ 87258 w 11269336"/>
              <a:gd name="connsiteY261" fmla="*/ 2285511 h 2323145"/>
              <a:gd name="connsiteX262" fmla="*/ 23798 w 11269336"/>
              <a:gd name="connsiteY262" fmla="*/ 2281822 h 2323145"/>
              <a:gd name="connsiteX263" fmla="*/ 0 w 11269336"/>
              <a:gd name="connsiteY263" fmla="*/ 2285369 h 2323145"/>
              <a:gd name="connsiteX264" fmla="*/ 0 w 11269336"/>
              <a:gd name="connsiteY264"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380600 w 11269336"/>
              <a:gd name="connsiteY19" fmla="*/ 549821 h 2323145"/>
              <a:gd name="connsiteX20" fmla="*/ 9263254 w 11269336"/>
              <a:gd name="connsiteY20" fmla="*/ 645662 h 2323145"/>
              <a:gd name="connsiteX21" fmla="*/ 9162278 w 11269336"/>
              <a:gd name="connsiteY21" fmla="*/ 704724 h 2323145"/>
              <a:gd name="connsiteX22" fmla="*/ 8977138 w 11269336"/>
              <a:gd name="connsiteY22" fmla="*/ 774970 h 2323145"/>
              <a:gd name="connsiteX23" fmla="*/ 8914746 w 11269336"/>
              <a:gd name="connsiteY23" fmla="*/ 826428 h 2323145"/>
              <a:gd name="connsiteX24" fmla="*/ 8917778 w 11269336"/>
              <a:gd name="connsiteY24" fmla="*/ 835198 h 2323145"/>
              <a:gd name="connsiteX25" fmla="*/ 8905560 w 11269336"/>
              <a:gd name="connsiteY25" fmla="*/ 838358 h 2323145"/>
              <a:gd name="connsiteX26" fmla="*/ 8897564 w 11269336"/>
              <a:gd name="connsiteY26" fmla="*/ 834287 h 2323145"/>
              <a:gd name="connsiteX27" fmla="*/ 8878040 w 11269336"/>
              <a:gd name="connsiteY27" fmla="*/ 844150 h 2323145"/>
              <a:gd name="connsiteX28" fmla="*/ 8795998 w 11269336"/>
              <a:gd name="connsiteY28" fmla="*/ 863337 h 2323145"/>
              <a:gd name="connsiteX29" fmla="*/ 8776970 w 11269336"/>
              <a:gd name="connsiteY29" fmla="*/ 885177 h 2323145"/>
              <a:gd name="connsiteX30" fmla="*/ 8755719 w 11269336"/>
              <a:gd name="connsiteY30" fmla="*/ 889754 h 2323145"/>
              <a:gd name="connsiteX31" fmla="*/ 8743257 w 11269336"/>
              <a:gd name="connsiteY31" fmla="*/ 904723 h 2323145"/>
              <a:gd name="connsiteX32" fmla="*/ 8721366 w 11269336"/>
              <a:gd name="connsiteY32" fmla="*/ 904711 h 2323145"/>
              <a:gd name="connsiteX33" fmla="*/ 8678353 w 11269336"/>
              <a:gd name="connsiteY33" fmla="*/ 926318 h 2323145"/>
              <a:gd name="connsiteX34" fmla="*/ 8636849 w 11269336"/>
              <a:gd name="connsiteY34" fmla="*/ 937900 h 2323145"/>
              <a:gd name="connsiteX35" fmla="*/ 8620213 w 11269336"/>
              <a:gd name="connsiteY35" fmla="*/ 943068 h 2323145"/>
              <a:gd name="connsiteX36" fmla="*/ 8612581 w 11269336"/>
              <a:gd name="connsiteY36" fmla="*/ 952695 h 2323145"/>
              <a:gd name="connsiteX37" fmla="*/ 8589038 w 11269336"/>
              <a:gd name="connsiteY37" fmla="*/ 963892 h 2323145"/>
              <a:gd name="connsiteX38" fmla="*/ 8579950 w 11269336"/>
              <a:gd name="connsiteY38" fmla="*/ 960899 h 2323145"/>
              <a:gd name="connsiteX39" fmla="*/ 8579319 w 11269336"/>
              <a:gd name="connsiteY39" fmla="*/ 965630 h 2323145"/>
              <a:gd name="connsiteX40" fmla="*/ 8547429 w 11269336"/>
              <a:gd name="connsiteY40" fmla="*/ 984506 h 2323145"/>
              <a:gd name="connsiteX41" fmla="*/ 8478704 w 11269336"/>
              <a:gd name="connsiteY41" fmla="*/ 1025490 h 2323145"/>
              <a:gd name="connsiteX42" fmla="*/ 8461421 w 11269336"/>
              <a:gd name="connsiteY42" fmla="*/ 1035512 h 2323145"/>
              <a:gd name="connsiteX43" fmla="*/ 8445003 w 11269336"/>
              <a:gd name="connsiteY43" fmla="*/ 1036851 h 2323145"/>
              <a:gd name="connsiteX44" fmla="*/ 8357350 w 11269336"/>
              <a:gd name="connsiteY44" fmla="*/ 1060213 h 2323145"/>
              <a:gd name="connsiteX45" fmla="*/ 8335565 w 11269336"/>
              <a:gd name="connsiteY45" fmla="*/ 1061151 h 2323145"/>
              <a:gd name="connsiteX46" fmla="*/ 8325267 w 11269336"/>
              <a:gd name="connsiteY46" fmla="*/ 1055919 h 2323145"/>
              <a:gd name="connsiteX47" fmla="*/ 8293586 w 11269336"/>
              <a:gd name="connsiteY47" fmla="*/ 1076144 h 2323145"/>
              <a:gd name="connsiteX48" fmla="*/ 8242405 w 11269336"/>
              <a:gd name="connsiteY48" fmla="*/ 1095960 h 2323145"/>
              <a:gd name="connsiteX49" fmla="*/ 8197391 w 11269336"/>
              <a:gd name="connsiteY49" fmla="*/ 1107746 h 2323145"/>
              <a:gd name="connsiteX50" fmla="*/ 8081474 w 11269336"/>
              <a:gd name="connsiteY50" fmla="*/ 1130125 h 2323145"/>
              <a:gd name="connsiteX51" fmla="*/ 8053585 w 11269336"/>
              <a:gd name="connsiteY51" fmla="*/ 1129169 h 2323145"/>
              <a:gd name="connsiteX52" fmla="*/ 8038422 w 11269336"/>
              <a:gd name="connsiteY52" fmla="*/ 1119092 h 2323145"/>
              <a:gd name="connsiteX53" fmla="*/ 8029450 w 11269336"/>
              <a:gd name="connsiteY53" fmla="*/ 1125592 h 2323145"/>
              <a:gd name="connsiteX54" fmla="*/ 7959552 w 11269336"/>
              <a:gd name="connsiteY54" fmla="*/ 1140188 h 2323145"/>
              <a:gd name="connsiteX55" fmla="*/ 7914188 w 11269336"/>
              <a:gd name="connsiteY55" fmla="*/ 1150862 h 2323145"/>
              <a:gd name="connsiteX56" fmla="*/ 7914918 w 11269336"/>
              <a:gd name="connsiteY56" fmla="*/ 1168758 h 2323145"/>
              <a:gd name="connsiteX57" fmla="*/ 7875510 w 11269336"/>
              <a:gd name="connsiteY57" fmla="*/ 1183153 h 2323145"/>
              <a:gd name="connsiteX58" fmla="*/ 7829932 w 11269336"/>
              <a:gd name="connsiteY58" fmla="*/ 1180782 h 2323145"/>
              <a:gd name="connsiteX59" fmla="*/ 7779182 w 11269336"/>
              <a:gd name="connsiteY59" fmla="*/ 1192665 h 2323145"/>
              <a:gd name="connsiteX60" fmla="*/ 7748774 w 11269336"/>
              <a:gd name="connsiteY60" fmla="*/ 1199586 h 2323145"/>
              <a:gd name="connsiteX61" fmla="*/ 7671846 w 11269336"/>
              <a:gd name="connsiteY61" fmla="*/ 1231966 h 2323145"/>
              <a:gd name="connsiteX62" fmla="*/ 7554146 w 11269336"/>
              <a:gd name="connsiteY62" fmla="*/ 1319748 h 2323145"/>
              <a:gd name="connsiteX63" fmla="*/ 7515052 w 11269336"/>
              <a:gd name="connsiteY63" fmla="*/ 1336718 h 2323145"/>
              <a:gd name="connsiteX64" fmla="*/ 7507193 w 11269336"/>
              <a:gd name="connsiteY64" fmla="*/ 1334617 h 2323145"/>
              <a:gd name="connsiteX65" fmla="*/ 7461694 w 11269336"/>
              <a:gd name="connsiteY65" fmla="*/ 1375866 h 2323145"/>
              <a:gd name="connsiteX66" fmla="*/ 7377571 w 11269336"/>
              <a:gd name="connsiteY66" fmla="*/ 1400128 h 2323145"/>
              <a:gd name="connsiteX67" fmla="*/ 7311261 w 11269336"/>
              <a:gd name="connsiteY67" fmla="*/ 1412652 h 2323145"/>
              <a:gd name="connsiteX68" fmla="*/ 7275307 w 11269336"/>
              <a:gd name="connsiteY68" fmla="*/ 1422171 h 2323145"/>
              <a:gd name="connsiteX69" fmla="*/ 7247783 w 11269336"/>
              <a:gd name="connsiteY69" fmla="*/ 1426330 h 2323145"/>
              <a:gd name="connsiteX70" fmla="*/ 7185047 w 11269336"/>
              <a:gd name="connsiteY70" fmla="*/ 1451812 h 2323145"/>
              <a:gd name="connsiteX71" fmla="*/ 7084117 w 11269336"/>
              <a:gd name="connsiteY71" fmla="*/ 1500281 h 2323145"/>
              <a:gd name="connsiteX72" fmla="*/ 7062011 w 11269336"/>
              <a:gd name="connsiteY72" fmla="*/ 1509183 h 2323145"/>
              <a:gd name="connsiteX73" fmla="*/ 7040555 w 11269336"/>
              <a:gd name="connsiteY73" fmla="*/ 1511207 h 2323145"/>
              <a:gd name="connsiteX74" fmla="*/ 7033438 w 11269336"/>
              <a:gd name="connsiteY74" fmla="*/ 1506772 h 2323145"/>
              <a:gd name="connsiteX75" fmla="*/ 7020886 w 11269336"/>
              <a:gd name="connsiteY75" fmla="*/ 1510764 h 2323145"/>
              <a:gd name="connsiteX76" fmla="*/ 7017033 w 11269336"/>
              <a:gd name="connsiteY76" fmla="*/ 1510650 h 2323145"/>
              <a:gd name="connsiteX77" fmla="*/ 6995460 w 11269336"/>
              <a:gd name="connsiteY77" fmla="*/ 1511173 h 2323145"/>
              <a:gd name="connsiteX78" fmla="*/ 6962144 w 11269336"/>
              <a:gd name="connsiteY78" fmla="*/ 1541508 h 2323145"/>
              <a:gd name="connsiteX79" fmla="*/ 6910674 w 11269336"/>
              <a:gd name="connsiteY79" fmla="*/ 1554793 h 2323145"/>
              <a:gd name="connsiteX80" fmla="*/ 6732152 w 11269336"/>
              <a:gd name="connsiteY80" fmla="*/ 1642538 h 2323145"/>
              <a:gd name="connsiteX81" fmla="*/ 6694106 w 11269336"/>
              <a:gd name="connsiteY81" fmla="*/ 1632377 h 2323145"/>
              <a:gd name="connsiteX82" fmla="*/ 6617223 w 11269336"/>
              <a:gd name="connsiteY82" fmla="*/ 1659889 h 2323145"/>
              <a:gd name="connsiteX83" fmla="*/ 6521138 w 11269336"/>
              <a:gd name="connsiteY83" fmla="*/ 1744340 h 2323145"/>
              <a:gd name="connsiteX84" fmla="*/ 6380677 w 11269336"/>
              <a:gd name="connsiteY84" fmla="*/ 1796883 h 2323145"/>
              <a:gd name="connsiteX85" fmla="*/ 6374897 w 11269336"/>
              <a:gd name="connsiteY85" fmla="*/ 1809910 h 2323145"/>
              <a:gd name="connsiteX86" fmla="*/ 6364545 w 11269336"/>
              <a:gd name="connsiteY86" fmla="*/ 1820090 h 2323145"/>
              <a:gd name="connsiteX87" fmla="*/ 6362126 w 11269336"/>
              <a:gd name="connsiteY87" fmla="*/ 1819991 h 2323145"/>
              <a:gd name="connsiteX88" fmla="*/ 6346673 w 11269336"/>
              <a:gd name="connsiteY88" fmla="*/ 1827824 h 2323145"/>
              <a:gd name="connsiteX89" fmla="*/ 6345588 w 11269336"/>
              <a:gd name="connsiteY89" fmla="*/ 1832232 h 2323145"/>
              <a:gd name="connsiteX90" fmla="*/ 6335708 w 11269336"/>
              <a:gd name="connsiteY90" fmla="*/ 1838451 h 2323145"/>
              <a:gd name="connsiteX91" fmla="*/ 6318182 w 11269336"/>
              <a:gd name="connsiteY91" fmla="*/ 1852975 h 2323145"/>
              <a:gd name="connsiteX92" fmla="*/ 6313084 w 11269336"/>
              <a:gd name="connsiteY92" fmla="*/ 1853561 h 2323145"/>
              <a:gd name="connsiteX93" fmla="*/ 6283816 w 11269336"/>
              <a:gd name="connsiteY93" fmla="*/ 1872148 h 2323145"/>
              <a:gd name="connsiteX94" fmla="*/ 6282550 w 11269336"/>
              <a:gd name="connsiteY94" fmla="*/ 1871392 h 2323145"/>
              <a:gd name="connsiteX95" fmla="*/ 6270527 w 11269336"/>
              <a:gd name="connsiteY95" fmla="*/ 1872208 h 2323145"/>
              <a:gd name="connsiteX96" fmla="*/ 6249518 w 11269336"/>
              <a:gd name="connsiteY96" fmla="*/ 1876079 h 2323145"/>
              <a:gd name="connsiteX97" fmla="*/ 6190386 w 11269336"/>
              <a:gd name="connsiteY97" fmla="*/ 1872478 h 2323145"/>
              <a:gd name="connsiteX98" fmla="*/ 6159777 w 11269336"/>
              <a:gd name="connsiteY98" fmla="*/ 1891745 h 2323145"/>
              <a:gd name="connsiteX99" fmla="*/ 6153131 w 11269336"/>
              <a:gd name="connsiteY99" fmla="*/ 1895079 h 2323145"/>
              <a:gd name="connsiteX100" fmla="*/ 6152798 w 11269336"/>
              <a:gd name="connsiteY100" fmla="*/ 1894920 h 2323145"/>
              <a:gd name="connsiteX101" fmla="*/ 6145388 w 11269336"/>
              <a:gd name="connsiteY101" fmla="*/ 1897990 h 2323145"/>
              <a:gd name="connsiteX102" fmla="*/ 6141014 w 11269336"/>
              <a:gd name="connsiteY102" fmla="*/ 1901155 h 2323145"/>
              <a:gd name="connsiteX103" fmla="*/ 6128122 w 11269336"/>
              <a:gd name="connsiteY103" fmla="*/ 1907623 h 2323145"/>
              <a:gd name="connsiteX104" fmla="*/ 6122351 w 11269336"/>
              <a:gd name="connsiteY104" fmla="*/ 1908359 h 2323145"/>
              <a:gd name="connsiteX105" fmla="*/ 6064750 w 11269336"/>
              <a:gd name="connsiteY105" fmla="*/ 1896394 h 2323145"/>
              <a:gd name="connsiteX106" fmla="*/ 5964230 w 11269336"/>
              <a:gd name="connsiteY106" fmla="*/ 1910038 h 2323145"/>
              <a:gd name="connsiteX107" fmla="*/ 5865399 w 11269336"/>
              <a:gd name="connsiteY107" fmla="*/ 1926966 h 2323145"/>
              <a:gd name="connsiteX108" fmla="*/ 5829951 w 11269336"/>
              <a:gd name="connsiteY108" fmla="*/ 1934755 h 2323145"/>
              <a:gd name="connsiteX109" fmla="*/ 5765285 w 11269336"/>
              <a:gd name="connsiteY109" fmla="*/ 1941322 h 2323145"/>
              <a:gd name="connsiteX110" fmla="*/ 5734750 w 11269336"/>
              <a:gd name="connsiteY110" fmla="*/ 1939793 h 2323145"/>
              <a:gd name="connsiteX111" fmla="*/ 5733569 w 11269336"/>
              <a:gd name="connsiteY111" fmla="*/ 1940505 h 2323145"/>
              <a:gd name="connsiteX112" fmla="*/ 5730329 w 11269336"/>
              <a:gd name="connsiteY112" fmla="*/ 1937845 h 2323145"/>
              <a:gd name="connsiteX113" fmla="*/ 5724661 w 11269336"/>
              <a:gd name="connsiteY113" fmla="*/ 1937455 h 2323145"/>
              <a:gd name="connsiteX114" fmla="*/ 5710186 w 11269336"/>
              <a:gd name="connsiteY114" fmla="*/ 1941370 h 2323145"/>
              <a:gd name="connsiteX115" fmla="*/ 5704910 w 11269336"/>
              <a:gd name="connsiteY115" fmla="*/ 1943663 h 2323145"/>
              <a:gd name="connsiteX116" fmla="*/ 5696836 w 11269336"/>
              <a:gd name="connsiteY116" fmla="*/ 1945271 h 2323145"/>
              <a:gd name="connsiteX117" fmla="*/ 5696583 w 11269336"/>
              <a:gd name="connsiteY117" fmla="*/ 1945050 h 2323145"/>
              <a:gd name="connsiteX118" fmla="*/ 5689123 w 11269336"/>
              <a:gd name="connsiteY118" fmla="*/ 1947067 h 2323145"/>
              <a:gd name="connsiteX119" fmla="*/ 5653291 w 11269336"/>
              <a:gd name="connsiteY119" fmla="*/ 1960245 h 2323145"/>
              <a:gd name="connsiteX120" fmla="*/ 5599385 w 11269336"/>
              <a:gd name="connsiteY120" fmla="*/ 1945198 h 2323145"/>
              <a:gd name="connsiteX121" fmla="*/ 5578300 w 11269336"/>
              <a:gd name="connsiteY121" fmla="*/ 1944963 h 2323145"/>
              <a:gd name="connsiteX122" fmla="*/ 5566758 w 11269336"/>
              <a:gd name="connsiteY122" fmla="*/ 1943441 h 2323145"/>
              <a:gd name="connsiteX123" fmla="*/ 5565857 w 11269336"/>
              <a:gd name="connsiteY123" fmla="*/ 1942445 h 2323145"/>
              <a:gd name="connsiteX124" fmla="*/ 5531534 w 11269336"/>
              <a:gd name="connsiteY124" fmla="*/ 1955208 h 2323145"/>
              <a:gd name="connsiteX125" fmla="*/ 5526552 w 11269336"/>
              <a:gd name="connsiteY125" fmla="*/ 1954799 h 2323145"/>
              <a:gd name="connsiteX126" fmla="*/ 5504723 w 11269336"/>
              <a:gd name="connsiteY126" fmla="*/ 1965811 h 2323145"/>
              <a:gd name="connsiteX127" fmla="*/ 5493156 w 11269336"/>
              <a:gd name="connsiteY127" fmla="*/ 1970063 h 2323145"/>
              <a:gd name="connsiteX128" fmla="*/ 5490486 w 11269336"/>
              <a:gd name="connsiteY128" fmla="*/ 1974227 h 2323145"/>
              <a:gd name="connsiteX129" fmla="*/ 5473107 w 11269336"/>
              <a:gd name="connsiteY129" fmla="*/ 1979001 h 2323145"/>
              <a:gd name="connsiteX130" fmla="*/ 5470885 w 11269336"/>
              <a:gd name="connsiteY130" fmla="*/ 1978432 h 2323145"/>
              <a:gd name="connsiteX131" fmla="*/ 5457393 w 11269336"/>
              <a:gd name="connsiteY131" fmla="*/ 1986525 h 2323145"/>
              <a:gd name="connsiteX132" fmla="*/ 5447102 w 11269336"/>
              <a:gd name="connsiteY132" fmla="*/ 1998329 h 2323145"/>
              <a:gd name="connsiteX133" fmla="*/ 5159151 w 11269336"/>
              <a:gd name="connsiteY133" fmla="*/ 2029640 h 2323145"/>
              <a:gd name="connsiteX134" fmla="*/ 5041688 w 11269336"/>
              <a:gd name="connsiteY134" fmla="*/ 2022334 h 2323145"/>
              <a:gd name="connsiteX135" fmla="*/ 4860988 w 11269336"/>
              <a:gd name="connsiteY135" fmla="*/ 2135698 h 2323145"/>
              <a:gd name="connsiteX136" fmla="*/ 4807902 w 11269336"/>
              <a:gd name="connsiteY136" fmla="*/ 2138894 h 2323145"/>
              <a:gd name="connsiteX137" fmla="*/ 4765388 w 11269336"/>
              <a:gd name="connsiteY137" fmla="*/ 2162525 h 2323145"/>
              <a:gd name="connsiteX138" fmla="*/ 4745033 w 11269336"/>
              <a:gd name="connsiteY138" fmla="*/ 2158859 h 2323145"/>
              <a:gd name="connsiteX139" fmla="*/ 4741475 w 11269336"/>
              <a:gd name="connsiteY139" fmla="*/ 2157998 h 2323145"/>
              <a:gd name="connsiteX140" fmla="*/ 4728247 w 11269336"/>
              <a:gd name="connsiteY140" fmla="*/ 2159526 h 2323145"/>
              <a:gd name="connsiteX141" fmla="*/ 4723263 w 11269336"/>
              <a:gd name="connsiteY141" fmla="*/ 2153742 h 2323145"/>
              <a:gd name="connsiteX142" fmla="*/ 4702453 w 11269336"/>
              <a:gd name="connsiteY142" fmla="*/ 2151586 h 2323145"/>
              <a:gd name="connsiteX143" fmla="*/ 4678455 w 11269336"/>
              <a:gd name="connsiteY143" fmla="*/ 2156131 h 2323145"/>
              <a:gd name="connsiteX144" fmla="*/ 4593061 w 11269336"/>
              <a:gd name="connsiteY144" fmla="*/ 2171597 h 2323145"/>
              <a:gd name="connsiteX145" fmla="*/ 4579902 w 11269336"/>
              <a:gd name="connsiteY145" fmla="*/ 2177927 h 2323145"/>
              <a:gd name="connsiteX146" fmla="*/ 4533444 w 11269336"/>
              <a:gd name="connsiteY146" fmla="*/ 2181200 h 2323145"/>
              <a:gd name="connsiteX147" fmla="*/ 4492832 w 11269336"/>
              <a:gd name="connsiteY147" fmla="*/ 2188033 h 2323145"/>
              <a:gd name="connsiteX148" fmla="*/ 4467257 w 11269336"/>
              <a:gd name="connsiteY148" fmla="*/ 2196121 h 2323145"/>
              <a:gd name="connsiteX149" fmla="*/ 4459937 w 11269336"/>
              <a:gd name="connsiteY149" fmla="*/ 2195182 h 2323145"/>
              <a:gd name="connsiteX150" fmla="*/ 4433312 w 11269336"/>
              <a:gd name="connsiteY150" fmla="*/ 2199004 h 2323145"/>
              <a:gd name="connsiteX151" fmla="*/ 4420601 w 11269336"/>
              <a:gd name="connsiteY151" fmla="*/ 2205158 h 2323145"/>
              <a:gd name="connsiteX152" fmla="*/ 4405765 w 11269336"/>
              <a:gd name="connsiteY152" fmla="*/ 2199902 h 2323145"/>
              <a:gd name="connsiteX153" fmla="*/ 4401354 w 11269336"/>
              <a:gd name="connsiteY153" fmla="*/ 2194745 h 2323145"/>
              <a:gd name="connsiteX154" fmla="*/ 4383151 w 11269336"/>
              <a:gd name="connsiteY154" fmla="*/ 2201140 h 2323145"/>
              <a:gd name="connsiteX155" fmla="*/ 4366646 w 11269336"/>
              <a:gd name="connsiteY155" fmla="*/ 2198564 h 2323145"/>
              <a:gd name="connsiteX156" fmla="*/ 4354009 w 11269336"/>
              <a:gd name="connsiteY156" fmla="*/ 2204984 h 2323145"/>
              <a:gd name="connsiteX157" fmla="*/ 4348284 w 11269336"/>
              <a:gd name="connsiteY157" fmla="*/ 2205270 h 2323145"/>
              <a:gd name="connsiteX158" fmla="*/ 4333906 w 11269336"/>
              <a:gd name="connsiteY158" fmla="*/ 2205251 h 2323145"/>
              <a:gd name="connsiteX159" fmla="*/ 4308819 w 11269336"/>
              <a:gd name="connsiteY159" fmla="*/ 2203822 h 2323145"/>
              <a:gd name="connsiteX160" fmla="*/ 4301210 w 11269336"/>
              <a:gd name="connsiteY160" fmla="*/ 2204456 h 2323145"/>
              <a:gd name="connsiteX161" fmla="*/ 4283095 w 11269336"/>
              <a:gd name="connsiteY161" fmla="*/ 2198177 h 2323145"/>
              <a:gd name="connsiteX162" fmla="*/ 4250119 w 11269336"/>
              <a:gd name="connsiteY162" fmla="*/ 2196342 h 2323145"/>
              <a:gd name="connsiteX163" fmla="*/ 4189203 w 11269336"/>
              <a:gd name="connsiteY163" fmla="*/ 2178994 h 2323145"/>
              <a:gd name="connsiteX164" fmla="*/ 4154035 w 11269336"/>
              <a:gd name="connsiteY164" fmla="*/ 2171950 h 2323145"/>
              <a:gd name="connsiteX165" fmla="*/ 4129569 w 11269336"/>
              <a:gd name="connsiteY165" fmla="*/ 2163850 h 2323145"/>
              <a:gd name="connsiteX166" fmla="*/ 4061250 w 11269336"/>
              <a:gd name="connsiteY166" fmla="*/ 2159236 h 2323145"/>
              <a:gd name="connsiteX167" fmla="*/ 3945480 w 11269336"/>
              <a:gd name="connsiteY167" fmla="*/ 2158279 h 2323145"/>
              <a:gd name="connsiteX168" fmla="*/ 3921468 w 11269336"/>
              <a:gd name="connsiteY168" fmla="*/ 2156588 h 2323145"/>
              <a:gd name="connsiteX169" fmla="*/ 3903348 w 11269336"/>
              <a:gd name="connsiteY169" fmla="*/ 2149220 h 2323145"/>
              <a:gd name="connsiteX170" fmla="*/ 3901342 w 11269336"/>
              <a:gd name="connsiteY170" fmla="*/ 2142355 h 2323145"/>
              <a:gd name="connsiteX171" fmla="*/ 3888539 w 11269336"/>
              <a:gd name="connsiteY171" fmla="*/ 2140476 h 2323145"/>
              <a:gd name="connsiteX172" fmla="*/ 3885662 w 11269336"/>
              <a:gd name="connsiteY172" fmla="*/ 2138740 h 2323145"/>
              <a:gd name="connsiteX173" fmla="*/ 3868627 w 11269336"/>
              <a:gd name="connsiteY173" fmla="*/ 2130023 h 2323145"/>
              <a:gd name="connsiteX174" fmla="*/ 3819177 w 11269336"/>
              <a:gd name="connsiteY174" fmla="*/ 2142111 h 2323145"/>
              <a:gd name="connsiteX175" fmla="*/ 3769100 w 11269336"/>
              <a:gd name="connsiteY175" fmla="*/ 2131731 h 2323145"/>
              <a:gd name="connsiteX176" fmla="*/ 3562752 w 11269336"/>
              <a:gd name="connsiteY176" fmla="*/ 2131785 h 2323145"/>
              <a:gd name="connsiteX177" fmla="*/ 3541402 w 11269336"/>
              <a:gd name="connsiteY177" fmla="*/ 2106821 h 2323145"/>
              <a:gd name="connsiteX178" fmla="*/ 3365341 w 11269336"/>
              <a:gd name="connsiteY178" fmla="*/ 2077638 h 2323145"/>
              <a:gd name="connsiteX179" fmla="*/ 3170922 w 11269336"/>
              <a:gd name="connsiteY179" fmla="*/ 2115957 h 2323145"/>
              <a:gd name="connsiteX180" fmla="*/ 3156256 w 11269336"/>
              <a:gd name="connsiteY180" fmla="*/ 2124773 h 2323145"/>
              <a:gd name="connsiteX181" fmla="*/ 3140298 w 11269336"/>
              <a:gd name="connsiteY181" fmla="*/ 2129182 h 2323145"/>
              <a:gd name="connsiteX182" fmla="*/ 3138514 w 11269336"/>
              <a:gd name="connsiteY182" fmla="*/ 2128069 h 2323145"/>
              <a:gd name="connsiteX183" fmla="*/ 3120467 w 11269336"/>
              <a:gd name="connsiteY183" fmla="*/ 2128281 h 2323145"/>
              <a:gd name="connsiteX184" fmla="*/ 3116175 w 11269336"/>
              <a:gd name="connsiteY184" fmla="*/ 2131633 h 2323145"/>
              <a:gd name="connsiteX185" fmla="*/ 3103685 w 11269336"/>
              <a:gd name="connsiteY185" fmla="*/ 2132814 h 2323145"/>
              <a:gd name="connsiteX186" fmla="*/ 3078794 w 11269336"/>
              <a:gd name="connsiteY186" fmla="*/ 2137935 h 2323145"/>
              <a:gd name="connsiteX187" fmla="*/ 3074407 w 11269336"/>
              <a:gd name="connsiteY187" fmla="*/ 2136274 h 2323145"/>
              <a:gd name="connsiteX188" fmla="*/ 3037285 w 11269336"/>
              <a:gd name="connsiteY188" fmla="*/ 2139919 h 2323145"/>
              <a:gd name="connsiteX189" fmla="*/ 3036901 w 11269336"/>
              <a:gd name="connsiteY189" fmla="*/ 2138726 h 2323145"/>
              <a:gd name="connsiteX190" fmla="*/ 3026996 w 11269336"/>
              <a:gd name="connsiteY190" fmla="*/ 2134322 h 2323145"/>
              <a:gd name="connsiteX191" fmla="*/ 3007772 w 11269336"/>
              <a:gd name="connsiteY191" fmla="*/ 2128742 h 2323145"/>
              <a:gd name="connsiteX192" fmla="*/ 2965030 w 11269336"/>
              <a:gd name="connsiteY192" fmla="*/ 2100494 h 2323145"/>
              <a:gd name="connsiteX193" fmla="*/ 2926342 w 11269336"/>
              <a:gd name="connsiteY193" fmla="*/ 2104155 h 2323145"/>
              <a:gd name="connsiteX194" fmla="*/ 2918608 w 11269336"/>
              <a:gd name="connsiteY194" fmla="*/ 2104215 h 2323145"/>
              <a:gd name="connsiteX195" fmla="*/ 2918475 w 11269336"/>
              <a:gd name="connsiteY195" fmla="*/ 2103937 h 2323145"/>
              <a:gd name="connsiteX196" fmla="*/ 2910360 w 11269336"/>
              <a:gd name="connsiteY196" fmla="*/ 2103444 h 2323145"/>
              <a:gd name="connsiteX197" fmla="*/ 2904507 w 11269336"/>
              <a:gd name="connsiteY197" fmla="*/ 2104326 h 2323145"/>
              <a:gd name="connsiteX198" fmla="*/ 2889503 w 11269336"/>
              <a:gd name="connsiteY198" fmla="*/ 2104443 h 2323145"/>
              <a:gd name="connsiteX199" fmla="*/ 2884480 w 11269336"/>
              <a:gd name="connsiteY199" fmla="*/ 2102626 h 2323145"/>
              <a:gd name="connsiteX200" fmla="*/ 2882689 w 11269336"/>
              <a:gd name="connsiteY200" fmla="*/ 2099228 h 2323145"/>
              <a:gd name="connsiteX201" fmla="*/ 2881291 w 11269336"/>
              <a:gd name="connsiteY201" fmla="*/ 2099618 h 2323145"/>
              <a:gd name="connsiteX202" fmla="*/ 2853979 w 11269336"/>
              <a:gd name="connsiteY202" fmla="*/ 2090388 h 2323145"/>
              <a:gd name="connsiteX203" fmla="*/ 2791790 w 11269336"/>
              <a:gd name="connsiteY203" fmla="*/ 2080332 h 2323145"/>
              <a:gd name="connsiteX204" fmla="*/ 2755844 w 11269336"/>
              <a:gd name="connsiteY204" fmla="*/ 2078874 h 2323145"/>
              <a:gd name="connsiteX205" fmla="*/ 2657742 w 11269336"/>
              <a:gd name="connsiteY205" fmla="*/ 2070179 h 2323145"/>
              <a:gd name="connsiteX206" fmla="*/ 2559549 w 11269336"/>
              <a:gd name="connsiteY206" fmla="*/ 2057873 h 2323145"/>
              <a:gd name="connsiteX207" fmla="*/ 2512054 w 11269336"/>
              <a:gd name="connsiteY207" fmla="*/ 2031671 h 2323145"/>
              <a:gd name="connsiteX208" fmla="*/ 2506437 w 11269336"/>
              <a:gd name="connsiteY208" fmla="*/ 2030918 h 2323145"/>
              <a:gd name="connsiteX209" fmla="*/ 2491752 w 11269336"/>
              <a:gd name="connsiteY209" fmla="*/ 2033906 h 2323145"/>
              <a:gd name="connsiteX210" fmla="*/ 2486338 w 11269336"/>
              <a:gd name="connsiteY210" fmla="*/ 2035862 h 2323145"/>
              <a:gd name="connsiteX211" fmla="*/ 2478186 w 11269336"/>
              <a:gd name="connsiteY211" fmla="*/ 2036953 h 2323145"/>
              <a:gd name="connsiteX212" fmla="*/ 2477950 w 11269336"/>
              <a:gd name="connsiteY212" fmla="*/ 2036715 h 2323145"/>
              <a:gd name="connsiteX213" fmla="*/ 2470381 w 11269336"/>
              <a:gd name="connsiteY213" fmla="*/ 2038256 h 2323145"/>
              <a:gd name="connsiteX214" fmla="*/ 2433781 w 11269336"/>
              <a:gd name="connsiteY214" fmla="*/ 2049140 h 2323145"/>
              <a:gd name="connsiteX215" fmla="*/ 2381172 w 11269336"/>
              <a:gd name="connsiteY215" fmla="*/ 2030645 h 2323145"/>
              <a:gd name="connsiteX216" fmla="*/ 2360198 w 11269336"/>
              <a:gd name="connsiteY216" fmla="*/ 2029059 h 2323145"/>
              <a:gd name="connsiteX217" fmla="*/ 2348815 w 11269336"/>
              <a:gd name="connsiteY217" fmla="*/ 2026798 h 2323145"/>
              <a:gd name="connsiteX218" fmla="*/ 2347988 w 11269336"/>
              <a:gd name="connsiteY218" fmla="*/ 2025745 h 2323145"/>
              <a:gd name="connsiteX219" fmla="*/ 2312920 w 11269336"/>
              <a:gd name="connsiteY219" fmla="*/ 2036311 h 2323145"/>
              <a:gd name="connsiteX220" fmla="*/ 2307986 w 11269336"/>
              <a:gd name="connsiteY220" fmla="*/ 2035583 h 2323145"/>
              <a:gd name="connsiteX221" fmla="*/ 2285481 w 11269336"/>
              <a:gd name="connsiteY221" fmla="*/ 2045197 h 2323145"/>
              <a:gd name="connsiteX222" fmla="*/ 2273666 w 11269336"/>
              <a:gd name="connsiteY222" fmla="*/ 2048710 h 2323145"/>
              <a:gd name="connsiteX223" fmla="*/ 2270719 w 11269336"/>
              <a:gd name="connsiteY223" fmla="*/ 2052702 h 2323145"/>
              <a:gd name="connsiteX224" fmla="*/ 2253080 w 11269336"/>
              <a:gd name="connsiteY224" fmla="*/ 2056363 h 2323145"/>
              <a:gd name="connsiteX225" fmla="*/ 2250906 w 11269336"/>
              <a:gd name="connsiteY225" fmla="*/ 2055654 h 2323145"/>
              <a:gd name="connsiteX226" fmla="*/ 2236905 w 11269336"/>
              <a:gd name="connsiteY226" fmla="*/ 2062882 h 2323145"/>
              <a:gd name="connsiteX227" fmla="*/ 2225830 w 11269336"/>
              <a:gd name="connsiteY227" fmla="*/ 2074027 h 2323145"/>
              <a:gd name="connsiteX228" fmla="*/ 2073776 w 11269336"/>
              <a:gd name="connsiteY228" fmla="*/ 2089244 h 2323145"/>
              <a:gd name="connsiteX229" fmla="*/ 1948256 w 11269336"/>
              <a:gd name="connsiteY229" fmla="*/ 2146616 h 2323145"/>
              <a:gd name="connsiteX230" fmla="*/ 1865582 w 11269336"/>
              <a:gd name="connsiteY230" fmla="*/ 2153738 h 2323145"/>
              <a:gd name="connsiteX231" fmla="*/ 1835210 w 11269336"/>
              <a:gd name="connsiteY231" fmla="*/ 2134244 h 2323145"/>
              <a:gd name="connsiteX232" fmla="*/ 1632661 w 11269336"/>
              <a:gd name="connsiteY232" fmla="*/ 2173882 h 2323145"/>
              <a:gd name="connsiteX233" fmla="*/ 1579590 w 11269336"/>
              <a:gd name="connsiteY233" fmla="*/ 2173680 h 2323145"/>
              <a:gd name="connsiteX234" fmla="*/ 1535601 w 11269336"/>
              <a:gd name="connsiteY234" fmla="*/ 2194590 h 2323145"/>
              <a:gd name="connsiteX235" fmla="*/ 1515594 w 11269336"/>
              <a:gd name="connsiteY235" fmla="*/ 2189622 h 2323145"/>
              <a:gd name="connsiteX236" fmla="*/ 1512113 w 11269336"/>
              <a:gd name="connsiteY236" fmla="*/ 2188534 h 2323145"/>
              <a:gd name="connsiteX237" fmla="*/ 1498838 w 11269336"/>
              <a:gd name="connsiteY237" fmla="*/ 2189213 h 2323145"/>
              <a:gd name="connsiteX238" fmla="*/ 1494279 w 11269336"/>
              <a:gd name="connsiteY238" fmla="*/ 2183112 h 2323145"/>
              <a:gd name="connsiteX239" fmla="*/ 1473714 w 11269336"/>
              <a:gd name="connsiteY239" fmla="*/ 2179625 h 2323145"/>
              <a:gd name="connsiteX240" fmla="*/ 1449503 w 11269336"/>
              <a:gd name="connsiteY240" fmla="*/ 2182633 h 2323145"/>
              <a:gd name="connsiteX241" fmla="*/ 1266687 w 11269336"/>
              <a:gd name="connsiteY241" fmla="*/ 2212688 h 2323145"/>
              <a:gd name="connsiteX242" fmla="*/ 1239614 w 11269336"/>
              <a:gd name="connsiteY242" fmla="*/ 2209727 h 2323145"/>
              <a:gd name="connsiteX243" fmla="*/ 1202436 w 11269336"/>
              <a:gd name="connsiteY243" fmla="*/ 2209817 h 2323145"/>
              <a:gd name="connsiteX244" fmla="*/ 1136097 w 11269336"/>
              <a:gd name="connsiteY244" fmla="*/ 2205112 h 2323145"/>
              <a:gd name="connsiteX245" fmla="*/ 988232 w 11269336"/>
              <a:gd name="connsiteY245" fmla="*/ 2235635 h 2323145"/>
              <a:gd name="connsiteX246" fmla="*/ 981959 w 11269336"/>
              <a:gd name="connsiteY246" fmla="*/ 2231607 h 2323145"/>
              <a:gd name="connsiteX247" fmla="*/ 938600 w 11269336"/>
              <a:gd name="connsiteY247" fmla="*/ 2238113 h 2323145"/>
              <a:gd name="connsiteX248" fmla="*/ 791788 w 11269336"/>
              <a:gd name="connsiteY248" fmla="*/ 2293224 h 2323145"/>
              <a:gd name="connsiteX249" fmla="*/ 706914 w 11269336"/>
              <a:gd name="connsiteY249" fmla="*/ 2305046 h 2323145"/>
              <a:gd name="connsiteX250" fmla="*/ 675971 w 11269336"/>
              <a:gd name="connsiteY250" fmla="*/ 2304030 h 2323145"/>
              <a:gd name="connsiteX251" fmla="*/ 624180 w 11269336"/>
              <a:gd name="connsiteY251" fmla="*/ 2302650 h 2323145"/>
              <a:gd name="connsiteX252" fmla="*/ 583453 w 11269336"/>
              <a:gd name="connsiteY252" fmla="*/ 2288788 h 2323145"/>
              <a:gd name="connsiteX253" fmla="*/ 540946 w 11269336"/>
              <a:gd name="connsiteY253" fmla="*/ 2292721 h 2323145"/>
              <a:gd name="connsiteX254" fmla="*/ 533680 w 11269336"/>
              <a:gd name="connsiteY254" fmla="*/ 2310233 h 2323145"/>
              <a:gd name="connsiteX255" fmla="*/ 487366 w 11269336"/>
              <a:gd name="connsiteY255" fmla="*/ 2309053 h 2323145"/>
              <a:gd name="connsiteX256" fmla="*/ 416820 w 11269336"/>
              <a:gd name="connsiteY256" fmla="*/ 2305443 h 2323145"/>
              <a:gd name="connsiteX257" fmla="*/ 376805 w 11269336"/>
              <a:gd name="connsiteY257" fmla="*/ 2307647 h 2323145"/>
              <a:gd name="connsiteX258" fmla="*/ 266777 w 11269336"/>
              <a:gd name="connsiteY258" fmla="*/ 2309012 h 2323145"/>
              <a:gd name="connsiteX259" fmla="*/ 156013 w 11269336"/>
              <a:gd name="connsiteY259" fmla="*/ 2306832 h 2323145"/>
              <a:gd name="connsiteX260" fmla="*/ 87258 w 11269336"/>
              <a:gd name="connsiteY260" fmla="*/ 2285511 h 2323145"/>
              <a:gd name="connsiteX261" fmla="*/ 23798 w 11269336"/>
              <a:gd name="connsiteY261" fmla="*/ 2281822 h 2323145"/>
              <a:gd name="connsiteX262" fmla="*/ 0 w 11269336"/>
              <a:gd name="connsiteY262" fmla="*/ 2285369 h 2323145"/>
              <a:gd name="connsiteX263" fmla="*/ 0 w 11269336"/>
              <a:gd name="connsiteY263"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380600 w 11269336"/>
              <a:gd name="connsiteY19" fmla="*/ 549821 h 2323145"/>
              <a:gd name="connsiteX20" fmla="*/ 9263254 w 11269336"/>
              <a:gd name="connsiteY20" fmla="*/ 645662 h 2323145"/>
              <a:gd name="connsiteX21" fmla="*/ 9162278 w 11269336"/>
              <a:gd name="connsiteY21" fmla="*/ 704724 h 2323145"/>
              <a:gd name="connsiteX22" fmla="*/ 9062863 w 11269336"/>
              <a:gd name="connsiteY22" fmla="*/ 754656 h 2323145"/>
              <a:gd name="connsiteX23" fmla="*/ 8914746 w 11269336"/>
              <a:gd name="connsiteY23" fmla="*/ 826428 h 2323145"/>
              <a:gd name="connsiteX24" fmla="*/ 8917778 w 11269336"/>
              <a:gd name="connsiteY24" fmla="*/ 835198 h 2323145"/>
              <a:gd name="connsiteX25" fmla="*/ 8905560 w 11269336"/>
              <a:gd name="connsiteY25" fmla="*/ 838358 h 2323145"/>
              <a:gd name="connsiteX26" fmla="*/ 8897564 w 11269336"/>
              <a:gd name="connsiteY26" fmla="*/ 834287 h 2323145"/>
              <a:gd name="connsiteX27" fmla="*/ 8878040 w 11269336"/>
              <a:gd name="connsiteY27" fmla="*/ 844150 h 2323145"/>
              <a:gd name="connsiteX28" fmla="*/ 8795998 w 11269336"/>
              <a:gd name="connsiteY28" fmla="*/ 863337 h 2323145"/>
              <a:gd name="connsiteX29" fmla="*/ 8776970 w 11269336"/>
              <a:gd name="connsiteY29" fmla="*/ 885177 h 2323145"/>
              <a:gd name="connsiteX30" fmla="*/ 8755719 w 11269336"/>
              <a:gd name="connsiteY30" fmla="*/ 889754 h 2323145"/>
              <a:gd name="connsiteX31" fmla="*/ 8743257 w 11269336"/>
              <a:gd name="connsiteY31" fmla="*/ 904723 h 2323145"/>
              <a:gd name="connsiteX32" fmla="*/ 8721366 w 11269336"/>
              <a:gd name="connsiteY32" fmla="*/ 904711 h 2323145"/>
              <a:gd name="connsiteX33" fmla="*/ 8678353 w 11269336"/>
              <a:gd name="connsiteY33" fmla="*/ 926318 h 2323145"/>
              <a:gd name="connsiteX34" fmla="*/ 8636849 w 11269336"/>
              <a:gd name="connsiteY34" fmla="*/ 937900 h 2323145"/>
              <a:gd name="connsiteX35" fmla="*/ 8620213 w 11269336"/>
              <a:gd name="connsiteY35" fmla="*/ 943068 h 2323145"/>
              <a:gd name="connsiteX36" fmla="*/ 8612581 w 11269336"/>
              <a:gd name="connsiteY36" fmla="*/ 952695 h 2323145"/>
              <a:gd name="connsiteX37" fmla="*/ 8589038 w 11269336"/>
              <a:gd name="connsiteY37" fmla="*/ 963892 h 2323145"/>
              <a:gd name="connsiteX38" fmla="*/ 8579950 w 11269336"/>
              <a:gd name="connsiteY38" fmla="*/ 960899 h 2323145"/>
              <a:gd name="connsiteX39" fmla="*/ 8579319 w 11269336"/>
              <a:gd name="connsiteY39" fmla="*/ 965630 h 2323145"/>
              <a:gd name="connsiteX40" fmla="*/ 8547429 w 11269336"/>
              <a:gd name="connsiteY40" fmla="*/ 984506 h 2323145"/>
              <a:gd name="connsiteX41" fmla="*/ 8478704 w 11269336"/>
              <a:gd name="connsiteY41" fmla="*/ 1025490 h 2323145"/>
              <a:gd name="connsiteX42" fmla="*/ 8461421 w 11269336"/>
              <a:gd name="connsiteY42" fmla="*/ 1035512 h 2323145"/>
              <a:gd name="connsiteX43" fmla="*/ 8445003 w 11269336"/>
              <a:gd name="connsiteY43" fmla="*/ 1036851 h 2323145"/>
              <a:gd name="connsiteX44" fmla="*/ 8357350 w 11269336"/>
              <a:gd name="connsiteY44" fmla="*/ 1060213 h 2323145"/>
              <a:gd name="connsiteX45" fmla="*/ 8335565 w 11269336"/>
              <a:gd name="connsiteY45" fmla="*/ 1061151 h 2323145"/>
              <a:gd name="connsiteX46" fmla="*/ 8325267 w 11269336"/>
              <a:gd name="connsiteY46" fmla="*/ 1055919 h 2323145"/>
              <a:gd name="connsiteX47" fmla="*/ 8293586 w 11269336"/>
              <a:gd name="connsiteY47" fmla="*/ 1076144 h 2323145"/>
              <a:gd name="connsiteX48" fmla="*/ 8242405 w 11269336"/>
              <a:gd name="connsiteY48" fmla="*/ 1095960 h 2323145"/>
              <a:gd name="connsiteX49" fmla="*/ 8197391 w 11269336"/>
              <a:gd name="connsiteY49" fmla="*/ 1107746 h 2323145"/>
              <a:gd name="connsiteX50" fmla="*/ 8081474 w 11269336"/>
              <a:gd name="connsiteY50" fmla="*/ 1130125 h 2323145"/>
              <a:gd name="connsiteX51" fmla="*/ 8053585 w 11269336"/>
              <a:gd name="connsiteY51" fmla="*/ 1129169 h 2323145"/>
              <a:gd name="connsiteX52" fmla="*/ 8038422 w 11269336"/>
              <a:gd name="connsiteY52" fmla="*/ 1119092 h 2323145"/>
              <a:gd name="connsiteX53" fmla="*/ 8029450 w 11269336"/>
              <a:gd name="connsiteY53" fmla="*/ 1125592 h 2323145"/>
              <a:gd name="connsiteX54" fmla="*/ 7959552 w 11269336"/>
              <a:gd name="connsiteY54" fmla="*/ 1140188 h 2323145"/>
              <a:gd name="connsiteX55" fmla="*/ 7914188 w 11269336"/>
              <a:gd name="connsiteY55" fmla="*/ 1150862 h 2323145"/>
              <a:gd name="connsiteX56" fmla="*/ 7914918 w 11269336"/>
              <a:gd name="connsiteY56" fmla="*/ 1168758 h 2323145"/>
              <a:gd name="connsiteX57" fmla="*/ 7875510 w 11269336"/>
              <a:gd name="connsiteY57" fmla="*/ 1183153 h 2323145"/>
              <a:gd name="connsiteX58" fmla="*/ 7829932 w 11269336"/>
              <a:gd name="connsiteY58" fmla="*/ 1180782 h 2323145"/>
              <a:gd name="connsiteX59" fmla="*/ 7779182 w 11269336"/>
              <a:gd name="connsiteY59" fmla="*/ 1192665 h 2323145"/>
              <a:gd name="connsiteX60" fmla="*/ 7748774 w 11269336"/>
              <a:gd name="connsiteY60" fmla="*/ 1199586 h 2323145"/>
              <a:gd name="connsiteX61" fmla="*/ 7671846 w 11269336"/>
              <a:gd name="connsiteY61" fmla="*/ 1231966 h 2323145"/>
              <a:gd name="connsiteX62" fmla="*/ 7554146 w 11269336"/>
              <a:gd name="connsiteY62" fmla="*/ 1319748 h 2323145"/>
              <a:gd name="connsiteX63" fmla="*/ 7515052 w 11269336"/>
              <a:gd name="connsiteY63" fmla="*/ 1336718 h 2323145"/>
              <a:gd name="connsiteX64" fmla="*/ 7507193 w 11269336"/>
              <a:gd name="connsiteY64" fmla="*/ 1334617 h 2323145"/>
              <a:gd name="connsiteX65" fmla="*/ 7461694 w 11269336"/>
              <a:gd name="connsiteY65" fmla="*/ 1375866 h 2323145"/>
              <a:gd name="connsiteX66" fmla="*/ 7377571 w 11269336"/>
              <a:gd name="connsiteY66" fmla="*/ 1400128 h 2323145"/>
              <a:gd name="connsiteX67" fmla="*/ 7311261 w 11269336"/>
              <a:gd name="connsiteY67" fmla="*/ 1412652 h 2323145"/>
              <a:gd name="connsiteX68" fmla="*/ 7275307 w 11269336"/>
              <a:gd name="connsiteY68" fmla="*/ 1422171 h 2323145"/>
              <a:gd name="connsiteX69" fmla="*/ 7247783 w 11269336"/>
              <a:gd name="connsiteY69" fmla="*/ 1426330 h 2323145"/>
              <a:gd name="connsiteX70" fmla="*/ 7185047 w 11269336"/>
              <a:gd name="connsiteY70" fmla="*/ 1451812 h 2323145"/>
              <a:gd name="connsiteX71" fmla="*/ 7084117 w 11269336"/>
              <a:gd name="connsiteY71" fmla="*/ 1500281 h 2323145"/>
              <a:gd name="connsiteX72" fmla="*/ 7062011 w 11269336"/>
              <a:gd name="connsiteY72" fmla="*/ 1509183 h 2323145"/>
              <a:gd name="connsiteX73" fmla="*/ 7040555 w 11269336"/>
              <a:gd name="connsiteY73" fmla="*/ 1511207 h 2323145"/>
              <a:gd name="connsiteX74" fmla="*/ 7033438 w 11269336"/>
              <a:gd name="connsiteY74" fmla="*/ 1506772 h 2323145"/>
              <a:gd name="connsiteX75" fmla="*/ 7020886 w 11269336"/>
              <a:gd name="connsiteY75" fmla="*/ 1510764 h 2323145"/>
              <a:gd name="connsiteX76" fmla="*/ 7017033 w 11269336"/>
              <a:gd name="connsiteY76" fmla="*/ 1510650 h 2323145"/>
              <a:gd name="connsiteX77" fmla="*/ 6995460 w 11269336"/>
              <a:gd name="connsiteY77" fmla="*/ 1511173 h 2323145"/>
              <a:gd name="connsiteX78" fmla="*/ 6962144 w 11269336"/>
              <a:gd name="connsiteY78" fmla="*/ 1541508 h 2323145"/>
              <a:gd name="connsiteX79" fmla="*/ 6910674 w 11269336"/>
              <a:gd name="connsiteY79" fmla="*/ 1554793 h 2323145"/>
              <a:gd name="connsiteX80" fmla="*/ 6732152 w 11269336"/>
              <a:gd name="connsiteY80" fmla="*/ 1642538 h 2323145"/>
              <a:gd name="connsiteX81" fmla="*/ 6694106 w 11269336"/>
              <a:gd name="connsiteY81" fmla="*/ 1632377 h 2323145"/>
              <a:gd name="connsiteX82" fmla="*/ 6617223 w 11269336"/>
              <a:gd name="connsiteY82" fmla="*/ 1659889 h 2323145"/>
              <a:gd name="connsiteX83" fmla="*/ 6521138 w 11269336"/>
              <a:gd name="connsiteY83" fmla="*/ 1744340 h 2323145"/>
              <a:gd name="connsiteX84" fmla="*/ 6380677 w 11269336"/>
              <a:gd name="connsiteY84" fmla="*/ 1796883 h 2323145"/>
              <a:gd name="connsiteX85" fmla="*/ 6374897 w 11269336"/>
              <a:gd name="connsiteY85" fmla="*/ 1809910 h 2323145"/>
              <a:gd name="connsiteX86" fmla="*/ 6364545 w 11269336"/>
              <a:gd name="connsiteY86" fmla="*/ 1820090 h 2323145"/>
              <a:gd name="connsiteX87" fmla="*/ 6362126 w 11269336"/>
              <a:gd name="connsiteY87" fmla="*/ 1819991 h 2323145"/>
              <a:gd name="connsiteX88" fmla="*/ 6346673 w 11269336"/>
              <a:gd name="connsiteY88" fmla="*/ 1827824 h 2323145"/>
              <a:gd name="connsiteX89" fmla="*/ 6345588 w 11269336"/>
              <a:gd name="connsiteY89" fmla="*/ 1832232 h 2323145"/>
              <a:gd name="connsiteX90" fmla="*/ 6335708 w 11269336"/>
              <a:gd name="connsiteY90" fmla="*/ 1838451 h 2323145"/>
              <a:gd name="connsiteX91" fmla="*/ 6318182 w 11269336"/>
              <a:gd name="connsiteY91" fmla="*/ 1852975 h 2323145"/>
              <a:gd name="connsiteX92" fmla="*/ 6313084 w 11269336"/>
              <a:gd name="connsiteY92" fmla="*/ 1853561 h 2323145"/>
              <a:gd name="connsiteX93" fmla="*/ 6283816 w 11269336"/>
              <a:gd name="connsiteY93" fmla="*/ 1872148 h 2323145"/>
              <a:gd name="connsiteX94" fmla="*/ 6282550 w 11269336"/>
              <a:gd name="connsiteY94" fmla="*/ 1871392 h 2323145"/>
              <a:gd name="connsiteX95" fmla="*/ 6270527 w 11269336"/>
              <a:gd name="connsiteY95" fmla="*/ 1872208 h 2323145"/>
              <a:gd name="connsiteX96" fmla="*/ 6249518 w 11269336"/>
              <a:gd name="connsiteY96" fmla="*/ 1876079 h 2323145"/>
              <a:gd name="connsiteX97" fmla="*/ 6190386 w 11269336"/>
              <a:gd name="connsiteY97" fmla="*/ 1872478 h 2323145"/>
              <a:gd name="connsiteX98" fmla="*/ 6159777 w 11269336"/>
              <a:gd name="connsiteY98" fmla="*/ 1891745 h 2323145"/>
              <a:gd name="connsiteX99" fmla="*/ 6153131 w 11269336"/>
              <a:gd name="connsiteY99" fmla="*/ 1895079 h 2323145"/>
              <a:gd name="connsiteX100" fmla="*/ 6152798 w 11269336"/>
              <a:gd name="connsiteY100" fmla="*/ 1894920 h 2323145"/>
              <a:gd name="connsiteX101" fmla="*/ 6145388 w 11269336"/>
              <a:gd name="connsiteY101" fmla="*/ 1897990 h 2323145"/>
              <a:gd name="connsiteX102" fmla="*/ 6141014 w 11269336"/>
              <a:gd name="connsiteY102" fmla="*/ 1901155 h 2323145"/>
              <a:gd name="connsiteX103" fmla="*/ 6128122 w 11269336"/>
              <a:gd name="connsiteY103" fmla="*/ 1907623 h 2323145"/>
              <a:gd name="connsiteX104" fmla="*/ 6122351 w 11269336"/>
              <a:gd name="connsiteY104" fmla="*/ 1908359 h 2323145"/>
              <a:gd name="connsiteX105" fmla="*/ 6064750 w 11269336"/>
              <a:gd name="connsiteY105" fmla="*/ 1896394 h 2323145"/>
              <a:gd name="connsiteX106" fmla="*/ 5964230 w 11269336"/>
              <a:gd name="connsiteY106" fmla="*/ 1910038 h 2323145"/>
              <a:gd name="connsiteX107" fmla="*/ 5865399 w 11269336"/>
              <a:gd name="connsiteY107" fmla="*/ 1926966 h 2323145"/>
              <a:gd name="connsiteX108" fmla="*/ 5829951 w 11269336"/>
              <a:gd name="connsiteY108" fmla="*/ 1934755 h 2323145"/>
              <a:gd name="connsiteX109" fmla="*/ 5765285 w 11269336"/>
              <a:gd name="connsiteY109" fmla="*/ 1941322 h 2323145"/>
              <a:gd name="connsiteX110" fmla="*/ 5734750 w 11269336"/>
              <a:gd name="connsiteY110" fmla="*/ 1939793 h 2323145"/>
              <a:gd name="connsiteX111" fmla="*/ 5733569 w 11269336"/>
              <a:gd name="connsiteY111" fmla="*/ 1940505 h 2323145"/>
              <a:gd name="connsiteX112" fmla="*/ 5730329 w 11269336"/>
              <a:gd name="connsiteY112" fmla="*/ 1937845 h 2323145"/>
              <a:gd name="connsiteX113" fmla="*/ 5724661 w 11269336"/>
              <a:gd name="connsiteY113" fmla="*/ 1937455 h 2323145"/>
              <a:gd name="connsiteX114" fmla="*/ 5710186 w 11269336"/>
              <a:gd name="connsiteY114" fmla="*/ 1941370 h 2323145"/>
              <a:gd name="connsiteX115" fmla="*/ 5704910 w 11269336"/>
              <a:gd name="connsiteY115" fmla="*/ 1943663 h 2323145"/>
              <a:gd name="connsiteX116" fmla="*/ 5696836 w 11269336"/>
              <a:gd name="connsiteY116" fmla="*/ 1945271 h 2323145"/>
              <a:gd name="connsiteX117" fmla="*/ 5696583 w 11269336"/>
              <a:gd name="connsiteY117" fmla="*/ 1945050 h 2323145"/>
              <a:gd name="connsiteX118" fmla="*/ 5689123 w 11269336"/>
              <a:gd name="connsiteY118" fmla="*/ 1947067 h 2323145"/>
              <a:gd name="connsiteX119" fmla="*/ 5653291 w 11269336"/>
              <a:gd name="connsiteY119" fmla="*/ 1960245 h 2323145"/>
              <a:gd name="connsiteX120" fmla="*/ 5599385 w 11269336"/>
              <a:gd name="connsiteY120" fmla="*/ 1945198 h 2323145"/>
              <a:gd name="connsiteX121" fmla="*/ 5578300 w 11269336"/>
              <a:gd name="connsiteY121" fmla="*/ 1944963 h 2323145"/>
              <a:gd name="connsiteX122" fmla="*/ 5566758 w 11269336"/>
              <a:gd name="connsiteY122" fmla="*/ 1943441 h 2323145"/>
              <a:gd name="connsiteX123" fmla="*/ 5565857 w 11269336"/>
              <a:gd name="connsiteY123" fmla="*/ 1942445 h 2323145"/>
              <a:gd name="connsiteX124" fmla="*/ 5531534 w 11269336"/>
              <a:gd name="connsiteY124" fmla="*/ 1955208 h 2323145"/>
              <a:gd name="connsiteX125" fmla="*/ 5526552 w 11269336"/>
              <a:gd name="connsiteY125" fmla="*/ 1954799 h 2323145"/>
              <a:gd name="connsiteX126" fmla="*/ 5504723 w 11269336"/>
              <a:gd name="connsiteY126" fmla="*/ 1965811 h 2323145"/>
              <a:gd name="connsiteX127" fmla="*/ 5493156 w 11269336"/>
              <a:gd name="connsiteY127" fmla="*/ 1970063 h 2323145"/>
              <a:gd name="connsiteX128" fmla="*/ 5490486 w 11269336"/>
              <a:gd name="connsiteY128" fmla="*/ 1974227 h 2323145"/>
              <a:gd name="connsiteX129" fmla="*/ 5473107 w 11269336"/>
              <a:gd name="connsiteY129" fmla="*/ 1979001 h 2323145"/>
              <a:gd name="connsiteX130" fmla="*/ 5470885 w 11269336"/>
              <a:gd name="connsiteY130" fmla="*/ 1978432 h 2323145"/>
              <a:gd name="connsiteX131" fmla="*/ 5457393 w 11269336"/>
              <a:gd name="connsiteY131" fmla="*/ 1986525 h 2323145"/>
              <a:gd name="connsiteX132" fmla="*/ 5447102 w 11269336"/>
              <a:gd name="connsiteY132" fmla="*/ 1998329 h 2323145"/>
              <a:gd name="connsiteX133" fmla="*/ 5159151 w 11269336"/>
              <a:gd name="connsiteY133" fmla="*/ 2029640 h 2323145"/>
              <a:gd name="connsiteX134" fmla="*/ 5041688 w 11269336"/>
              <a:gd name="connsiteY134" fmla="*/ 2022334 h 2323145"/>
              <a:gd name="connsiteX135" fmla="*/ 4860988 w 11269336"/>
              <a:gd name="connsiteY135" fmla="*/ 2135698 h 2323145"/>
              <a:gd name="connsiteX136" fmla="*/ 4807902 w 11269336"/>
              <a:gd name="connsiteY136" fmla="*/ 2138894 h 2323145"/>
              <a:gd name="connsiteX137" fmla="*/ 4765388 w 11269336"/>
              <a:gd name="connsiteY137" fmla="*/ 2162525 h 2323145"/>
              <a:gd name="connsiteX138" fmla="*/ 4745033 w 11269336"/>
              <a:gd name="connsiteY138" fmla="*/ 2158859 h 2323145"/>
              <a:gd name="connsiteX139" fmla="*/ 4741475 w 11269336"/>
              <a:gd name="connsiteY139" fmla="*/ 2157998 h 2323145"/>
              <a:gd name="connsiteX140" fmla="*/ 4728247 w 11269336"/>
              <a:gd name="connsiteY140" fmla="*/ 2159526 h 2323145"/>
              <a:gd name="connsiteX141" fmla="*/ 4723263 w 11269336"/>
              <a:gd name="connsiteY141" fmla="*/ 2153742 h 2323145"/>
              <a:gd name="connsiteX142" fmla="*/ 4702453 w 11269336"/>
              <a:gd name="connsiteY142" fmla="*/ 2151586 h 2323145"/>
              <a:gd name="connsiteX143" fmla="*/ 4678455 w 11269336"/>
              <a:gd name="connsiteY143" fmla="*/ 2156131 h 2323145"/>
              <a:gd name="connsiteX144" fmla="*/ 4593061 w 11269336"/>
              <a:gd name="connsiteY144" fmla="*/ 2171597 h 2323145"/>
              <a:gd name="connsiteX145" fmla="*/ 4579902 w 11269336"/>
              <a:gd name="connsiteY145" fmla="*/ 2177927 h 2323145"/>
              <a:gd name="connsiteX146" fmla="*/ 4533444 w 11269336"/>
              <a:gd name="connsiteY146" fmla="*/ 2181200 h 2323145"/>
              <a:gd name="connsiteX147" fmla="*/ 4492832 w 11269336"/>
              <a:gd name="connsiteY147" fmla="*/ 2188033 h 2323145"/>
              <a:gd name="connsiteX148" fmla="*/ 4467257 w 11269336"/>
              <a:gd name="connsiteY148" fmla="*/ 2196121 h 2323145"/>
              <a:gd name="connsiteX149" fmla="*/ 4459937 w 11269336"/>
              <a:gd name="connsiteY149" fmla="*/ 2195182 h 2323145"/>
              <a:gd name="connsiteX150" fmla="*/ 4433312 w 11269336"/>
              <a:gd name="connsiteY150" fmla="*/ 2199004 h 2323145"/>
              <a:gd name="connsiteX151" fmla="*/ 4420601 w 11269336"/>
              <a:gd name="connsiteY151" fmla="*/ 2205158 h 2323145"/>
              <a:gd name="connsiteX152" fmla="*/ 4405765 w 11269336"/>
              <a:gd name="connsiteY152" fmla="*/ 2199902 h 2323145"/>
              <a:gd name="connsiteX153" fmla="*/ 4401354 w 11269336"/>
              <a:gd name="connsiteY153" fmla="*/ 2194745 h 2323145"/>
              <a:gd name="connsiteX154" fmla="*/ 4383151 w 11269336"/>
              <a:gd name="connsiteY154" fmla="*/ 2201140 h 2323145"/>
              <a:gd name="connsiteX155" fmla="*/ 4366646 w 11269336"/>
              <a:gd name="connsiteY155" fmla="*/ 2198564 h 2323145"/>
              <a:gd name="connsiteX156" fmla="*/ 4354009 w 11269336"/>
              <a:gd name="connsiteY156" fmla="*/ 2204984 h 2323145"/>
              <a:gd name="connsiteX157" fmla="*/ 4348284 w 11269336"/>
              <a:gd name="connsiteY157" fmla="*/ 2205270 h 2323145"/>
              <a:gd name="connsiteX158" fmla="*/ 4333906 w 11269336"/>
              <a:gd name="connsiteY158" fmla="*/ 2205251 h 2323145"/>
              <a:gd name="connsiteX159" fmla="*/ 4308819 w 11269336"/>
              <a:gd name="connsiteY159" fmla="*/ 2203822 h 2323145"/>
              <a:gd name="connsiteX160" fmla="*/ 4301210 w 11269336"/>
              <a:gd name="connsiteY160" fmla="*/ 2204456 h 2323145"/>
              <a:gd name="connsiteX161" fmla="*/ 4283095 w 11269336"/>
              <a:gd name="connsiteY161" fmla="*/ 2198177 h 2323145"/>
              <a:gd name="connsiteX162" fmla="*/ 4250119 w 11269336"/>
              <a:gd name="connsiteY162" fmla="*/ 2196342 h 2323145"/>
              <a:gd name="connsiteX163" fmla="*/ 4189203 w 11269336"/>
              <a:gd name="connsiteY163" fmla="*/ 2178994 h 2323145"/>
              <a:gd name="connsiteX164" fmla="*/ 4154035 w 11269336"/>
              <a:gd name="connsiteY164" fmla="*/ 2171950 h 2323145"/>
              <a:gd name="connsiteX165" fmla="*/ 4129569 w 11269336"/>
              <a:gd name="connsiteY165" fmla="*/ 2163850 h 2323145"/>
              <a:gd name="connsiteX166" fmla="*/ 4061250 w 11269336"/>
              <a:gd name="connsiteY166" fmla="*/ 2159236 h 2323145"/>
              <a:gd name="connsiteX167" fmla="*/ 3945480 w 11269336"/>
              <a:gd name="connsiteY167" fmla="*/ 2158279 h 2323145"/>
              <a:gd name="connsiteX168" fmla="*/ 3921468 w 11269336"/>
              <a:gd name="connsiteY168" fmla="*/ 2156588 h 2323145"/>
              <a:gd name="connsiteX169" fmla="*/ 3903348 w 11269336"/>
              <a:gd name="connsiteY169" fmla="*/ 2149220 h 2323145"/>
              <a:gd name="connsiteX170" fmla="*/ 3901342 w 11269336"/>
              <a:gd name="connsiteY170" fmla="*/ 2142355 h 2323145"/>
              <a:gd name="connsiteX171" fmla="*/ 3888539 w 11269336"/>
              <a:gd name="connsiteY171" fmla="*/ 2140476 h 2323145"/>
              <a:gd name="connsiteX172" fmla="*/ 3885662 w 11269336"/>
              <a:gd name="connsiteY172" fmla="*/ 2138740 h 2323145"/>
              <a:gd name="connsiteX173" fmla="*/ 3868627 w 11269336"/>
              <a:gd name="connsiteY173" fmla="*/ 2130023 h 2323145"/>
              <a:gd name="connsiteX174" fmla="*/ 3819177 w 11269336"/>
              <a:gd name="connsiteY174" fmla="*/ 2142111 h 2323145"/>
              <a:gd name="connsiteX175" fmla="*/ 3769100 w 11269336"/>
              <a:gd name="connsiteY175" fmla="*/ 2131731 h 2323145"/>
              <a:gd name="connsiteX176" fmla="*/ 3562752 w 11269336"/>
              <a:gd name="connsiteY176" fmla="*/ 2131785 h 2323145"/>
              <a:gd name="connsiteX177" fmla="*/ 3541402 w 11269336"/>
              <a:gd name="connsiteY177" fmla="*/ 2106821 h 2323145"/>
              <a:gd name="connsiteX178" fmla="*/ 3365341 w 11269336"/>
              <a:gd name="connsiteY178" fmla="*/ 2077638 h 2323145"/>
              <a:gd name="connsiteX179" fmla="*/ 3170922 w 11269336"/>
              <a:gd name="connsiteY179" fmla="*/ 2115957 h 2323145"/>
              <a:gd name="connsiteX180" fmla="*/ 3156256 w 11269336"/>
              <a:gd name="connsiteY180" fmla="*/ 2124773 h 2323145"/>
              <a:gd name="connsiteX181" fmla="*/ 3140298 w 11269336"/>
              <a:gd name="connsiteY181" fmla="*/ 2129182 h 2323145"/>
              <a:gd name="connsiteX182" fmla="*/ 3138514 w 11269336"/>
              <a:gd name="connsiteY182" fmla="*/ 2128069 h 2323145"/>
              <a:gd name="connsiteX183" fmla="*/ 3120467 w 11269336"/>
              <a:gd name="connsiteY183" fmla="*/ 2128281 h 2323145"/>
              <a:gd name="connsiteX184" fmla="*/ 3116175 w 11269336"/>
              <a:gd name="connsiteY184" fmla="*/ 2131633 h 2323145"/>
              <a:gd name="connsiteX185" fmla="*/ 3103685 w 11269336"/>
              <a:gd name="connsiteY185" fmla="*/ 2132814 h 2323145"/>
              <a:gd name="connsiteX186" fmla="*/ 3078794 w 11269336"/>
              <a:gd name="connsiteY186" fmla="*/ 2137935 h 2323145"/>
              <a:gd name="connsiteX187" fmla="*/ 3074407 w 11269336"/>
              <a:gd name="connsiteY187" fmla="*/ 2136274 h 2323145"/>
              <a:gd name="connsiteX188" fmla="*/ 3037285 w 11269336"/>
              <a:gd name="connsiteY188" fmla="*/ 2139919 h 2323145"/>
              <a:gd name="connsiteX189" fmla="*/ 3036901 w 11269336"/>
              <a:gd name="connsiteY189" fmla="*/ 2138726 h 2323145"/>
              <a:gd name="connsiteX190" fmla="*/ 3026996 w 11269336"/>
              <a:gd name="connsiteY190" fmla="*/ 2134322 h 2323145"/>
              <a:gd name="connsiteX191" fmla="*/ 3007772 w 11269336"/>
              <a:gd name="connsiteY191" fmla="*/ 2128742 h 2323145"/>
              <a:gd name="connsiteX192" fmla="*/ 2965030 w 11269336"/>
              <a:gd name="connsiteY192" fmla="*/ 2100494 h 2323145"/>
              <a:gd name="connsiteX193" fmla="*/ 2926342 w 11269336"/>
              <a:gd name="connsiteY193" fmla="*/ 2104155 h 2323145"/>
              <a:gd name="connsiteX194" fmla="*/ 2918608 w 11269336"/>
              <a:gd name="connsiteY194" fmla="*/ 2104215 h 2323145"/>
              <a:gd name="connsiteX195" fmla="*/ 2918475 w 11269336"/>
              <a:gd name="connsiteY195" fmla="*/ 2103937 h 2323145"/>
              <a:gd name="connsiteX196" fmla="*/ 2910360 w 11269336"/>
              <a:gd name="connsiteY196" fmla="*/ 2103444 h 2323145"/>
              <a:gd name="connsiteX197" fmla="*/ 2904507 w 11269336"/>
              <a:gd name="connsiteY197" fmla="*/ 2104326 h 2323145"/>
              <a:gd name="connsiteX198" fmla="*/ 2889503 w 11269336"/>
              <a:gd name="connsiteY198" fmla="*/ 2104443 h 2323145"/>
              <a:gd name="connsiteX199" fmla="*/ 2884480 w 11269336"/>
              <a:gd name="connsiteY199" fmla="*/ 2102626 h 2323145"/>
              <a:gd name="connsiteX200" fmla="*/ 2882689 w 11269336"/>
              <a:gd name="connsiteY200" fmla="*/ 2099228 h 2323145"/>
              <a:gd name="connsiteX201" fmla="*/ 2881291 w 11269336"/>
              <a:gd name="connsiteY201" fmla="*/ 2099618 h 2323145"/>
              <a:gd name="connsiteX202" fmla="*/ 2853979 w 11269336"/>
              <a:gd name="connsiteY202" fmla="*/ 2090388 h 2323145"/>
              <a:gd name="connsiteX203" fmla="*/ 2791790 w 11269336"/>
              <a:gd name="connsiteY203" fmla="*/ 2080332 h 2323145"/>
              <a:gd name="connsiteX204" fmla="*/ 2755844 w 11269336"/>
              <a:gd name="connsiteY204" fmla="*/ 2078874 h 2323145"/>
              <a:gd name="connsiteX205" fmla="*/ 2657742 w 11269336"/>
              <a:gd name="connsiteY205" fmla="*/ 2070179 h 2323145"/>
              <a:gd name="connsiteX206" fmla="*/ 2559549 w 11269336"/>
              <a:gd name="connsiteY206" fmla="*/ 2057873 h 2323145"/>
              <a:gd name="connsiteX207" fmla="*/ 2512054 w 11269336"/>
              <a:gd name="connsiteY207" fmla="*/ 2031671 h 2323145"/>
              <a:gd name="connsiteX208" fmla="*/ 2506437 w 11269336"/>
              <a:gd name="connsiteY208" fmla="*/ 2030918 h 2323145"/>
              <a:gd name="connsiteX209" fmla="*/ 2491752 w 11269336"/>
              <a:gd name="connsiteY209" fmla="*/ 2033906 h 2323145"/>
              <a:gd name="connsiteX210" fmla="*/ 2486338 w 11269336"/>
              <a:gd name="connsiteY210" fmla="*/ 2035862 h 2323145"/>
              <a:gd name="connsiteX211" fmla="*/ 2478186 w 11269336"/>
              <a:gd name="connsiteY211" fmla="*/ 2036953 h 2323145"/>
              <a:gd name="connsiteX212" fmla="*/ 2477950 w 11269336"/>
              <a:gd name="connsiteY212" fmla="*/ 2036715 h 2323145"/>
              <a:gd name="connsiteX213" fmla="*/ 2470381 w 11269336"/>
              <a:gd name="connsiteY213" fmla="*/ 2038256 h 2323145"/>
              <a:gd name="connsiteX214" fmla="*/ 2433781 w 11269336"/>
              <a:gd name="connsiteY214" fmla="*/ 2049140 h 2323145"/>
              <a:gd name="connsiteX215" fmla="*/ 2381172 w 11269336"/>
              <a:gd name="connsiteY215" fmla="*/ 2030645 h 2323145"/>
              <a:gd name="connsiteX216" fmla="*/ 2360198 w 11269336"/>
              <a:gd name="connsiteY216" fmla="*/ 2029059 h 2323145"/>
              <a:gd name="connsiteX217" fmla="*/ 2348815 w 11269336"/>
              <a:gd name="connsiteY217" fmla="*/ 2026798 h 2323145"/>
              <a:gd name="connsiteX218" fmla="*/ 2347988 w 11269336"/>
              <a:gd name="connsiteY218" fmla="*/ 2025745 h 2323145"/>
              <a:gd name="connsiteX219" fmla="*/ 2312920 w 11269336"/>
              <a:gd name="connsiteY219" fmla="*/ 2036311 h 2323145"/>
              <a:gd name="connsiteX220" fmla="*/ 2307986 w 11269336"/>
              <a:gd name="connsiteY220" fmla="*/ 2035583 h 2323145"/>
              <a:gd name="connsiteX221" fmla="*/ 2285481 w 11269336"/>
              <a:gd name="connsiteY221" fmla="*/ 2045197 h 2323145"/>
              <a:gd name="connsiteX222" fmla="*/ 2273666 w 11269336"/>
              <a:gd name="connsiteY222" fmla="*/ 2048710 h 2323145"/>
              <a:gd name="connsiteX223" fmla="*/ 2270719 w 11269336"/>
              <a:gd name="connsiteY223" fmla="*/ 2052702 h 2323145"/>
              <a:gd name="connsiteX224" fmla="*/ 2253080 w 11269336"/>
              <a:gd name="connsiteY224" fmla="*/ 2056363 h 2323145"/>
              <a:gd name="connsiteX225" fmla="*/ 2250906 w 11269336"/>
              <a:gd name="connsiteY225" fmla="*/ 2055654 h 2323145"/>
              <a:gd name="connsiteX226" fmla="*/ 2236905 w 11269336"/>
              <a:gd name="connsiteY226" fmla="*/ 2062882 h 2323145"/>
              <a:gd name="connsiteX227" fmla="*/ 2225830 w 11269336"/>
              <a:gd name="connsiteY227" fmla="*/ 2074027 h 2323145"/>
              <a:gd name="connsiteX228" fmla="*/ 2073776 w 11269336"/>
              <a:gd name="connsiteY228" fmla="*/ 2089244 h 2323145"/>
              <a:gd name="connsiteX229" fmla="*/ 1948256 w 11269336"/>
              <a:gd name="connsiteY229" fmla="*/ 2146616 h 2323145"/>
              <a:gd name="connsiteX230" fmla="*/ 1865582 w 11269336"/>
              <a:gd name="connsiteY230" fmla="*/ 2153738 h 2323145"/>
              <a:gd name="connsiteX231" fmla="*/ 1835210 w 11269336"/>
              <a:gd name="connsiteY231" fmla="*/ 2134244 h 2323145"/>
              <a:gd name="connsiteX232" fmla="*/ 1632661 w 11269336"/>
              <a:gd name="connsiteY232" fmla="*/ 2173882 h 2323145"/>
              <a:gd name="connsiteX233" fmla="*/ 1579590 w 11269336"/>
              <a:gd name="connsiteY233" fmla="*/ 2173680 h 2323145"/>
              <a:gd name="connsiteX234" fmla="*/ 1535601 w 11269336"/>
              <a:gd name="connsiteY234" fmla="*/ 2194590 h 2323145"/>
              <a:gd name="connsiteX235" fmla="*/ 1515594 w 11269336"/>
              <a:gd name="connsiteY235" fmla="*/ 2189622 h 2323145"/>
              <a:gd name="connsiteX236" fmla="*/ 1512113 w 11269336"/>
              <a:gd name="connsiteY236" fmla="*/ 2188534 h 2323145"/>
              <a:gd name="connsiteX237" fmla="*/ 1498838 w 11269336"/>
              <a:gd name="connsiteY237" fmla="*/ 2189213 h 2323145"/>
              <a:gd name="connsiteX238" fmla="*/ 1494279 w 11269336"/>
              <a:gd name="connsiteY238" fmla="*/ 2183112 h 2323145"/>
              <a:gd name="connsiteX239" fmla="*/ 1473714 w 11269336"/>
              <a:gd name="connsiteY239" fmla="*/ 2179625 h 2323145"/>
              <a:gd name="connsiteX240" fmla="*/ 1449503 w 11269336"/>
              <a:gd name="connsiteY240" fmla="*/ 2182633 h 2323145"/>
              <a:gd name="connsiteX241" fmla="*/ 1266687 w 11269336"/>
              <a:gd name="connsiteY241" fmla="*/ 2212688 h 2323145"/>
              <a:gd name="connsiteX242" fmla="*/ 1239614 w 11269336"/>
              <a:gd name="connsiteY242" fmla="*/ 2209727 h 2323145"/>
              <a:gd name="connsiteX243" fmla="*/ 1202436 w 11269336"/>
              <a:gd name="connsiteY243" fmla="*/ 2209817 h 2323145"/>
              <a:gd name="connsiteX244" fmla="*/ 1136097 w 11269336"/>
              <a:gd name="connsiteY244" fmla="*/ 2205112 h 2323145"/>
              <a:gd name="connsiteX245" fmla="*/ 988232 w 11269336"/>
              <a:gd name="connsiteY245" fmla="*/ 2235635 h 2323145"/>
              <a:gd name="connsiteX246" fmla="*/ 981959 w 11269336"/>
              <a:gd name="connsiteY246" fmla="*/ 2231607 h 2323145"/>
              <a:gd name="connsiteX247" fmla="*/ 938600 w 11269336"/>
              <a:gd name="connsiteY247" fmla="*/ 2238113 h 2323145"/>
              <a:gd name="connsiteX248" fmla="*/ 791788 w 11269336"/>
              <a:gd name="connsiteY248" fmla="*/ 2293224 h 2323145"/>
              <a:gd name="connsiteX249" fmla="*/ 706914 w 11269336"/>
              <a:gd name="connsiteY249" fmla="*/ 2305046 h 2323145"/>
              <a:gd name="connsiteX250" fmla="*/ 675971 w 11269336"/>
              <a:gd name="connsiteY250" fmla="*/ 2304030 h 2323145"/>
              <a:gd name="connsiteX251" fmla="*/ 624180 w 11269336"/>
              <a:gd name="connsiteY251" fmla="*/ 2302650 h 2323145"/>
              <a:gd name="connsiteX252" fmla="*/ 583453 w 11269336"/>
              <a:gd name="connsiteY252" fmla="*/ 2288788 h 2323145"/>
              <a:gd name="connsiteX253" fmla="*/ 540946 w 11269336"/>
              <a:gd name="connsiteY253" fmla="*/ 2292721 h 2323145"/>
              <a:gd name="connsiteX254" fmla="*/ 533680 w 11269336"/>
              <a:gd name="connsiteY254" fmla="*/ 2310233 h 2323145"/>
              <a:gd name="connsiteX255" fmla="*/ 487366 w 11269336"/>
              <a:gd name="connsiteY255" fmla="*/ 2309053 h 2323145"/>
              <a:gd name="connsiteX256" fmla="*/ 416820 w 11269336"/>
              <a:gd name="connsiteY256" fmla="*/ 2305443 h 2323145"/>
              <a:gd name="connsiteX257" fmla="*/ 376805 w 11269336"/>
              <a:gd name="connsiteY257" fmla="*/ 2307647 h 2323145"/>
              <a:gd name="connsiteX258" fmla="*/ 266777 w 11269336"/>
              <a:gd name="connsiteY258" fmla="*/ 2309012 h 2323145"/>
              <a:gd name="connsiteX259" fmla="*/ 156013 w 11269336"/>
              <a:gd name="connsiteY259" fmla="*/ 2306832 h 2323145"/>
              <a:gd name="connsiteX260" fmla="*/ 87258 w 11269336"/>
              <a:gd name="connsiteY260" fmla="*/ 2285511 h 2323145"/>
              <a:gd name="connsiteX261" fmla="*/ 23798 w 11269336"/>
              <a:gd name="connsiteY261" fmla="*/ 2281822 h 2323145"/>
              <a:gd name="connsiteX262" fmla="*/ 0 w 11269336"/>
              <a:gd name="connsiteY262" fmla="*/ 2285369 h 2323145"/>
              <a:gd name="connsiteX263" fmla="*/ 0 w 11269336"/>
              <a:gd name="connsiteY263"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380600 w 11269336"/>
              <a:gd name="connsiteY19" fmla="*/ 549821 h 2323145"/>
              <a:gd name="connsiteX20" fmla="*/ 9162278 w 11269336"/>
              <a:gd name="connsiteY20" fmla="*/ 704724 h 2323145"/>
              <a:gd name="connsiteX21" fmla="*/ 9062863 w 11269336"/>
              <a:gd name="connsiteY21" fmla="*/ 754656 h 2323145"/>
              <a:gd name="connsiteX22" fmla="*/ 8914746 w 11269336"/>
              <a:gd name="connsiteY22" fmla="*/ 826428 h 2323145"/>
              <a:gd name="connsiteX23" fmla="*/ 8917778 w 11269336"/>
              <a:gd name="connsiteY23" fmla="*/ 835198 h 2323145"/>
              <a:gd name="connsiteX24" fmla="*/ 8905560 w 11269336"/>
              <a:gd name="connsiteY24" fmla="*/ 838358 h 2323145"/>
              <a:gd name="connsiteX25" fmla="*/ 8897564 w 11269336"/>
              <a:gd name="connsiteY25" fmla="*/ 834287 h 2323145"/>
              <a:gd name="connsiteX26" fmla="*/ 8878040 w 11269336"/>
              <a:gd name="connsiteY26" fmla="*/ 844150 h 2323145"/>
              <a:gd name="connsiteX27" fmla="*/ 8795998 w 11269336"/>
              <a:gd name="connsiteY27" fmla="*/ 863337 h 2323145"/>
              <a:gd name="connsiteX28" fmla="*/ 8776970 w 11269336"/>
              <a:gd name="connsiteY28" fmla="*/ 885177 h 2323145"/>
              <a:gd name="connsiteX29" fmla="*/ 8755719 w 11269336"/>
              <a:gd name="connsiteY29" fmla="*/ 889754 h 2323145"/>
              <a:gd name="connsiteX30" fmla="*/ 8743257 w 11269336"/>
              <a:gd name="connsiteY30" fmla="*/ 904723 h 2323145"/>
              <a:gd name="connsiteX31" fmla="*/ 8721366 w 11269336"/>
              <a:gd name="connsiteY31" fmla="*/ 904711 h 2323145"/>
              <a:gd name="connsiteX32" fmla="*/ 8678353 w 11269336"/>
              <a:gd name="connsiteY32" fmla="*/ 926318 h 2323145"/>
              <a:gd name="connsiteX33" fmla="*/ 8636849 w 11269336"/>
              <a:gd name="connsiteY33" fmla="*/ 937900 h 2323145"/>
              <a:gd name="connsiteX34" fmla="*/ 8620213 w 11269336"/>
              <a:gd name="connsiteY34" fmla="*/ 943068 h 2323145"/>
              <a:gd name="connsiteX35" fmla="*/ 8612581 w 11269336"/>
              <a:gd name="connsiteY35" fmla="*/ 952695 h 2323145"/>
              <a:gd name="connsiteX36" fmla="*/ 8589038 w 11269336"/>
              <a:gd name="connsiteY36" fmla="*/ 963892 h 2323145"/>
              <a:gd name="connsiteX37" fmla="*/ 8579950 w 11269336"/>
              <a:gd name="connsiteY37" fmla="*/ 960899 h 2323145"/>
              <a:gd name="connsiteX38" fmla="*/ 8579319 w 11269336"/>
              <a:gd name="connsiteY38" fmla="*/ 965630 h 2323145"/>
              <a:gd name="connsiteX39" fmla="*/ 8547429 w 11269336"/>
              <a:gd name="connsiteY39" fmla="*/ 984506 h 2323145"/>
              <a:gd name="connsiteX40" fmla="*/ 8478704 w 11269336"/>
              <a:gd name="connsiteY40" fmla="*/ 1025490 h 2323145"/>
              <a:gd name="connsiteX41" fmla="*/ 8461421 w 11269336"/>
              <a:gd name="connsiteY41" fmla="*/ 1035512 h 2323145"/>
              <a:gd name="connsiteX42" fmla="*/ 8445003 w 11269336"/>
              <a:gd name="connsiteY42" fmla="*/ 1036851 h 2323145"/>
              <a:gd name="connsiteX43" fmla="*/ 8357350 w 11269336"/>
              <a:gd name="connsiteY43" fmla="*/ 1060213 h 2323145"/>
              <a:gd name="connsiteX44" fmla="*/ 8335565 w 11269336"/>
              <a:gd name="connsiteY44" fmla="*/ 1061151 h 2323145"/>
              <a:gd name="connsiteX45" fmla="*/ 8325267 w 11269336"/>
              <a:gd name="connsiteY45" fmla="*/ 1055919 h 2323145"/>
              <a:gd name="connsiteX46" fmla="*/ 8293586 w 11269336"/>
              <a:gd name="connsiteY46" fmla="*/ 1076144 h 2323145"/>
              <a:gd name="connsiteX47" fmla="*/ 8242405 w 11269336"/>
              <a:gd name="connsiteY47" fmla="*/ 1095960 h 2323145"/>
              <a:gd name="connsiteX48" fmla="*/ 8197391 w 11269336"/>
              <a:gd name="connsiteY48" fmla="*/ 1107746 h 2323145"/>
              <a:gd name="connsiteX49" fmla="*/ 8081474 w 11269336"/>
              <a:gd name="connsiteY49" fmla="*/ 1130125 h 2323145"/>
              <a:gd name="connsiteX50" fmla="*/ 8053585 w 11269336"/>
              <a:gd name="connsiteY50" fmla="*/ 1129169 h 2323145"/>
              <a:gd name="connsiteX51" fmla="*/ 8038422 w 11269336"/>
              <a:gd name="connsiteY51" fmla="*/ 1119092 h 2323145"/>
              <a:gd name="connsiteX52" fmla="*/ 8029450 w 11269336"/>
              <a:gd name="connsiteY52" fmla="*/ 1125592 h 2323145"/>
              <a:gd name="connsiteX53" fmla="*/ 7959552 w 11269336"/>
              <a:gd name="connsiteY53" fmla="*/ 1140188 h 2323145"/>
              <a:gd name="connsiteX54" fmla="*/ 7914188 w 11269336"/>
              <a:gd name="connsiteY54" fmla="*/ 1150862 h 2323145"/>
              <a:gd name="connsiteX55" fmla="*/ 7914918 w 11269336"/>
              <a:gd name="connsiteY55" fmla="*/ 1168758 h 2323145"/>
              <a:gd name="connsiteX56" fmla="*/ 7875510 w 11269336"/>
              <a:gd name="connsiteY56" fmla="*/ 1183153 h 2323145"/>
              <a:gd name="connsiteX57" fmla="*/ 7829932 w 11269336"/>
              <a:gd name="connsiteY57" fmla="*/ 1180782 h 2323145"/>
              <a:gd name="connsiteX58" fmla="*/ 7779182 w 11269336"/>
              <a:gd name="connsiteY58" fmla="*/ 1192665 h 2323145"/>
              <a:gd name="connsiteX59" fmla="*/ 7748774 w 11269336"/>
              <a:gd name="connsiteY59" fmla="*/ 1199586 h 2323145"/>
              <a:gd name="connsiteX60" fmla="*/ 7671846 w 11269336"/>
              <a:gd name="connsiteY60" fmla="*/ 1231966 h 2323145"/>
              <a:gd name="connsiteX61" fmla="*/ 7554146 w 11269336"/>
              <a:gd name="connsiteY61" fmla="*/ 1319748 h 2323145"/>
              <a:gd name="connsiteX62" fmla="*/ 7515052 w 11269336"/>
              <a:gd name="connsiteY62" fmla="*/ 1336718 h 2323145"/>
              <a:gd name="connsiteX63" fmla="*/ 7507193 w 11269336"/>
              <a:gd name="connsiteY63" fmla="*/ 1334617 h 2323145"/>
              <a:gd name="connsiteX64" fmla="*/ 7461694 w 11269336"/>
              <a:gd name="connsiteY64" fmla="*/ 1375866 h 2323145"/>
              <a:gd name="connsiteX65" fmla="*/ 7377571 w 11269336"/>
              <a:gd name="connsiteY65" fmla="*/ 1400128 h 2323145"/>
              <a:gd name="connsiteX66" fmla="*/ 7311261 w 11269336"/>
              <a:gd name="connsiteY66" fmla="*/ 1412652 h 2323145"/>
              <a:gd name="connsiteX67" fmla="*/ 7275307 w 11269336"/>
              <a:gd name="connsiteY67" fmla="*/ 1422171 h 2323145"/>
              <a:gd name="connsiteX68" fmla="*/ 7247783 w 11269336"/>
              <a:gd name="connsiteY68" fmla="*/ 1426330 h 2323145"/>
              <a:gd name="connsiteX69" fmla="*/ 7185047 w 11269336"/>
              <a:gd name="connsiteY69" fmla="*/ 1451812 h 2323145"/>
              <a:gd name="connsiteX70" fmla="*/ 7084117 w 11269336"/>
              <a:gd name="connsiteY70" fmla="*/ 1500281 h 2323145"/>
              <a:gd name="connsiteX71" fmla="*/ 7062011 w 11269336"/>
              <a:gd name="connsiteY71" fmla="*/ 1509183 h 2323145"/>
              <a:gd name="connsiteX72" fmla="*/ 7040555 w 11269336"/>
              <a:gd name="connsiteY72" fmla="*/ 1511207 h 2323145"/>
              <a:gd name="connsiteX73" fmla="*/ 7033438 w 11269336"/>
              <a:gd name="connsiteY73" fmla="*/ 1506772 h 2323145"/>
              <a:gd name="connsiteX74" fmla="*/ 7020886 w 11269336"/>
              <a:gd name="connsiteY74" fmla="*/ 1510764 h 2323145"/>
              <a:gd name="connsiteX75" fmla="*/ 7017033 w 11269336"/>
              <a:gd name="connsiteY75" fmla="*/ 1510650 h 2323145"/>
              <a:gd name="connsiteX76" fmla="*/ 6995460 w 11269336"/>
              <a:gd name="connsiteY76" fmla="*/ 1511173 h 2323145"/>
              <a:gd name="connsiteX77" fmla="*/ 6962144 w 11269336"/>
              <a:gd name="connsiteY77" fmla="*/ 1541508 h 2323145"/>
              <a:gd name="connsiteX78" fmla="*/ 6910674 w 11269336"/>
              <a:gd name="connsiteY78" fmla="*/ 1554793 h 2323145"/>
              <a:gd name="connsiteX79" fmla="*/ 6732152 w 11269336"/>
              <a:gd name="connsiteY79" fmla="*/ 1642538 h 2323145"/>
              <a:gd name="connsiteX80" fmla="*/ 6694106 w 11269336"/>
              <a:gd name="connsiteY80" fmla="*/ 1632377 h 2323145"/>
              <a:gd name="connsiteX81" fmla="*/ 6617223 w 11269336"/>
              <a:gd name="connsiteY81" fmla="*/ 1659889 h 2323145"/>
              <a:gd name="connsiteX82" fmla="*/ 6521138 w 11269336"/>
              <a:gd name="connsiteY82" fmla="*/ 1744340 h 2323145"/>
              <a:gd name="connsiteX83" fmla="*/ 6380677 w 11269336"/>
              <a:gd name="connsiteY83" fmla="*/ 1796883 h 2323145"/>
              <a:gd name="connsiteX84" fmla="*/ 6374897 w 11269336"/>
              <a:gd name="connsiteY84" fmla="*/ 1809910 h 2323145"/>
              <a:gd name="connsiteX85" fmla="*/ 6364545 w 11269336"/>
              <a:gd name="connsiteY85" fmla="*/ 1820090 h 2323145"/>
              <a:gd name="connsiteX86" fmla="*/ 6362126 w 11269336"/>
              <a:gd name="connsiteY86" fmla="*/ 1819991 h 2323145"/>
              <a:gd name="connsiteX87" fmla="*/ 6346673 w 11269336"/>
              <a:gd name="connsiteY87" fmla="*/ 1827824 h 2323145"/>
              <a:gd name="connsiteX88" fmla="*/ 6345588 w 11269336"/>
              <a:gd name="connsiteY88" fmla="*/ 1832232 h 2323145"/>
              <a:gd name="connsiteX89" fmla="*/ 6335708 w 11269336"/>
              <a:gd name="connsiteY89" fmla="*/ 1838451 h 2323145"/>
              <a:gd name="connsiteX90" fmla="*/ 6318182 w 11269336"/>
              <a:gd name="connsiteY90" fmla="*/ 1852975 h 2323145"/>
              <a:gd name="connsiteX91" fmla="*/ 6313084 w 11269336"/>
              <a:gd name="connsiteY91" fmla="*/ 1853561 h 2323145"/>
              <a:gd name="connsiteX92" fmla="*/ 6283816 w 11269336"/>
              <a:gd name="connsiteY92" fmla="*/ 1872148 h 2323145"/>
              <a:gd name="connsiteX93" fmla="*/ 6282550 w 11269336"/>
              <a:gd name="connsiteY93" fmla="*/ 1871392 h 2323145"/>
              <a:gd name="connsiteX94" fmla="*/ 6270527 w 11269336"/>
              <a:gd name="connsiteY94" fmla="*/ 1872208 h 2323145"/>
              <a:gd name="connsiteX95" fmla="*/ 6249518 w 11269336"/>
              <a:gd name="connsiteY95" fmla="*/ 1876079 h 2323145"/>
              <a:gd name="connsiteX96" fmla="*/ 6190386 w 11269336"/>
              <a:gd name="connsiteY96" fmla="*/ 1872478 h 2323145"/>
              <a:gd name="connsiteX97" fmla="*/ 6159777 w 11269336"/>
              <a:gd name="connsiteY97" fmla="*/ 1891745 h 2323145"/>
              <a:gd name="connsiteX98" fmla="*/ 6153131 w 11269336"/>
              <a:gd name="connsiteY98" fmla="*/ 1895079 h 2323145"/>
              <a:gd name="connsiteX99" fmla="*/ 6152798 w 11269336"/>
              <a:gd name="connsiteY99" fmla="*/ 1894920 h 2323145"/>
              <a:gd name="connsiteX100" fmla="*/ 6145388 w 11269336"/>
              <a:gd name="connsiteY100" fmla="*/ 1897990 h 2323145"/>
              <a:gd name="connsiteX101" fmla="*/ 6141014 w 11269336"/>
              <a:gd name="connsiteY101" fmla="*/ 1901155 h 2323145"/>
              <a:gd name="connsiteX102" fmla="*/ 6128122 w 11269336"/>
              <a:gd name="connsiteY102" fmla="*/ 1907623 h 2323145"/>
              <a:gd name="connsiteX103" fmla="*/ 6122351 w 11269336"/>
              <a:gd name="connsiteY103" fmla="*/ 1908359 h 2323145"/>
              <a:gd name="connsiteX104" fmla="*/ 6064750 w 11269336"/>
              <a:gd name="connsiteY104" fmla="*/ 1896394 h 2323145"/>
              <a:gd name="connsiteX105" fmla="*/ 5964230 w 11269336"/>
              <a:gd name="connsiteY105" fmla="*/ 1910038 h 2323145"/>
              <a:gd name="connsiteX106" fmla="*/ 5865399 w 11269336"/>
              <a:gd name="connsiteY106" fmla="*/ 1926966 h 2323145"/>
              <a:gd name="connsiteX107" fmla="*/ 5829951 w 11269336"/>
              <a:gd name="connsiteY107" fmla="*/ 1934755 h 2323145"/>
              <a:gd name="connsiteX108" fmla="*/ 5765285 w 11269336"/>
              <a:gd name="connsiteY108" fmla="*/ 1941322 h 2323145"/>
              <a:gd name="connsiteX109" fmla="*/ 5734750 w 11269336"/>
              <a:gd name="connsiteY109" fmla="*/ 1939793 h 2323145"/>
              <a:gd name="connsiteX110" fmla="*/ 5733569 w 11269336"/>
              <a:gd name="connsiteY110" fmla="*/ 1940505 h 2323145"/>
              <a:gd name="connsiteX111" fmla="*/ 5730329 w 11269336"/>
              <a:gd name="connsiteY111" fmla="*/ 1937845 h 2323145"/>
              <a:gd name="connsiteX112" fmla="*/ 5724661 w 11269336"/>
              <a:gd name="connsiteY112" fmla="*/ 1937455 h 2323145"/>
              <a:gd name="connsiteX113" fmla="*/ 5710186 w 11269336"/>
              <a:gd name="connsiteY113" fmla="*/ 1941370 h 2323145"/>
              <a:gd name="connsiteX114" fmla="*/ 5704910 w 11269336"/>
              <a:gd name="connsiteY114" fmla="*/ 1943663 h 2323145"/>
              <a:gd name="connsiteX115" fmla="*/ 5696836 w 11269336"/>
              <a:gd name="connsiteY115" fmla="*/ 1945271 h 2323145"/>
              <a:gd name="connsiteX116" fmla="*/ 5696583 w 11269336"/>
              <a:gd name="connsiteY116" fmla="*/ 1945050 h 2323145"/>
              <a:gd name="connsiteX117" fmla="*/ 5689123 w 11269336"/>
              <a:gd name="connsiteY117" fmla="*/ 1947067 h 2323145"/>
              <a:gd name="connsiteX118" fmla="*/ 5653291 w 11269336"/>
              <a:gd name="connsiteY118" fmla="*/ 1960245 h 2323145"/>
              <a:gd name="connsiteX119" fmla="*/ 5599385 w 11269336"/>
              <a:gd name="connsiteY119" fmla="*/ 1945198 h 2323145"/>
              <a:gd name="connsiteX120" fmla="*/ 5578300 w 11269336"/>
              <a:gd name="connsiteY120" fmla="*/ 1944963 h 2323145"/>
              <a:gd name="connsiteX121" fmla="*/ 5566758 w 11269336"/>
              <a:gd name="connsiteY121" fmla="*/ 1943441 h 2323145"/>
              <a:gd name="connsiteX122" fmla="*/ 5565857 w 11269336"/>
              <a:gd name="connsiteY122" fmla="*/ 1942445 h 2323145"/>
              <a:gd name="connsiteX123" fmla="*/ 5531534 w 11269336"/>
              <a:gd name="connsiteY123" fmla="*/ 1955208 h 2323145"/>
              <a:gd name="connsiteX124" fmla="*/ 5526552 w 11269336"/>
              <a:gd name="connsiteY124" fmla="*/ 1954799 h 2323145"/>
              <a:gd name="connsiteX125" fmla="*/ 5504723 w 11269336"/>
              <a:gd name="connsiteY125" fmla="*/ 1965811 h 2323145"/>
              <a:gd name="connsiteX126" fmla="*/ 5493156 w 11269336"/>
              <a:gd name="connsiteY126" fmla="*/ 1970063 h 2323145"/>
              <a:gd name="connsiteX127" fmla="*/ 5490486 w 11269336"/>
              <a:gd name="connsiteY127" fmla="*/ 1974227 h 2323145"/>
              <a:gd name="connsiteX128" fmla="*/ 5473107 w 11269336"/>
              <a:gd name="connsiteY128" fmla="*/ 1979001 h 2323145"/>
              <a:gd name="connsiteX129" fmla="*/ 5470885 w 11269336"/>
              <a:gd name="connsiteY129" fmla="*/ 1978432 h 2323145"/>
              <a:gd name="connsiteX130" fmla="*/ 5457393 w 11269336"/>
              <a:gd name="connsiteY130" fmla="*/ 1986525 h 2323145"/>
              <a:gd name="connsiteX131" fmla="*/ 5447102 w 11269336"/>
              <a:gd name="connsiteY131" fmla="*/ 1998329 h 2323145"/>
              <a:gd name="connsiteX132" fmla="*/ 5159151 w 11269336"/>
              <a:gd name="connsiteY132" fmla="*/ 2029640 h 2323145"/>
              <a:gd name="connsiteX133" fmla="*/ 5041688 w 11269336"/>
              <a:gd name="connsiteY133" fmla="*/ 2022334 h 2323145"/>
              <a:gd name="connsiteX134" fmla="*/ 4860988 w 11269336"/>
              <a:gd name="connsiteY134" fmla="*/ 2135698 h 2323145"/>
              <a:gd name="connsiteX135" fmla="*/ 4807902 w 11269336"/>
              <a:gd name="connsiteY135" fmla="*/ 2138894 h 2323145"/>
              <a:gd name="connsiteX136" fmla="*/ 4765388 w 11269336"/>
              <a:gd name="connsiteY136" fmla="*/ 2162525 h 2323145"/>
              <a:gd name="connsiteX137" fmla="*/ 4745033 w 11269336"/>
              <a:gd name="connsiteY137" fmla="*/ 2158859 h 2323145"/>
              <a:gd name="connsiteX138" fmla="*/ 4741475 w 11269336"/>
              <a:gd name="connsiteY138" fmla="*/ 2157998 h 2323145"/>
              <a:gd name="connsiteX139" fmla="*/ 4728247 w 11269336"/>
              <a:gd name="connsiteY139" fmla="*/ 2159526 h 2323145"/>
              <a:gd name="connsiteX140" fmla="*/ 4723263 w 11269336"/>
              <a:gd name="connsiteY140" fmla="*/ 2153742 h 2323145"/>
              <a:gd name="connsiteX141" fmla="*/ 4702453 w 11269336"/>
              <a:gd name="connsiteY141" fmla="*/ 2151586 h 2323145"/>
              <a:gd name="connsiteX142" fmla="*/ 4678455 w 11269336"/>
              <a:gd name="connsiteY142" fmla="*/ 2156131 h 2323145"/>
              <a:gd name="connsiteX143" fmla="*/ 4593061 w 11269336"/>
              <a:gd name="connsiteY143" fmla="*/ 2171597 h 2323145"/>
              <a:gd name="connsiteX144" fmla="*/ 4579902 w 11269336"/>
              <a:gd name="connsiteY144" fmla="*/ 2177927 h 2323145"/>
              <a:gd name="connsiteX145" fmla="*/ 4533444 w 11269336"/>
              <a:gd name="connsiteY145" fmla="*/ 2181200 h 2323145"/>
              <a:gd name="connsiteX146" fmla="*/ 4492832 w 11269336"/>
              <a:gd name="connsiteY146" fmla="*/ 2188033 h 2323145"/>
              <a:gd name="connsiteX147" fmla="*/ 4467257 w 11269336"/>
              <a:gd name="connsiteY147" fmla="*/ 2196121 h 2323145"/>
              <a:gd name="connsiteX148" fmla="*/ 4459937 w 11269336"/>
              <a:gd name="connsiteY148" fmla="*/ 2195182 h 2323145"/>
              <a:gd name="connsiteX149" fmla="*/ 4433312 w 11269336"/>
              <a:gd name="connsiteY149" fmla="*/ 2199004 h 2323145"/>
              <a:gd name="connsiteX150" fmla="*/ 4420601 w 11269336"/>
              <a:gd name="connsiteY150" fmla="*/ 2205158 h 2323145"/>
              <a:gd name="connsiteX151" fmla="*/ 4405765 w 11269336"/>
              <a:gd name="connsiteY151" fmla="*/ 2199902 h 2323145"/>
              <a:gd name="connsiteX152" fmla="*/ 4401354 w 11269336"/>
              <a:gd name="connsiteY152" fmla="*/ 2194745 h 2323145"/>
              <a:gd name="connsiteX153" fmla="*/ 4383151 w 11269336"/>
              <a:gd name="connsiteY153" fmla="*/ 2201140 h 2323145"/>
              <a:gd name="connsiteX154" fmla="*/ 4366646 w 11269336"/>
              <a:gd name="connsiteY154" fmla="*/ 2198564 h 2323145"/>
              <a:gd name="connsiteX155" fmla="*/ 4354009 w 11269336"/>
              <a:gd name="connsiteY155" fmla="*/ 2204984 h 2323145"/>
              <a:gd name="connsiteX156" fmla="*/ 4348284 w 11269336"/>
              <a:gd name="connsiteY156" fmla="*/ 2205270 h 2323145"/>
              <a:gd name="connsiteX157" fmla="*/ 4333906 w 11269336"/>
              <a:gd name="connsiteY157" fmla="*/ 2205251 h 2323145"/>
              <a:gd name="connsiteX158" fmla="*/ 4308819 w 11269336"/>
              <a:gd name="connsiteY158" fmla="*/ 2203822 h 2323145"/>
              <a:gd name="connsiteX159" fmla="*/ 4301210 w 11269336"/>
              <a:gd name="connsiteY159" fmla="*/ 2204456 h 2323145"/>
              <a:gd name="connsiteX160" fmla="*/ 4283095 w 11269336"/>
              <a:gd name="connsiteY160" fmla="*/ 2198177 h 2323145"/>
              <a:gd name="connsiteX161" fmla="*/ 4250119 w 11269336"/>
              <a:gd name="connsiteY161" fmla="*/ 2196342 h 2323145"/>
              <a:gd name="connsiteX162" fmla="*/ 4189203 w 11269336"/>
              <a:gd name="connsiteY162" fmla="*/ 2178994 h 2323145"/>
              <a:gd name="connsiteX163" fmla="*/ 4154035 w 11269336"/>
              <a:gd name="connsiteY163" fmla="*/ 2171950 h 2323145"/>
              <a:gd name="connsiteX164" fmla="*/ 4129569 w 11269336"/>
              <a:gd name="connsiteY164" fmla="*/ 2163850 h 2323145"/>
              <a:gd name="connsiteX165" fmla="*/ 4061250 w 11269336"/>
              <a:gd name="connsiteY165" fmla="*/ 2159236 h 2323145"/>
              <a:gd name="connsiteX166" fmla="*/ 3945480 w 11269336"/>
              <a:gd name="connsiteY166" fmla="*/ 2158279 h 2323145"/>
              <a:gd name="connsiteX167" fmla="*/ 3921468 w 11269336"/>
              <a:gd name="connsiteY167" fmla="*/ 2156588 h 2323145"/>
              <a:gd name="connsiteX168" fmla="*/ 3903348 w 11269336"/>
              <a:gd name="connsiteY168" fmla="*/ 2149220 h 2323145"/>
              <a:gd name="connsiteX169" fmla="*/ 3901342 w 11269336"/>
              <a:gd name="connsiteY169" fmla="*/ 2142355 h 2323145"/>
              <a:gd name="connsiteX170" fmla="*/ 3888539 w 11269336"/>
              <a:gd name="connsiteY170" fmla="*/ 2140476 h 2323145"/>
              <a:gd name="connsiteX171" fmla="*/ 3885662 w 11269336"/>
              <a:gd name="connsiteY171" fmla="*/ 2138740 h 2323145"/>
              <a:gd name="connsiteX172" fmla="*/ 3868627 w 11269336"/>
              <a:gd name="connsiteY172" fmla="*/ 2130023 h 2323145"/>
              <a:gd name="connsiteX173" fmla="*/ 3819177 w 11269336"/>
              <a:gd name="connsiteY173" fmla="*/ 2142111 h 2323145"/>
              <a:gd name="connsiteX174" fmla="*/ 3769100 w 11269336"/>
              <a:gd name="connsiteY174" fmla="*/ 2131731 h 2323145"/>
              <a:gd name="connsiteX175" fmla="*/ 3562752 w 11269336"/>
              <a:gd name="connsiteY175" fmla="*/ 2131785 h 2323145"/>
              <a:gd name="connsiteX176" fmla="*/ 3541402 w 11269336"/>
              <a:gd name="connsiteY176" fmla="*/ 2106821 h 2323145"/>
              <a:gd name="connsiteX177" fmla="*/ 3365341 w 11269336"/>
              <a:gd name="connsiteY177" fmla="*/ 2077638 h 2323145"/>
              <a:gd name="connsiteX178" fmla="*/ 3170922 w 11269336"/>
              <a:gd name="connsiteY178" fmla="*/ 2115957 h 2323145"/>
              <a:gd name="connsiteX179" fmla="*/ 3156256 w 11269336"/>
              <a:gd name="connsiteY179" fmla="*/ 2124773 h 2323145"/>
              <a:gd name="connsiteX180" fmla="*/ 3140298 w 11269336"/>
              <a:gd name="connsiteY180" fmla="*/ 2129182 h 2323145"/>
              <a:gd name="connsiteX181" fmla="*/ 3138514 w 11269336"/>
              <a:gd name="connsiteY181" fmla="*/ 2128069 h 2323145"/>
              <a:gd name="connsiteX182" fmla="*/ 3120467 w 11269336"/>
              <a:gd name="connsiteY182" fmla="*/ 2128281 h 2323145"/>
              <a:gd name="connsiteX183" fmla="*/ 3116175 w 11269336"/>
              <a:gd name="connsiteY183" fmla="*/ 2131633 h 2323145"/>
              <a:gd name="connsiteX184" fmla="*/ 3103685 w 11269336"/>
              <a:gd name="connsiteY184" fmla="*/ 2132814 h 2323145"/>
              <a:gd name="connsiteX185" fmla="*/ 3078794 w 11269336"/>
              <a:gd name="connsiteY185" fmla="*/ 2137935 h 2323145"/>
              <a:gd name="connsiteX186" fmla="*/ 3074407 w 11269336"/>
              <a:gd name="connsiteY186" fmla="*/ 2136274 h 2323145"/>
              <a:gd name="connsiteX187" fmla="*/ 3037285 w 11269336"/>
              <a:gd name="connsiteY187" fmla="*/ 2139919 h 2323145"/>
              <a:gd name="connsiteX188" fmla="*/ 3036901 w 11269336"/>
              <a:gd name="connsiteY188" fmla="*/ 2138726 h 2323145"/>
              <a:gd name="connsiteX189" fmla="*/ 3026996 w 11269336"/>
              <a:gd name="connsiteY189" fmla="*/ 2134322 h 2323145"/>
              <a:gd name="connsiteX190" fmla="*/ 3007772 w 11269336"/>
              <a:gd name="connsiteY190" fmla="*/ 2128742 h 2323145"/>
              <a:gd name="connsiteX191" fmla="*/ 2965030 w 11269336"/>
              <a:gd name="connsiteY191" fmla="*/ 2100494 h 2323145"/>
              <a:gd name="connsiteX192" fmla="*/ 2926342 w 11269336"/>
              <a:gd name="connsiteY192" fmla="*/ 2104155 h 2323145"/>
              <a:gd name="connsiteX193" fmla="*/ 2918608 w 11269336"/>
              <a:gd name="connsiteY193" fmla="*/ 2104215 h 2323145"/>
              <a:gd name="connsiteX194" fmla="*/ 2918475 w 11269336"/>
              <a:gd name="connsiteY194" fmla="*/ 2103937 h 2323145"/>
              <a:gd name="connsiteX195" fmla="*/ 2910360 w 11269336"/>
              <a:gd name="connsiteY195" fmla="*/ 2103444 h 2323145"/>
              <a:gd name="connsiteX196" fmla="*/ 2904507 w 11269336"/>
              <a:gd name="connsiteY196" fmla="*/ 2104326 h 2323145"/>
              <a:gd name="connsiteX197" fmla="*/ 2889503 w 11269336"/>
              <a:gd name="connsiteY197" fmla="*/ 2104443 h 2323145"/>
              <a:gd name="connsiteX198" fmla="*/ 2884480 w 11269336"/>
              <a:gd name="connsiteY198" fmla="*/ 2102626 h 2323145"/>
              <a:gd name="connsiteX199" fmla="*/ 2882689 w 11269336"/>
              <a:gd name="connsiteY199" fmla="*/ 2099228 h 2323145"/>
              <a:gd name="connsiteX200" fmla="*/ 2881291 w 11269336"/>
              <a:gd name="connsiteY200" fmla="*/ 2099618 h 2323145"/>
              <a:gd name="connsiteX201" fmla="*/ 2853979 w 11269336"/>
              <a:gd name="connsiteY201" fmla="*/ 2090388 h 2323145"/>
              <a:gd name="connsiteX202" fmla="*/ 2791790 w 11269336"/>
              <a:gd name="connsiteY202" fmla="*/ 2080332 h 2323145"/>
              <a:gd name="connsiteX203" fmla="*/ 2755844 w 11269336"/>
              <a:gd name="connsiteY203" fmla="*/ 2078874 h 2323145"/>
              <a:gd name="connsiteX204" fmla="*/ 2657742 w 11269336"/>
              <a:gd name="connsiteY204" fmla="*/ 2070179 h 2323145"/>
              <a:gd name="connsiteX205" fmla="*/ 2559549 w 11269336"/>
              <a:gd name="connsiteY205" fmla="*/ 2057873 h 2323145"/>
              <a:gd name="connsiteX206" fmla="*/ 2512054 w 11269336"/>
              <a:gd name="connsiteY206" fmla="*/ 2031671 h 2323145"/>
              <a:gd name="connsiteX207" fmla="*/ 2506437 w 11269336"/>
              <a:gd name="connsiteY207" fmla="*/ 2030918 h 2323145"/>
              <a:gd name="connsiteX208" fmla="*/ 2491752 w 11269336"/>
              <a:gd name="connsiteY208" fmla="*/ 2033906 h 2323145"/>
              <a:gd name="connsiteX209" fmla="*/ 2486338 w 11269336"/>
              <a:gd name="connsiteY209" fmla="*/ 2035862 h 2323145"/>
              <a:gd name="connsiteX210" fmla="*/ 2478186 w 11269336"/>
              <a:gd name="connsiteY210" fmla="*/ 2036953 h 2323145"/>
              <a:gd name="connsiteX211" fmla="*/ 2477950 w 11269336"/>
              <a:gd name="connsiteY211" fmla="*/ 2036715 h 2323145"/>
              <a:gd name="connsiteX212" fmla="*/ 2470381 w 11269336"/>
              <a:gd name="connsiteY212" fmla="*/ 2038256 h 2323145"/>
              <a:gd name="connsiteX213" fmla="*/ 2433781 w 11269336"/>
              <a:gd name="connsiteY213" fmla="*/ 2049140 h 2323145"/>
              <a:gd name="connsiteX214" fmla="*/ 2381172 w 11269336"/>
              <a:gd name="connsiteY214" fmla="*/ 2030645 h 2323145"/>
              <a:gd name="connsiteX215" fmla="*/ 2360198 w 11269336"/>
              <a:gd name="connsiteY215" fmla="*/ 2029059 h 2323145"/>
              <a:gd name="connsiteX216" fmla="*/ 2348815 w 11269336"/>
              <a:gd name="connsiteY216" fmla="*/ 2026798 h 2323145"/>
              <a:gd name="connsiteX217" fmla="*/ 2347988 w 11269336"/>
              <a:gd name="connsiteY217" fmla="*/ 2025745 h 2323145"/>
              <a:gd name="connsiteX218" fmla="*/ 2312920 w 11269336"/>
              <a:gd name="connsiteY218" fmla="*/ 2036311 h 2323145"/>
              <a:gd name="connsiteX219" fmla="*/ 2307986 w 11269336"/>
              <a:gd name="connsiteY219" fmla="*/ 2035583 h 2323145"/>
              <a:gd name="connsiteX220" fmla="*/ 2285481 w 11269336"/>
              <a:gd name="connsiteY220" fmla="*/ 2045197 h 2323145"/>
              <a:gd name="connsiteX221" fmla="*/ 2273666 w 11269336"/>
              <a:gd name="connsiteY221" fmla="*/ 2048710 h 2323145"/>
              <a:gd name="connsiteX222" fmla="*/ 2270719 w 11269336"/>
              <a:gd name="connsiteY222" fmla="*/ 2052702 h 2323145"/>
              <a:gd name="connsiteX223" fmla="*/ 2253080 w 11269336"/>
              <a:gd name="connsiteY223" fmla="*/ 2056363 h 2323145"/>
              <a:gd name="connsiteX224" fmla="*/ 2250906 w 11269336"/>
              <a:gd name="connsiteY224" fmla="*/ 2055654 h 2323145"/>
              <a:gd name="connsiteX225" fmla="*/ 2236905 w 11269336"/>
              <a:gd name="connsiteY225" fmla="*/ 2062882 h 2323145"/>
              <a:gd name="connsiteX226" fmla="*/ 2225830 w 11269336"/>
              <a:gd name="connsiteY226" fmla="*/ 2074027 h 2323145"/>
              <a:gd name="connsiteX227" fmla="*/ 2073776 w 11269336"/>
              <a:gd name="connsiteY227" fmla="*/ 2089244 h 2323145"/>
              <a:gd name="connsiteX228" fmla="*/ 1948256 w 11269336"/>
              <a:gd name="connsiteY228" fmla="*/ 2146616 h 2323145"/>
              <a:gd name="connsiteX229" fmla="*/ 1865582 w 11269336"/>
              <a:gd name="connsiteY229" fmla="*/ 2153738 h 2323145"/>
              <a:gd name="connsiteX230" fmla="*/ 1835210 w 11269336"/>
              <a:gd name="connsiteY230" fmla="*/ 2134244 h 2323145"/>
              <a:gd name="connsiteX231" fmla="*/ 1632661 w 11269336"/>
              <a:gd name="connsiteY231" fmla="*/ 2173882 h 2323145"/>
              <a:gd name="connsiteX232" fmla="*/ 1579590 w 11269336"/>
              <a:gd name="connsiteY232" fmla="*/ 2173680 h 2323145"/>
              <a:gd name="connsiteX233" fmla="*/ 1535601 w 11269336"/>
              <a:gd name="connsiteY233" fmla="*/ 2194590 h 2323145"/>
              <a:gd name="connsiteX234" fmla="*/ 1515594 w 11269336"/>
              <a:gd name="connsiteY234" fmla="*/ 2189622 h 2323145"/>
              <a:gd name="connsiteX235" fmla="*/ 1512113 w 11269336"/>
              <a:gd name="connsiteY235" fmla="*/ 2188534 h 2323145"/>
              <a:gd name="connsiteX236" fmla="*/ 1498838 w 11269336"/>
              <a:gd name="connsiteY236" fmla="*/ 2189213 h 2323145"/>
              <a:gd name="connsiteX237" fmla="*/ 1494279 w 11269336"/>
              <a:gd name="connsiteY237" fmla="*/ 2183112 h 2323145"/>
              <a:gd name="connsiteX238" fmla="*/ 1473714 w 11269336"/>
              <a:gd name="connsiteY238" fmla="*/ 2179625 h 2323145"/>
              <a:gd name="connsiteX239" fmla="*/ 1449503 w 11269336"/>
              <a:gd name="connsiteY239" fmla="*/ 2182633 h 2323145"/>
              <a:gd name="connsiteX240" fmla="*/ 1266687 w 11269336"/>
              <a:gd name="connsiteY240" fmla="*/ 2212688 h 2323145"/>
              <a:gd name="connsiteX241" fmla="*/ 1239614 w 11269336"/>
              <a:gd name="connsiteY241" fmla="*/ 2209727 h 2323145"/>
              <a:gd name="connsiteX242" fmla="*/ 1202436 w 11269336"/>
              <a:gd name="connsiteY242" fmla="*/ 2209817 h 2323145"/>
              <a:gd name="connsiteX243" fmla="*/ 1136097 w 11269336"/>
              <a:gd name="connsiteY243" fmla="*/ 2205112 h 2323145"/>
              <a:gd name="connsiteX244" fmla="*/ 988232 w 11269336"/>
              <a:gd name="connsiteY244" fmla="*/ 2235635 h 2323145"/>
              <a:gd name="connsiteX245" fmla="*/ 981959 w 11269336"/>
              <a:gd name="connsiteY245" fmla="*/ 2231607 h 2323145"/>
              <a:gd name="connsiteX246" fmla="*/ 938600 w 11269336"/>
              <a:gd name="connsiteY246" fmla="*/ 2238113 h 2323145"/>
              <a:gd name="connsiteX247" fmla="*/ 791788 w 11269336"/>
              <a:gd name="connsiteY247" fmla="*/ 2293224 h 2323145"/>
              <a:gd name="connsiteX248" fmla="*/ 706914 w 11269336"/>
              <a:gd name="connsiteY248" fmla="*/ 2305046 h 2323145"/>
              <a:gd name="connsiteX249" fmla="*/ 675971 w 11269336"/>
              <a:gd name="connsiteY249" fmla="*/ 2304030 h 2323145"/>
              <a:gd name="connsiteX250" fmla="*/ 624180 w 11269336"/>
              <a:gd name="connsiteY250" fmla="*/ 2302650 h 2323145"/>
              <a:gd name="connsiteX251" fmla="*/ 583453 w 11269336"/>
              <a:gd name="connsiteY251" fmla="*/ 2288788 h 2323145"/>
              <a:gd name="connsiteX252" fmla="*/ 540946 w 11269336"/>
              <a:gd name="connsiteY252" fmla="*/ 2292721 h 2323145"/>
              <a:gd name="connsiteX253" fmla="*/ 533680 w 11269336"/>
              <a:gd name="connsiteY253" fmla="*/ 2310233 h 2323145"/>
              <a:gd name="connsiteX254" fmla="*/ 487366 w 11269336"/>
              <a:gd name="connsiteY254" fmla="*/ 2309053 h 2323145"/>
              <a:gd name="connsiteX255" fmla="*/ 416820 w 11269336"/>
              <a:gd name="connsiteY255" fmla="*/ 2305443 h 2323145"/>
              <a:gd name="connsiteX256" fmla="*/ 376805 w 11269336"/>
              <a:gd name="connsiteY256" fmla="*/ 2307647 h 2323145"/>
              <a:gd name="connsiteX257" fmla="*/ 266777 w 11269336"/>
              <a:gd name="connsiteY257" fmla="*/ 2309012 h 2323145"/>
              <a:gd name="connsiteX258" fmla="*/ 156013 w 11269336"/>
              <a:gd name="connsiteY258" fmla="*/ 2306832 h 2323145"/>
              <a:gd name="connsiteX259" fmla="*/ 87258 w 11269336"/>
              <a:gd name="connsiteY259" fmla="*/ 2285511 h 2323145"/>
              <a:gd name="connsiteX260" fmla="*/ 23798 w 11269336"/>
              <a:gd name="connsiteY260" fmla="*/ 2281822 h 2323145"/>
              <a:gd name="connsiteX261" fmla="*/ 0 w 11269336"/>
              <a:gd name="connsiteY261" fmla="*/ 2285369 h 2323145"/>
              <a:gd name="connsiteX262" fmla="*/ 0 w 11269336"/>
              <a:gd name="connsiteY262"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561575 w 11269336"/>
              <a:gd name="connsiteY19" fmla="*/ 559978 h 2323145"/>
              <a:gd name="connsiteX20" fmla="*/ 9162278 w 11269336"/>
              <a:gd name="connsiteY20" fmla="*/ 704724 h 2323145"/>
              <a:gd name="connsiteX21" fmla="*/ 9062863 w 11269336"/>
              <a:gd name="connsiteY21" fmla="*/ 754656 h 2323145"/>
              <a:gd name="connsiteX22" fmla="*/ 8914746 w 11269336"/>
              <a:gd name="connsiteY22" fmla="*/ 826428 h 2323145"/>
              <a:gd name="connsiteX23" fmla="*/ 8917778 w 11269336"/>
              <a:gd name="connsiteY23" fmla="*/ 835198 h 2323145"/>
              <a:gd name="connsiteX24" fmla="*/ 8905560 w 11269336"/>
              <a:gd name="connsiteY24" fmla="*/ 838358 h 2323145"/>
              <a:gd name="connsiteX25" fmla="*/ 8897564 w 11269336"/>
              <a:gd name="connsiteY25" fmla="*/ 834287 h 2323145"/>
              <a:gd name="connsiteX26" fmla="*/ 8878040 w 11269336"/>
              <a:gd name="connsiteY26" fmla="*/ 844150 h 2323145"/>
              <a:gd name="connsiteX27" fmla="*/ 8795998 w 11269336"/>
              <a:gd name="connsiteY27" fmla="*/ 863337 h 2323145"/>
              <a:gd name="connsiteX28" fmla="*/ 8776970 w 11269336"/>
              <a:gd name="connsiteY28" fmla="*/ 885177 h 2323145"/>
              <a:gd name="connsiteX29" fmla="*/ 8755719 w 11269336"/>
              <a:gd name="connsiteY29" fmla="*/ 889754 h 2323145"/>
              <a:gd name="connsiteX30" fmla="*/ 8743257 w 11269336"/>
              <a:gd name="connsiteY30" fmla="*/ 904723 h 2323145"/>
              <a:gd name="connsiteX31" fmla="*/ 8721366 w 11269336"/>
              <a:gd name="connsiteY31" fmla="*/ 904711 h 2323145"/>
              <a:gd name="connsiteX32" fmla="*/ 8678353 w 11269336"/>
              <a:gd name="connsiteY32" fmla="*/ 926318 h 2323145"/>
              <a:gd name="connsiteX33" fmla="*/ 8636849 w 11269336"/>
              <a:gd name="connsiteY33" fmla="*/ 937900 h 2323145"/>
              <a:gd name="connsiteX34" fmla="*/ 8620213 w 11269336"/>
              <a:gd name="connsiteY34" fmla="*/ 943068 h 2323145"/>
              <a:gd name="connsiteX35" fmla="*/ 8612581 w 11269336"/>
              <a:gd name="connsiteY35" fmla="*/ 952695 h 2323145"/>
              <a:gd name="connsiteX36" fmla="*/ 8589038 w 11269336"/>
              <a:gd name="connsiteY36" fmla="*/ 963892 h 2323145"/>
              <a:gd name="connsiteX37" fmla="*/ 8579950 w 11269336"/>
              <a:gd name="connsiteY37" fmla="*/ 960899 h 2323145"/>
              <a:gd name="connsiteX38" fmla="*/ 8579319 w 11269336"/>
              <a:gd name="connsiteY38" fmla="*/ 965630 h 2323145"/>
              <a:gd name="connsiteX39" fmla="*/ 8547429 w 11269336"/>
              <a:gd name="connsiteY39" fmla="*/ 984506 h 2323145"/>
              <a:gd name="connsiteX40" fmla="*/ 8478704 w 11269336"/>
              <a:gd name="connsiteY40" fmla="*/ 1025490 h 2323145"/>
              <a:gd name="connsiteX41" fmla="*/ 8461421 w 11269336"/>
              <a:gd name="connsiteY41" fmla="*/ 1035512 h 2323145"/>
              <a:gd name="connsiteX42" fmla="*/ 8445003 w 11269336"/>
              <a:gd name="connsiteY42" fmla="*/ 1036851 h 2323145"/>
              <a:gd name="connsiteX43" fmla="*/ 8357350 w 11269336"/>
              <a:gd name="connsiteY43" fmla="*/ 1060213 h 2323145"/>
              <a:gd name="connsiteX44" fmla="*/ 8335565 w 11269336"/>
              <a:gd name="connsiteY44" fmla="*/ 1061151 h 2323145"/>
              <a:gd name="connsiteX45" fmla="*/ 8325267 w 11269336"/>
              <a:gd name="connsiteY45" fmla="*/ 1055919 h 2323145"/>
              <a:gd name="connsiteX46" fmla="*/ 8293586 w 11269336"/>
              <a:gd name="connsiteY46" fmla="*/ 1076144 h 2323145"/>
              <a:gd name="connsiteX47" fmla="*/ 8242405 w 11269336"/>
              <a:gd name="connsiteY47" fmla="*/ 1095960 h 2323145"/>
              <a:gd name="connsiteX48" fmla="*/ 8197391 w 11269336"/>
              <a:gd name="connsiteY48" fmla="*/ 1107746 h 2323145"/>
              <a:gd name="connsiteX49" fmla="*/ 8081474 w 11269336"/>
              <a:gd name="connsiteY49" fmla="*/ 1130125 h 2323145"/>
              <a:gd name="connsiteX50" fmla="*/ 8053585 w 11269336"/>
              <a:gd name="connsiteY50" fmla="*/ 1129169 h 2323145"/>
              <a:gd name="connsiteX51" fmla="*/ 8038422 w 11269336"/>
              <a:gd name="connsiteY51" fmla="*/ 1119092 h 2323145"/>
              <a:gd name="connsiteX52" fmla="*/ 8029450 w 11269336"/>
              <a:gd name="connsiteY52" fmla="*/ 1125592 h 2323145"/>
              <a:gd name="connsiteX53" fmla="*/ 7959552 w 11269336"/>
              <a:gd name="connsiteY53" fmla="*/ 1140188 h 2323145"/>
              <a:gd name="connsiteX54" fmla="*/ 7914188 w 11269336"/>
              <a:gd name="connsiteY54" fmla="*/ 1150862 h 2323145"/>
              <a:gd name="connsiteX55" fmla="*/ 7914918 w 11269336"/>
              <a:gd name="connsiteY55" fmla="*/ 1168758 h 2323145"/>
              <a:gd name="connsiteX56" fmla="*/ 7875510 w 11269336"/>
              <a:gd name="connsiteY56" fmla="*/ 1183153 h 2323145"/>
              <a:gd name="connsiteX57" fmla="*/ 7829932 w 11269336"/>
              <a:gd name="connsiteY57" fmla="*/ 1180782 h 2323145"/>
              <a:gd name="connsiteX58" fmla="*/ 7779182 w 11269336"/>
              <a:gd name="connsiteY58" fmla="*/ 1192665 h 2323145"/>
              <a:gd name="connsiteX59" fmla="*/ 7748774 w 11269336"/>
              <a:gd name="connsiteY59" fmla="*/ 1199586 h 2323145"/>
              <a:gd name="connsiteX60" fmla="*/ 7671846 w 11269336"/>
              <a:gd name="connsiteY60" fmla="*/ 1231966 h 2323145"/>
              <a:gd name="connsiteX61" fmla="*/ 7554146 w 11269336"/>
              <a:gd name="connsiteY61" fmla="*/ 1319748 h 2323145"/>
              <a:gd name="connsiteX62" fmla="*/ 7515052 w 11269336"/>
              <a:gd name="connsiteY62" fmla="*/ 1336718 h 2323145"/>
              <a:gd name="connsiteX63" fmla="*/ 7507193 w 11269336"/>
              <a:gd name="connsiteY63" fmla="*/ 1334617 h 2323145"/>
              <a:gd name="connsiteX64" fmla="*/ 7461694 w 11269336"/>
              <a:gd name="connsiteY64" fmla="*/ 1375866 h 2323145"/>
              <a:gd name="connsiteX65" fmla="*/ 7377571 w 11269336"/>
              <a:gd name="connsiteY65" fmla="*/ 1400128 h 2323145"/>
              <a:gd name="connsiteX66" fmla="*/ 7311261 w 11269336"/>
              <a:gd name="connsiteY66" fmla="*/ 1412652 h 2323145"/>
              <a:gd name="connsiteX67" fmla="*/ 7275307 w 11269336"/>
              <a:gd name="connsiteY67" fmla="*/ 1422171 h 2323145"/>
              <a:gd name="connsiteX68" fmla="*/ 7247783 w 11269336"/>
              <a:gd name="connsiteY68" fmla="*/ 1426330 h 2323145"/>
              <a:gd name="connsiteX69" fmla="*/ 7185047 w 11269336"/>
              <a:gd name="connsiteY69" fmla="*/ 1451812 h 2323145"/>
              <a:gd name="connsiteX70" fmla="*/ 7084117 w 11269336"/>
              <a:gd name="connsiteY70" fmla="*/ 1500281 h 2323145"/>
              <a:gd name="connsiteX71" fmla="*/ 7062011 w 11269336"/>
              <a:gd name="connsiteY71" fmla="*/ 1509183 h 2323145"/>
              <a:gd name="connsiteX72" fmla="*/ 7040555 w 11269336"/>
              <a:gd name="connsiteY72" fmla="*/ 1511207 h 2323145"/>
              <a:gd name="connsiteX73" fmla="*/ 7033438 w 11269336"/>
              <a:gd name="connsiteY73" fmla="*/ 1506772 h 2323145"/>
              <a:gd name="connsiteX74" fmla="*/ 7020886 w 11269336"/>
              <a:gd name="connsiteY74" fmla="*/ 1510764 h 2323145"/>
              <a:gd name="connsiteX75" fmla="*/ 7017033 w 11269336"/>
              <a:gd name="connsiteY75" fmla="*/ 1510650 h 2323145"/>
              <a:gd name="connsiteX76" fmla="*/ 6995460 w 11269336"/>
              <a:gd name="connsiteY76" fmla="*/ 1511173 h 2323145"/>
              <a:gd name="connsiteX77" fmla="*/ 6962144 w 11269336"/>
              <a:gd name="connsiteY77" fmla="*/ 1541508 h 2323145"/>
              <a:gd name="connsiteX78" fmla="*/ 6910674 w 11269336"/>
              <a:gd name="connsiteY78" fmla="*/ 1554793 h 2323145"/>
              <a:gd name="connsiteX79" fmla="*/ 6732152 w 11269336"/>
              <a:gd name="connsiteY79" fmla="*/ 1642538 h 2323145"/>
              <a:gd name="connsiteX80" fmla="*/ 6694106 w 11269336"/>
              <a:gd name="connsiteY80" fmla="*/ 1632377 h 2323145"/>
              <a:gd name="connsiteX81" fmla="*/ 6617223 w 11269336"/>
              <a:gd name="connsiteY81" fmla="*/ 1659889 h 2323145"/>
              <a:gd name="connsiteX82" fmla="*/ 6521138 w 11269336"/>
              <a:gd name="connsiteY82" fmla="*/ 1744340 h 2323145"/>
              <a:gd name="connsiteX83" fmla="*/ 6380677 w 11269336"/>
              <a:gd name="connsiteY83" fmla="*/ 1796883 h 2323145"/>
              <a:gd name="connsiteX84" fmla="*/ 6374897 w 11269336"/>
              <a:gd name="connsiteY84" fmla="*/ 1809910 h 2323145"/>
              <a:gd name="connsiteX85" fmla="*/ 6364545 w 11269336"/>
              <a:gd name="connsiteY85" fmla="*/ 1820090 h 2323145"/>
              <a:gd name="connsiteX86" fmla="*/ 6362126 w 11269336"/>
              <a:gd name="connsiteY86" fmla="*/ 1819991 h 2323145"/>
              <a:gd name="connsiteX87" fmla="*/ 6346673 w 11269336"/>
              <a:gd name="connsiteY87" fmla="*/ 1827824 h 2323145"/>
              <a:gd name="connsiteX88" fmla="*/ 6345588 w 11269336"/>
              <a:gd name="connsiteY88" fmla="*/ 1832232 h 2323145"/>
              <a:gd name="connsiteX89" fmla="*/ 6335708 w 11269336"/>
              <a:gd name="connsiteY89" fmla="*/ 1838451 h 2323145"/>
              <a:gd name="connsiteX90" fmla="*/ 6318182 w 11269336"/>
              <a:gd name="connsiteY90" fmla="*/ 1852975 h 2323145"/>
              <a:gd name="connsiteX91" fmla="*/ 6313084 w 11269336"/>
              <a:gd name="connsiteY91" fmla="*/ 1853561 h 2323145"/>
              <a:gd name="connsiteX92" fmla="*/ 6283816 w 11269336"/>
              <a:gd name="connsiteY92" fmla="*/ 1872148 h 2323145"/>
              <a:gd name="connsiteX93" fmla="*/ 6282550 w 11269336"/>
              <a:gd name="connsiteY93" fmla="*/ 1871392 h 2323145"/>
              <a:gd name="connsiteX94" fmla="*/ 6270527 w 11269336"/>
              <a:gd name="connsiteY94" fmla="*/ 1872208 h 2323145"/>
              <a:gd name="connsiteX95" fmla="*/ 6249518 w 11269336"/>
              <a:gd name="connsiteY95" fmla="*/ 1876079 h 2323145"/>
              <a:gd name="connsiteX96" fmla="*/ 6190386 w 11269336"/>
              <a:gd name="connsiteY96" fmla="*/ 1872478 h 2323145"/>
              <a:gd name="connsiteX97" fmla="*/ 6159777 w 11269336"/>
              <a:gd name="connsiteY97" fmla="*/ 1891745 h 2323145"/>
              <a:gd name="connsiteX98" fmla="*/ 6153131 w 11269336"/>
              <a:gd name="connsiteY98" fmla="*/ 1895079 h 2323145"/>
              <a:gd name="connsiteX99" fmla="*/ 6152798 w 11269336"/>
              <a:gd name="connsiteY99" fmla="*/ 1894920 h 2323145"/>
              <a:gd name="connsiteX100" fmla="*/ 6145388 w 11269336"/>
              <a:gd name="connsiteY100" fmla="*/ 1897990 h 2323145"/>
              <a:gd name="connsiteX101" fmla="*/ 6141014 w 11269336"/>
              <a:gd name="connsiteY101" fmla="*/ 1901155 h 2323145"/>
              <a:gd name="connsiteX102" fmla="*/ 6128122 w 11269336"/>
              <a:gd name="connsiteY102" fmla="*/ 1907623 h 2323145"/>
              <a:gd name="connsiteX103" fmla="*/ 6122351 w 11269336"/>
              <a:gd name="connsiteY103" fmla="*/ 1908359 h 2323145"/>
              <a:gd name="connsiteX104" fmla="*/ 6064750 w 11269336"/>
              <a:gd name="connsiteY104" fmla="*/ 1896394 h 2323145"/>
              <a:gd name="connsiteX105" fmla="*/ 5964230 w 11269336"/>
              <a:gd name="connsiteY105" fmla="*/ 1910038 h 2323145"/>
              <a:gd name="connsiteX106" fmla="*/ 5865399 w 11269336"/>
              <a:gd name="connsiteY106" fmla="*/ 1926966 h 2323145"/>
              <a:gd name="connsiteX107" fmla="*/ 5829951 w 11269336"/>
              <a:gd name="connsiteY107" fmla="*/ 1934755 h 2323145"/>
              <a:gd name="connsiteX108" fmla="*/ 5765285 w 11269336"/>
              <a:gd name="connsiteY108" fmla="*/ 1941322 h 2323145"/>
              <a:gd name="connsiteX109" fmla="*/ 5734750 w 11269336"/>
              <a:gd name="connsiteY109" fmla="*/ 1939793 h 2323145"/>
              <a:gd name="connsiteX110" fmla="*/ 5733569 w 11269336"/>
              <a:gd name="connsiteY110" fmla="*/ 1940505 h 2323145"/>
              <a:gd name="connsiteX111" fmla="*/ 5730329 w 11269336"/>
              <a:gd name="connsiteY111" fmla="*/ 1937845 h 2323145"/>
              <a:gd name="connsiteX112" fmla="*/ 5724661 w 11269336"/>
              <a:gd name="connsiteY112" fmla="*/ 1937455 h 2323145"/>
              <a:gd name="connsiteX113" fmla="*/ 5710186 w 11269336"/>
              <a:gd name="connsiteY113" fmla="*/ 1941370 h 2323145"/>
              <a:gd name="connsiteX114" fmla="*/ 5704910 w 11269336"/>
              <a:gd name="connsiteY114" fmla="*/ 1943663 h 2323145"/>
              <a:gd name="connsiteX115" fmla="*/ 5696836 w 11269336"/>
              <a:gd name="connsiteY115" fmla="*/ 1945271 h 2323145"/>
              <a:gd name="connsiteX116" fmla="*/ 5696583 w 11269336"/>
              <a:gd name="connsiteY116" fmla="*/ 1945050 h 2323145"/>
              <a:gd name="connsiteX117" fmla="*/ 5689123 w 11269336"/>
              <a:gd name="connsiteY117" fmla="*/ 1947067 h 2323145"/>
              <a:gd name="connsiteX118" fmla="*/ 5653291 w 11269336"/>
              <a:gd name="connsiteY118" fmla="*/ 1960245 h 2323145"/>
              <a:gd name="connsiteX119" fmla="*/ 5599385 w 11269336"/>
              <a:gd name="connsiteY119" fmla="*/ 1945198 h 2323145"/>
              <a:gd name="connsiteX120" fmla="*/ 5578300 w 11269336"/>
              <a:gd name="connsiteY120" fmla="*/ 1944963 h 2323145"/>
              <a:gd name="connsiteX121" fmla="*/ 5566758 w 11269336"/>
              <a:gd name="connsiteY121" fmla="*/ 1943441 h 2323145"/>
              <a:gd name="connsiteX122" fmla="*/ 5565857 w 11269336"/>
              <a:gd name="connsiteY122" fmla="*/ 1942445 h 2323145"/>
              <a:gd name="connsiteX123" fmla="*/ 5531534 w 11269336"/>
              <a:gd name="connsiteY123" fmla="*/ 1955208 h 2323145"/>
              <a:gd name="connsiteX124" fmla="*/ 5526552 w 11269336"/>
              <a:gd name="connsiteY124" fmla="*/ 1954799 h 2323145"/>
              <a:gd name="connsiteX125" fmla="*/ 5504723 w 11269336"/>
              <a:gd name="connsiteY125" fmla="*/ 1965811 h 2323145"/>
              <a:gd name="connsiteX126" fmla="*/ 5493156 w 11269336"/>
              <a:gd name="connsiteY126" fmla="*/ 1970063 h 2323145"/>
              <a:gd name="connsiteX127" fmla="*/ 5490486 w 11269336"/>
              <a:gd name="connsiteY127" fmla="*/ 1974227 h 2323145"/>
              <a:gd name="connsiteX128" fmla="*/ 5473107 w 11269336"/>
              <a:gd name="connsiteY128" fmla="*/ 1979001 h 2323145"/>
              <a:gd name="connsiteX129" fmla="*/ 5470885 w 11269336"/>
              <a:gd name="connsiteY129" fmla="*/ 1978432 h 2323145"/>
              <a:gd name="connsiteX130" fmla="*/ 5457393 w 11269336"/>
              <a:gd name="connsiteY130" fmla="*/ 1986525 h 2323145"/>
              <a:gd name="connsiteX131" fmla="*/ 5447102 w 11269336"/>
              <a:gd name="connsiteY131" fmla="*/ 1998329 h 2323145"/>
              <a:gd name="connsiteX132" fmla="*/ 5159151 w 11269336"/>
              <a:gd name="connsiteY132" fmla="*/ 2029640 h 2323145"/>
              <a:gd name="connsiteX133" fmla="*/ 5041688 w 11269336"/>
              <a:gd name="connsiteY133" fmla="*/ 2022334 h 2323145"/>
              <a:gd name="connsiteX134" fmla="*/ 4860988 w 11269336"/>
              <a:gd name="connsiteY134" fmla="*/ 2135698 h 2323145"/>
              <a:gd name="connsiteX135" fmla="*/ 4807902 w 11269336"/>
              <a:gd name="connsiteY135" fmla="*/ 2138894 h 2323145"/>
              <a:gd name="connsiteX136" fmla="*/ 4765388 w 11269336"/>
              <a:gd name="connsiteY136" fmla="*/ 2162525 h 2323145"/>
              <a:gd name="connsiteX137" fmla="*/ 4745033 w 11269336"/>
              <a:gd name="connsiteY137" fmla="*/ 2158859 h 2323145"/>
              <a:gd name="connsiteX138" fmla="*/ 4741475 w 11269336"/>
              <a:gd name="connsiteY138" fmla="*/ 2157998 h 2323145"/>
              <a:gd name="connsiteX139" fmla="*/ 4728247 w 11269336"/>
              <a:gd name="connsiteY139" fmla="*/ 2159526 h 2323145"/>
              <a:gd name="connsiteX140" fmla="*/ 4723263 w 11269336"/>
              <a:gd name="connsiteY140" fmla="*/ 2153742 h 2323145"/>
              <a:gd name="connsiteX141" fmla="*/ 4702453 w 11269336"/>
              <a:gd name="connsiteY141" fmla="*/ 2151586 h 2323145"/>
              <a:gd name="connsiteX142" fmla="*/ 4678455 w 11269336"/>
              <a:gd name="connsiteY142" fmla="*/ 2156131 h 2323145"/>
              <a:gd name="connsiteX143" fmla="*/ 4593061 w 11269336"/>
              <a:gd name="connsiteY143" fmla="*/ 2171597 h 2323145"/>
              <a:gd name="connsiteX144" fmla="*/ 4579902 w 11269336"/>
              <a:gd name="connsiteY144" fmla="*/ 2177927 h 2323145"/>
              <a:gd name="connsiteX145" fmla="*/ 4533444 w 11269336"/>
              <a:gd name="connsiteY145" fmla="*/ 2181200 h 2323145"/>
              <a:gd name="connsiteX146" fmla="*/ 4492832 w 11269336"/>
              <a:gd name="connsiteY146" fmla="*/ 2188033 h 2323145"/>
              <a:gd name="connsiteX147" fmla="*/ 4467257 w 11269336"/>
              <a:gd name="connsiteY147" fmla="*/ 2196121 h 2323145"/>
              <a:gd name="connsiteX148" fmla="*/ 4459937 w 11269336"/>
              <a:gd name="connsiteY148" fmla="*/ 2195182 h 2323145"/>
              <a:gd name="connsiteX149" fmla="*/ 4433312 w 11269336"/>
              <a:gd name="connsiteY149" fmla="*/ 2199004 h 2323145"/>
              <a:gd name="connsiteX150" fmla="*/ 4420601 w 11269336"/>
              <a:gd name="connsiteY150" fmla="*/ 2205158 h 2323145"/>
              <a:gd name="connsiteX151" fmla="*/ 4405765 w 11269336"/>
              <a:gd name="connsiteY151" fmla="*/ 2199902 h 2323145"/>
              <a:gd name="connsiteX152" fmla="*/ 4401354 w 11269336"/>
              <a:gd name="connsiteY152" fmla="*/ 2194745 h 2323145"/>
              <a:gd name="connsiteX153" fmla="*/ 4383151 w 11269336"/>
              <a:gd name="connsiteY153" fmla="*/ 2201140 h 2323145"/>
              <a:gd name="connsiteX154" fmla="*/ 4366646 w 11269336"/>
              <a:gd name="connsiteY154" fmla="*/ 2198564 h 2323145"/>
              <a:gd name="connsiteX155" fmla="*/ 4354009 w 11269336"/>
              <a:gd name="connsiteY155" fmla="*/ 2204984 h 2323145"/>
              <a:gd name="connsiteX156" fmla="*/ 4348284 w 11269336"/>
              <a:gd name="connsiteY156" fmla="*/ 2205270 h 2323145"/>
              <a:gd name="connsiteX157" fmla="*/ 4333906 w 11269336"/>
              <a:gd name="connsiteY157" fmla="*/ 2205251 h 2323145"/>
              <a:gd name="connsiteX158" fmla="*/ 4308819 w 11269336"/>
              <a:gd name="connsiteY158" fmla="*/ 2203822 h 2323145"/>
              <a:gd name="connsiteX159" fmla="*/ 4301210 w 11269336"/>
              <a:gd name="connsiteY159" fmla="*/ 2204456 h 2323145"/>
              <a:gd name="connsiteX160" fmla="*/ 4283095 w 11269336"/>
              <a:gd name="connsiteY160" fmla="*/ 2198177 h 2323145"/>
              <a:gd name="connsiteX161" fmla="*/ 4250119 w 11269336"/>
              <a:gd name="connsiteY161" fmla="*/ 2196342 h 2323145"/>
              <a:gd name="connsiteX162" fmla="*/ 4189203 w 11269336"/>
              <a:gd name="connsiteY162" fmla="*/ 2178994 h 2323145"/>
              <a:gd name="connsiteX163" fmla="*/ 4154035 w 11269336"/>
              <a:gd name="connsiteY163" fmla="*/ 2171950 h 2323145"/>
              <a:gd name="connsiteX164" fmla="*/ 4129569 w 11269336"/>
              <a:gd name="connsiteY164" fmla="*/ 2163850 h 2323145"/>
              <a:gd name="connsiteX165" fmla="*/ 4061250 w 11269336"/>
              <a:gd name="connsiteY165" fmla="*/ 2159236 h 2323145"/>
              <a:gd name="connsiteX166" fmla="*/ 3945480 w 11269336"/>
              <a:gd name="connsiteY166" fmla="*/ 2158279 h 2323145"/>
              <a:gd name="connsiteX167" fmla="*/ 3921468 w 11269336"/>
              <a:gd name="connsiteY167" fmla="*/ 2156588 h 2323145"/>
              <a:gd name="connsiteX168" fmla="*/ 3903348 w 11269336"/>
              <a:gd name="connsiteY168" fmla="*/ 2149220 h 2323145"/>
              <a:gd name="connsiteX169" fmla="*/ 3901342 w 11269336"/>
              <a:gd name="connsiteY169" fmla="*/ 2142355 h 2323145"/>
              <a:gd name="connsiteX170" fmla="*/ 3888539 w 11269336"/>
              <a:gd name="connsiteY170" fmla="*/ 2140476 h 2323145"/>
              <a:gd name="connsiteX171" fmla="*/ 3885662 w 11269336"/>
              <a:gd name="connsiteY171" fmla="*/ 2138740 h 2323145"/>
              <a:gd name="connsiteX172" fmla="*/ 3868627 w 11269336"/>
              <a:gd name="connsiteY172" fmla="*/ 2130023 h 2323145"/>
              <a:gd name="connsiteX173" fmla="*/ 3819177 w 11269336"/>
              <a:gd name="connsiteY173" fmla="*/ 2142111 h 2323145"/>
              <a:gd name="connsiteX174" fmla="*/ 3769100 w 11269336"/>
              <a:gd name="connsiteY174" fmla="*/ 2131731 h 2323145"/>
              <a:gd name="connsiteX175" fmla="*/ 3562752 w 11269336"/>
              <a:gd name="connsiteY175" fmla="*/ 2131785 h 2323145"/>
              <a:gd name="connsiteX176" fmla="*/ 3541402 w 11269336"/>
              <a:gd name="connsiteY176" fmla="*/ 2106821 h 2323145"/>
              <a:gd name="connsiteX177" fmla="*/ 3365341 w 11269336"/>
              <a:gd name="connsiteY177" fmla="*/ 2077638 h 2323145"/>
              <a:gd name="connsiteX178" fmla="*/ 3170922 w 11269336"/>
              <a:gd name="connsiteY178" fmla="*/ 2115957 h 2323145"/>
              <a:gd name="connsiteX179" fmla="*/ 3156256 w 11269336"/>
              <a:gd name="connsiteY179" fmla="*/ 2124773 h 2323145"/>
              <a:gd name="connsiteX180" fmla="*/ 3140298 w 11269336"/>
              <a:gd name="connsiteY180" fmla="*/ 2129182 h 2323145"/>
              <a:gd name="connsiteX181" fmla="*/ 3138514 w 11269336"/>
              <a:gd name="connsiteY181" fmla="*/ 2128069 h 2323145"/>
              <a:gd name="connsiteX182" fmla="*/ 3120467 w 11269336"/>
              <a:gd name="connsiteY182" fmla="*/ 2128281 h 2323145"/>
              <a:gd name="connsiteX183" fmla="*/ 3116175 w 11269336"/>
              <a:gd name="connsiteY183" fmla="*/ 2131633 h 2323145"/>
              <a:gd name="connsiteX184" fmla="*/ 3103685 w 11269336"/>
              <a:gd name="connsiteY184" fmla="*/ 2132814 h 2323145"/>
              <a:gd name="connsiteX185" fmla="*/ 3078794 w 11269336"/>
              <a:gd name="connsiteY185" fmla="*/ 2137935 h 2323145"/>
              <a:gd name="connsiteX186" fmla="*/ 3074407 w 11269336"/>
              <a:gd name="connsiteY186" fmla="*/ 2136274 h 2323145"/>
              <a:gd name="connsiteX187" fmla="*/ 3037285 w 11269336"/>
              <a:gd name="connsiteY187" fmla="*/ 2139919 h 2323145"/>
              <a:gd name="connsiteX188" fmla="*/ 3036901 w 11269336"/>
              <a:gd name="connsiteY188" fmla="*/ 2138726 h 2323145"/>
              <a:gd name="connsiteX189" fmla="*/ 3026996 w 11269336"/>
              <a:gd name="connsiteY189" fmla="*/ 2134322 h 2323145"/>
              <a:gd name="connsiteX190" fmla="*/ 3007772 w 11269336"/>
              <a:gd name="connsiteY190" fmla="*/ 2128742 h 2323145"/>
              <a:gd name="connsiteX191" fmla="*/ 2965030 w 11269336"/>
              <a:gd name="connsiteY191" fmla="*/ 2100494 h 2323145"/>
              <a:gd name="connsiteX192" fmla="*/ 2926342 w 11269336"/>
              <a:gd name="connsiteY192" fmla="*/ 2104155 h 2323145"/>
              <a:gd name="connsiteX193" fmla="*/ 2918608 w 11269336"/>
              <a:gd name="connsiteY193" fmla="*/ 2104215 h 2323145"/>
              <a:gd name="connsiteX194" fmla="*/ 2918475 w 11269336"/>
              <a:gd name="connsiteY194" fmla="*/ 2103937 h 2323145"/>
              <a:gd name="connsiteX195" fmla="*/ 2910360 w 11269336"/>
              <a:gd name="connsiteY195" fmla="*/ 2103444 h 2323145"/>
              <a:gd name="connsiteX196" fmla="*/ 2904507 w 11269336"/>
              <a:gd name="connsiteY196" fmla="*/ 2104326 h 2323145"/>
              <a:gd name="connsiteX197" fmla="*/ 2889503 w 11269336"/>
              <a:gd name="connsiteY197" fmla="*/ 2104443 h 2323145"/>
              <a:gd name="connsiteX198" fmla="*/ 2884480 w 11269336"/>
              <a:gd name="connsiteY198" fmla="*/ 2102626 h 2323145"/>
              <a:gd name="connsiteX199" fmla="*/ 2882689 w 11269336"/>
              <a:gd name="connsiteY199" fmla="*/ 2099228 h 2323145"/>
              <a:gd name="connsiteX200" fmla="*/ 2881291 w 11269336"/>
              <a:gd name="connsiteY200" fmla="*/ 2099618 h 2323145"/>
              <a:gd name="connsiteX201" fmla="*/ 2853979 w 11269336"/>
              <a:gd name="connsiteY201" fmla="*/ 2090388 h 2323145"/>
              <a:gd name="connsiteX202" fmla="*/ 2791790 w 11269336"/>
              <a:gd name="connsiteY202" fmla="*/ 2080332 h 2323145"/>
              <a:gd name="connsiteX203" fmla="*/ 2755844 w 11269336"/>
              <a:gd name="connsiteY203" fmla="*/ 2078874 h 2323145"/>
              <a:gd name="connsiteX204" fmla="*/ 2657742 w 11269336"/>
              <a:gd name="connsiteY204" fmla="*/ 2070179 h 2323145"/>
              <a:gd name="connsiteX205" fmla="*/ 2559549 w 11269336"/>
              <a:gd name="connsiteY205" fmla="*/ 2057873 h 2323145"/>
              <a:gd name="connsiteX206" fmla="*/ 2512054 w 11269336"/>
              <a:gd name="connsiteY206" fmla="*/ 2031671 h 2323145"/>
              <a:gd name="connsiteX207" fmla="*/ 2506437 w 11269336"/>
              <a:gd name="connsiteY207" fmla="*/ 2030918 h 2323145"/>
              <a:gd name="connsiteX208" fmla="*/ 2491752 w 11269336"/>
              <a:gd name="connsiteY208" fmla="*/ 2033906 h 2323145"/>
              <a:gd name="connsiteX209" fmla="*/ 2486338 w 11269336"/>
              <a:gd name="connsiteY209" fmla="*/ 2035862 h 2323145"/>
              <a:gd name="connsiteX210" fmla="*/ 2478186 w 11269336"/>
              <a:gd name="connsiteY210" fmla="*/ 2036953 h 2323145"/>
              <a:gd name="connsiteX211" fmla="*/ 2477950 w 11269336"/>
              <a:gd name="connsiteY211" fmla="*/ 2036715 h 2323145"/>
              <a:gd name="connsiteX212" fmla="*/ 2470381 w 11269336"/>
              <a:gd name="connsiteY212" fmla="*/ 2038256 h 2323145"/>
              <a:gd name="connsiteX213" fmla="*/ 2433781 w 11269336"/>
              <a:gd name="connsiteY213" fmla="*/ 2049140 h 2323145"/>
              <a:gd name="connsiteX214" fmla="*/ 2381172 w 11269336"/>
              <a:gd name="connsiteY214" fmla="*/ 2030645 h 2323145"/>
              <a:gd name="connsiteX215" fmla="*/ 2360198 w 11269336"/>
              <a:gd name="connsiteY215" fmla="*/ 2029059 h 2323145"/>
              <a:gd name="connsiteX216" fmla="*/ 2348815 w 11269336"/>
              <a:gd name="connsiteY216" fmla="*/ 2026798 h 2323145"/>
              <a:gd name="connsiteX217" fmla="*/ 2347988 w 11269336"/>
              <a:gd name="connsiteY217" fmla="*/ 2025745 h 2323145"/>
              <a:gd name="connsiteX218" fmla="*/ 2312920 w 11269336"/>
              <a:gd name="connsiteY218" fmla="*/ 2036311 h 2323145"/>
              <a:gd name="connsiteX219" fmla="*/ 2307986 w 11269336"/>
              <a:gd name="connsiteY219" fmla="*/ 2035583 h 2323145"/>
              <a:gd name="connsiteX220" fmla="*/ 2285481 w 11269336"/>
              <a:gd name="connsiteY220" fmla="*/ 2045197 h 2323145"/>
              <a:gd name="connsiteX221" fmla="*/ 2273666 w 11269336"/>
              <a:gd name="connsiteY221" fmla="*/ 2048710 h 2323145"/>
              <a:gd name="connsiteX222" fmla="*/ 2270719 w 11269336"/>
              <a:gd name="connsiteY222" fmla="*/ 2052702 h 2323145"/>
              <a:gd name="connsiteX223" fmla="*/ 2253080 w 11269336"/>
              <a:gd name="connsiteY223" fmla="*/ 2056363 h 2323145"/>
              <a:gd name="connsiteX224" fmla="*/ 2250906 w 11269336"/>
              <a:gd name="connsiteY224" fmla="*/ 2055654 h 2323145"/>
              <a:gd name="connsiteX225" fmla="*/ 2236905 w 11269336"/>
              <a:gd name="connsiteY225" fmla="*/ 2062882 h 2323145"/>
              <a:gd name="connsiteX226" fmla="*/ 2225830 w 11269336"/>
              <a:gd name="connsiteY226" fmla="*/ 2074027 h 2323145"/>
              <a:gd name="connsiteX227" fmla="*/ 2073776 w 11269336"/>
              <a:gd name="connsiteY227" fmla="*/ 2089244 h 2323145"/>
              <a:gd name="connsiteX228" fmla="*/ 1948256 w 11269336"/>
              <a:gd name="connsiteY228" fmla="*/ 2146616 h 2323145"/>
              <a:gd name="connsiteX229" fmla="*/ 1865582 w 11269336"/>
              <a:gd name="connsiteY229" fmla="*/ 2153738 h 2323145"/>
              <a:gd name="connsiteX230" fmla="*/ 1835210 w 11269336"/>
              <a:gd name="connsiteY230" fmla="*/ 2134244 h 2323145"/>
              <a:gd name="connsiteX231" fmla="*/ 1632661 w 11269336"/>
              <a:gd name="connsiteY231" fmla="*/ 2173882 h 2323145"/>
              <a:gd name="connsiteX232" fmla="*/ 1579590 w 11269336"/>
              <a:gd name="connsiteY232" fmla="*/ 2173680 h 2323145"/>
              <a:gd name="connsiteX233" fmla="*/ 1535601 w 11269336"/>
              <a:gd name="connsiteY233" fmla="*/ 2194590 h 2323145"/>
              <a:gd name="connsiteX234" fmla="*/ 1515594 w 11269336"/>
              <a:gd name="connsiteY234" fmla="*/ 2189622 h 2323145"/>
              <a:gd name="connsiteX235" fmla="*/ 1512113 w 11269336"/>
              <a:gd name="connsiteY235" fmla="*/ 2188534 h 2323145"/>
              <a:gd name="connsiteX236" fmla="*/ 1498838 w 11269336"/>
              <a:gd name="connsiteY236" fmla="*/ 2189213 h 2323145"/>
              <a:gd name="connsiteX237" fmla="*/ 1494279 w 11269336"/>
              <a:gd name="connsiteY237" fmla="*/ 2183112 h 2323145"/>
              <a:gd name="connsiteX238" fmla="*/ 1473714 w 11269336"/>
              <a:gd name="connsiteY238" fmla="*/ 2179625 h 2323145"/>
              <a:gd name="connsiteX239" fmla="*/ 1449503 w 11269336"/>
              <a:gd name="connsiteY239" fmla="*/ 2182633 h 2323145"/>
              <a:gd name="connsiteX240" fmla="*/ 1266687 w 11269336"/>
              <a:gd name="connsiteY240" fmla="*/ 2212688 h 2323145"/>
              <a:gd name="connsiteX241" fmla="*/ 1239614 w 11269336"/>
              <a:gd name="connsiteY241" fmla="*/ 2209727 h 2323145"/>
              <a:gd name="connsiteX242" fmla="*/ 1202436 w 11269336"/>
              <a:gd name="connsiteY242" fmla="*/ 2209817 h 2323145"/>
              <a:gd name="connsiteX243" fmla="*/ 1136097 w 11269336"/>
              <a:gd name="connsiteY243" fmla="*/ 2205112 h 2323145"/>
              <a:gd name="connsiteX244" fmla="*/ 988232 w 11269336"/>
              <a:gd name="connsiteY244" fmla="*/ 2235635 h 2323145"/>
              <a:gd name="connsiteX245" fmla="*/ 981959 w 11269336"/>
              <a:gd name="connsiteY245" fmla="*/ 2231607 h 2323145"/>
              <a:gd name="connsiteX246" fmla="*/ 938600 w 11269336"/>
              <a:gd name="connsiteY246" fmla="*/ 2238113 h 2323145"/>
              <a:gd name="connsiteX247" fmla="*/ 791788 w 11269336"/>
              <a:gd name="connsiteY247" fmla="*/ 2293224 h 2323145"/>
              <a:gd name="connsiteX248" fmla="*/ 706914 w 11269336"/>
              <a:gd name="connsiteY248" fmla="*/ 2305046 h 2323145"/>
              <a:gd name="connsiteX249" fmla="*/ 675971 w 11269336"/>
              <a:gd name="connsiteY249" fmla="*/ 2304030 h 2323145"/>
              <a:gd name="connsiteX250" fmla="*/ 624180 w 11269336"/>
              <a:gd name="connsiteY250" fmla="*/ 2302650 h 2323145"/>
              <a:gd name="connsiteX251" fmla="*/ 583453 w 11269336"/>
              <a:gd name="connsiteY251" fmla="*/ 2288788 h 2323145"/>
              <a:gd name="connsiteX252" fmla="*/ 540946 w 11269336"/>
              <a:gd name="connsiteY252" fmla="*/ 2292721 h 2323145"/>
              <a:gd name="connsiteX253" fmla="*/ 533680 w 11269336"/>
              <a:gd name="connsiteY253" fmla="*/ 2310233 h 2323145"/>
              <a:gd name="connsiteX254" fmla="*/ 487366 w 11269336"/>
              <a:gd name="connsiteY254" fmla="*/ 2309053 h 2323145"/>
              <a:gd name="connsiteX255" fmla="*/ 416820 w 11269336"/>
              <a:gd name="connsiteY255" fmla="*/ 2305443 h 2323145"/>
              <a:gd name="connsiteX256" fmla="*/ 376805 w 11269336"/>
              <a:gd name="connsiteY256" fmla="*/ 2307647 h 2323145"/>
              <a:gd name="connsiteX257" fmla="*/ 266777 w 11269336"/>
              <a:gd name="connsiteY257" fmla="*/ 2309012 h 2323145"/>
              <a:gd name="connsiteX258" fmla="*/ 156013 w 11269336"/>
              <a:gd name="connsiteY258" fmla="*/ 2306832 h 2323145"/>
              <a:gd name="connsiteX259" fmla="*/ 87258 w 11269336"/>
              <a:gd name="connsiteY259" fmla="*/ 2285511 h 2323145"/>
              <a:gd name="connsiteX260" fmla="*/ 23798 w 11269336"/>
              <a:gd name="connsiteY260" fmla="*/ 2281822 h 2323145"/>
              <a:gd name="connsiteX261" fmla="*/ 0 w 11269336"/>
              <a:gd name="connsiteY261" fmla="*/ 2285369 h 2323145"/>
              <a:gd name="connsiteX262" fmla="*/ 0 w 11269336"/>
              <a:gd name="connsiteY262"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561575 w 11269336"/>
              <a:gd name="connsiteY19" fmla="*/ 559978 h 2323145"/>
              <a:gd name="connsiteX20" fmla="*/ 9162278 w 11269336"/>
              <a:gd name="connsiteY20" fmla="*/ 704724 h 2323145"/>
              <a:gd name="connsiteX21" fmla="*/ 9062863 w 11269336"/>
              <a:gd name="connsiteY21" fmla="*/ 754656 h 2323145"/>
              <a:gd name="connsiteX22" fmla="*/ 8914746 w 11269336"/>
              <a:gd name="connsiteY22" fmla="*/ 826428 h 2323145"/>
              <a:gd name="connsiteX23" fmla="*/ 8917778 w 11269336"/>
              <a:gd name="connsiteY23" fmla="*/ 835198 h 2323145"/>
              <a:gd name="connsiteX24" fmla="*/ 8905560 w 11269336"/>
              <a:gd name="connsiteY24" fmla="*/ 838358 h 2323145"/>
              <a:gd name="connsiteX25" fmla="*/ 8897564 w 11269336"/>
              <a:gd name="connsiteY25" fmla="*/ 834287 h 2323145"/>
              <a:gd name="connsiteX26" fmla="*/ 8878040 w 11269336"/>
              <a:gd name="connsiteY26" fmla="*/ 844150 h 2323145"/>
              <a:gd name="connsiteX27" fmla="*/ 8795998 w 11269336"/>
              <a:gd name="connsiteY27" fmla="*/ 863337 h 2323145"/>
              <a:gd name="connsiteX28" fmla="*/ 8776970 w 11269336"/>
              <a:gd name="connsiteY28" fmla="*/ 885177 h 2323145"/>
              <a:gd name="connsiteX29" fmla="*/ 8755719 w 11269336"/>
              <a:gd name="connsiteY29" fmla="*/ 889754 h 2323145"/>
              <a:gd name="connsiteX30" fmla="*/ 8743257 w 11269336"/>
              <a:gd name="connsiteY30" fmla="*/ 904723 h 2323145"/>
              <a:gd name="connsiteX31" fmla="*/ 8721366 w 11269336"/>
              <a:gd name="connsiteY31" fmla="*/ 904711 h 2323145"/>
              <a:gd name="connsiteX32" fmla="*/ 8678353 w 11269336"/>
              <a:gd name="connsiteY32" fmla="*/ 926318 h 2323145"/>
              <a:gd name="connsiteX33" fmla="*/ 8636849 w 11269336"/>
              <a:gd name="connsiteY33" fmla="*/ 937900 h 2323145"/>
              <a:gd name="connsiteX34" fmla="*/ 8620213 w 11269336"/>
              <a:gd name="connsiteY34" fmla="*/ 943068 h 2323145"/>
              <a:gd name="connsiteX35" fmla="*/ 8612581 w 11269336"/>
              <a:gd name="connsiteY35" fmla="*/ 952695 h 2323145"/>
              <a:gd name="connsiteX36" fmla="*/ 8589038 w 11269336"/>
              <a:gd name="connsiteY36" fmla="*/ 963892 h 2323145"/>
              <a:gd name="connsiteX37" fmla="*/ 8579950 w 11269336"/>
              <a:gd name="connsiteY37" fmla="*/ 960899 h 2323145"/>
              <a:gd name="connsiteX38" fmla="*/ 8579319 w 11269336"/>
              <a:gd name="connsiteY38" fmla="*/ 965630 h 2323145"/>
              <a:gd name="connsiteX39" fmla="*/ 8547429 w 11269336"/>
              <a:gd name="connsiteY39" fmla="*/ 984506 h 2323145"/>
              <a:gd name="connsiteX40" fmla="*/ 8478704 w 11269336"/>
              <a:gd name="connsiteY40" fmla="*/ 1025490 h 2323145"/>
              <a:gd name="connsiteX41" fmla="*/ 8461421 w 11269336"/>
              <a:gd name="connsiteY41" fmla="*/ 1035512 h 2323145"/>
              <a:gd name="connsiteX42" fmla="*/ 8445003 w 11269336"/>
              <a:gd name="connsiteY42" fmla="*/ 1036851 h 2323145"/>
              <a:gd name="connsiteX43" fmla="*/ 8357350 w 11269336"/>
              <a:gd name="connsiteY43" fmla="*/ 1060213 h 2323145"/>
              <a:gd name="connsiteX44" fmla="*/ 8335565 w 11269336"/>
              <a:gd name="connsiteY44" fmla="*/ 1061151 h 2323145"/>
              <a:gd name="connsiteX45" fmla="*/ 8325267 w 11269336"/>
              <a:gd name="connsiteY45" fmla="*/ 1055919 h 2323145"/>
              <a:gd name="connsiteX46" fmla="*/ 8293586 w 11269336"/>
              <a:gd name="connsiteY46" fmla="*/ 1076144 h 2323145"/>
              <a:gd name="connsiteX47" fmla="*/ 8242405 w 11269336"/>
              <a:gd name="connsiteY47" fmla="*/ 1095960 h 2323145"/>
              <a:gd name="connsiteX48" fmla="*/ 8197391 w 11269336"/>
              <a:gd name="connsiteY48" fmla="*/ 1107746 h 2323145"/>
              <a:gd name="connsiteX49" fmla="*/ 8081474 w 11269336"/>
              <a:gd name="connsiteY49" fmla="*/ 1130125 h 2323145"/>
              <a:gd name="connsiteX50" fmla="*/ 8053585 w 11269336"/>
              <a:gd name="connsiteY50" fmla="*/ 1129169 h 2323145"/>
              <a:gd name="connsiteX51" fmla="*/ 8038422 w 11269336"/>
              <a:gd name="connsiteY51" fmla="*/ 1119092 h 2323145"/>
              <a:gd name="connsiteX52" fmla="*/ 8029450 w 11269336"/>
              <a:gd name="connsiteY52" fmla="*/ 1125592 h 2323145"/>
              <a:gd name="connsiteX53" fmla="*/ 7959552 w 11269336"/>
              <a:gd name="connsiteY53" fmla="*/ 1140188 h 2323145"/>
              <a:gd name="connsiteX54" fmla="*/ 7914188 w 11269336"/>
              <a:gd name="connsiteY54" fmla="*/ 1150862 h 2323145"/>
              <a:gd name="connsiteX55" fmla="*/ 7914918 w 11269336"/>
              <a:gd name="connsiteY55" fmla="*/ 1168758 h 2323145"/>
              <a:gd name="connsiteX56" fmla="*/ 7875510 w 11269336"/>
              <a:gd name="connsiteY56" fmla="*/ 1183153 h 2323145"/>
              <a:gd name="connsiteX57" fmla="*/ 7829932 w 11269336"/>
              <a:gd name="connsiteY57" fmla="*/ 1180782 h 2323145"/>
              <a:gd name="connsiteX58" fmla="*/ 7779182 w 11269336"/>
              <a:gd name="connsiteY58" fmla="*/ 1192665 h 2323145"/>
              <a:gd name="connsiteX59" fmla="*/ 7748774 w 11269336"/>
              <a:gd name="connsiteY59" fmla="*/ 1199586 h 2323145"/>
              <a:gd name="connsiteX60" fmla="*/ 7671846 w 11269336"/>
              <a:gd name="connsiteY60" fmla="*/ 1231966 h 2323145"/>
              <a:gd name="connsiteX61" fmla="*/ 7554146 w 11269336"/>
              <a:gd name="connsiteY61" fmla="*/ 1319748 h 2323145"/>
              <a:gd name="connsiteX62" fmla="*/ 7515052 w 11269336"/>
              <a:gd name="connsiteY62" fmla="*/ 1336718 h 2323145"/>
              <a:gd name="connsiteX63" fmla="*/ 7507193 w 11269336"/>
              <a:gd name="connsiteY63" fmla="*/ 1334617 h 2323145"/>
              <a:gd name="connsiteX64" fmla="*/ 7461694 w 11269336"/>
              <a:gd name="connsiteY64" fmla="*/ 1375866 h 2323145"/>
              <a:gd name="connsiteX65" fmla="*/ 7377571 w 11269336"/>
              <a:gd name="connsiteY65" fmla="*/ 1400128 h 2323145"/>
              <a:gd name="connsiteX66" fmla="*/ 7311261 w 11269336"/>
              <a:gd name="connsiteY66" fmla="*/ 1412652 h 2323145"/>
              <a:gd name="connsiteX67" fmla="*/ 7275307 w 11269336"/>
              <a:gd name="connsiteY67" fmla="*/ 1422171 h 2323145"/>
              <a:gd name="connsiteX68" fmla="*/ 7247783 w 11269336"/>
              <a:gd name="connsiteY68" fmla="*/ 1426330 h 2323145"/>
              <a:gd name="connsiteX69" fmla="*/ 7185047 w 11269336"/>
              <a:gd name="connsiteY69" fmla="*/ 1451812 h 2323145"/>
              <a:gd name="connsiteX70" fmla="*/ 7084117 w 11269336"/>
              <a:gd name="connsiteY70" fmla="*/ 1500281 h 2323145"/>
              <a:gd name="connsiteX71" fmla="*/ 7062011 w 11269336"/>
              <a:gd name="connsiteY71" fmla="*/ 1509183 h 2323145"/>
              <a:gd name="connsiteX72" fmla="*/ 7040555 w 11269336"/>
              <a:gd name="connsiteY72" fmla="*/ 1511207 h 2323145"/>
              <a:gd name="connsiteX73" fmla="*/ 7033438 w 11269336"/>
              <a:gd name="connsiteY73" fmla="*/ 1506772 h 2323145"/>
              <a:gd name="connsiteX74" fmla="*/ 7020886 w 11269336"/>
              <a:gd name="connsiteY74" fmla="*/ 1510764 h 2323145"/>
              <a:gd name="connsiteX75" fmla="*/ 7017033 w 11269336"/>
              <a:gd name="connsiteY75" fmla="*/ 1510650 h 2323145"/>
              <a:gd name="connsiteX76" fmla="*/ 6995460 w 11269336"/>
              <a:gd name="connsiteY76" fmla="*/ 1511173 h 2323145"/>
              <a:gd name="connsiteX77" fmla="*/ 6962144 w 11269336"/>
              <a:gd name="connsiteY77" fmla="*/ 1541508 h 2323145"/>
              <a:gd name="connsiteX78" fmla="*/ 6910674 w 11269336"/>
              <a:gd name="connsiteY78" fmla="*/ 1554793 h 2323145"/>
              <a:gd name="connsiteX79" fmla="*/ 6732152 w 11269336"/>
              <a:gd name="connsiteY79" fmla="*/ 1642538 h 2323145"/>
              <a:gd name="connsiteX80" fmla="*/ 6694106 w 11269336"/>
              <a:gd name="connsiteY80" fmla="*/ 1632377 h 2323145"/>
              <a:gd name="connsiteX81" fmla="*/ 6617223 w 11269336"/>
              <a:gd name="connsiteY81" fmla="*/ 1659889 h 2323145"/>
              <a:gd name="connsiteX82" fmla="*/ 6521138 w 11269336"/>
              <a:gd name="connsiteY82" fmla="*/ 1744340 h 2323145"/>
              <a:gd name="connsiteX83" fmla="*/ 6380677 w 11269336"/>
              <a:gd name="connsiteY83" fmla="*/ 1796883 h 2323145"/>
              <a:gd name="connsiteX84" fmla="*/ 6374897 w 11269336"/>
              <a:gd name="connsiteY84" fmla="*/ 1809910 h 2323145"/>
              <a:gd name="connsiteX85" fmla="*/ 6364545 w 11269336"/>
              <a:gd name="connsiteY85" fmla="*/ 1820090 h 2323145"/>
              <a:gd name="connsiteX86" fmla="*/ 6362126 w 11269336"/>
              <a:gd name="connsiteY86" fmla="*/ 1819991 h 2323145"/>
              <a:gd name="connsiteX87" fmla="*/ 6346673 w 11269336"/>
              <a:gd name="connsiteY87" fmla="*/ 1827824 h 2323145"/>
              <a:gd name="connsiteX88" fmla="*/ 6345588 w 11269336"/>
              <a:gd name="connsiteY88" fmla="*/ 1832232 h 2323145"/>
              <a:gd name="connsiteX89" fmla="*/ 6335708 w 11269336"/>
              <a:gd name="connsiteY89" fmla="*/ 1838451 h 2323145"/>
              <a:gd name="connsiteX90" fmla="*/ 6318182 w 11269336"/>
              <a:gd name="connsiteY90" fmla="*/ 1852975 h 2323145"/>
              <a:gd name="connsiteX91" fmla="*/ 6313084 w 11269336"/>
              <a:gd name="connsiteY91" fmla="*/ 1853561 h 2323145"/>
              <a:gd name="connsiteX92" fmla="*/ 6283816 w 11269336"/>
              <a:gd name="connsiteY92" fmla="*/ 1872148 h 2323145"/>
              <a:gd name="connsiteX93" fmla="*/ 6282550 w 11269336"/>
              <a:gd name="connsiteY93" fmla="*/ 1871392 h 2323145"/>
              <a:gd name="connsiteX94" fmla="*/ 6270527 w 11269336"/>
              <a:gd name="connsiteY94" fmla="*/ 1872208 h 2323145"/>
              <a:gd name="connsiteX95" fmla="*/ 6249518 w 11269336"/>
              <a:gd name="connsiteY95" fmla="*/ 1876079 h 2323145"/>
              <a:gd name="connsiteX96" fmla="*/ 6190386 w 11269336"/>
              <a:gd name="connsiteY96" fmla="*/ 1872478 h 2323145"/>
              <a:gd name="connsiteX97" fmla="*/ 6159777 w 11269336"/>
              <a:gd name="connsiteY97" fmla="*/ 1891745 h 2323145"/>
              <a:gd name="connsiteX98" fmla="*/ 6153131 w 11269336"/>
              <a:gd name="connsiteY98" fmla="*/ 1895079 h 2323145"/>
              <a:gd name="connsiteX99" fmla="*/ 6152798 w 11269336"/>
              <a:gd name="connsiteY99" fmla="*/ 1894920 h 2323145"/>
              <a:gd name="connsiteX100" fmla="*/ 6145388 w 11269336"/>
              <a:gd name="connsiteY100" fmla="*/ 1897990 h 2323145"/>
              <a:gd name="connsiteX101" fmla="*/ 6141014 w 11269336"/>
              <a:gd name="connsiteY101" fmla="*/ 1901155 h 2323145"/>
              <a:gd name="connsiteX102" fmla="*/ 6128122 w 11269336"/>
              <a:gd name="connsiteY102" fmla="*/ 1907623 h 2323145"/>
              <a:gd name="connsiteX103" fmla="*/ 6122351 w 11269336"/>
              <a:gd name="connsiteY103" fmla="*/ 1908359 h 2323145"/>
              <a:gd name="connsiteX104" fmla="*/ 6064750 w 11269336"/>
              <a:gd name="connsiteY104" fmla="*/ 1896394 h 2323145"/>
              <a:gd name="connsiteX105" fmla="*/ 5964230 w 11269336"/>
              <a:gd name="connsiteY105" fmla="*/ 1910038 h 2323145"/>
              <a:gd name="connsiteX106" fmla="*/ 5865399 w 11269336"/>
              <a:gd name="connsiteY106" fmla="*/ 1926966 h 2323145"/>
              <a:gd name="connsiteX107" fmla="*/ 5829951 w 11269336"/>
              <a:gd name="connsiteY107" fmla="*/ 1934755 h 2323145"/>
              <a:gd name="connsiteX108" fmla="*/ 5765285 w 11269336"/>
              <a:gd name="connsiteY108" fmla="*/ 1941322 h 2323145"/>
              <a:gd name="connsiteX109" fmla="*/ 5734750 w 11269336"/>
              <a:gd name="connsiteY109" fmla="*/ 1939793 h 2323145"/>
              <a:gd name="connsiteX110" fmla="*/ 5733569 w 11269336"/>
              <a:gd name="connsiteY110" fmla="*/ 1940505 h 2323145"/>
              <a:gd name="connsiteX111" fmla="*/ 5730329 w 11269336"/>
              <a:gd name="connsiteY111" fmla="*/ 1937845 h 2323145"/>
              <a:gd name="connsiteX112" fmla="*/ 5724661 w 11269336"/>
              <a:gd name="connsiteY112" fmla="*/ 1937455 h 2323145"/>
              <a:gd name="connsiteX113" fmla="*/ 5710186 w 11269336"/>
              <a:gd name="connsiteY113" fmla="*/ 1941370 h 2323145"/>
              <a:gd name="connsiteX114" fmla="*/ 5704910 w 11269336"/>
              <a:gd name="connsiteY114" fmla="*/ 1943663 h 2323145"/>
              <a:gd name="connsiteX115" fmla="*/ 5696836 w 11269336"/>
              <a:gd name="connsiteY115" fmla="*/ 1945271 h 2323145"/>
              <a:gd name="connsiteX116" fmla="*/ 5696583 w 11269336"/>
              <a:gd name="connsiteY116" fmla="*/ 1945050 h 2323145"/>
              <a:gd name="connsiteX117" fmla="*/ 5689123 w 11269336"/>
              <a:gd name="connsiteY117" fmla="*/ 1947067 h 2323145"/>
              <a:gd name="connsiteX118" fmla="*/ 5653291 w 11269336"/>
              <a:gd name="connsiteY118" fmla="*/ 1960245 h 2323145"/>
              <a:gd name="connsiteX119" fmla="*/ 5599385 w 11269336"/>
              <a:gd name="connsiteY119" fmla="*/ 1945198 h 2323145"/>
              <a:gd name="connsiteX120" fmla="*/ 5578300 w 11269336"/>
              <a:gd name="connsiteY120" fmla="*/ 1944963 h 2323145"/>
              <a:gd name="connsiteX121" fmla="*/ 5566758 w 11269336"/>
              <a:gd name="connsiteY121" fmla="*/ 1943441 h 2323145"/>
              <a:gd name="connsiteX122" fmla="*/ 5565857 w 11269336"/>
              <a:gd name="connsiteY122" fmla="*/ 1942445 h 2323145"/>
              <a:gd name="connsiteX123" fmla="*/ 5531534 w 11269336"/>
              <a:gd name="connsiteY123" fmla="*/ 1955208 h 2323145"/>
              <a:gd name="connsiteX124" fmla="*/ 5526552 w 11269336"/>
              <a:gd name="connsiteY124" fmla="*/ 1954799 h 2323145"/>
              <a:gd name="connsiteX125" fmla="*/ 5504723 w 11269336"/>
              <a:gd name="connsiteY125" fmla="*/ 1965811 h 2323145"/>
              <a:gd name="connsiteX126" fmla="*/ 5493156 w 11269336"/>
              <a:gd name="connsiteY126" fmla="*/ 1970063 h 2323145"/>
              <a:gd name="connsiteX127" fmla="*/ 5490486 w 11269336"/>
              <a:gd name="connsiteY127" fmla="*/ 1974227 h 2323145"/>
              <a:gd name="connsiteX128" fmla="*/ 5473107 w 11269336"/>
              <a:gd name="connsiteY128" fmla="*/ 1979001 h 2323145"/>
              <a:gd name="connsiteX129" fmla="*/ 5470885 w 11269336"/>
              <a:gd name="connsiteY129" fmla="*/ 1978432 h 2323145"/>
              <a:gd name="connsiteX130" fmla="*/ 5457393 w 11269336"/>
              <a:gd name="connsiteY130" fmla="*/ 1986525 h 2323145"/>
              <a:gd name="connsiteX131" fmla="*/ 5447102 w 11269336"/>
              <a:gd name="connsiteY131" fmla="*/ 1998329 h 2323145"/>
              <a:gd name="connsiteX132" fmla="*/ 5159151 w 11269336"/>
              <a:gd name="connsiteY132" fmla="*/ 2029640 h 2323145"/>
              <a:gd name="connsiteX133" fmla="*/ 5098838 w 11269336"/>
              <a:gd name="connsiteY133" fmla="*/ 2062961 h 2323145"/>
              <a:gd name="connsiteX134" fmla="*/ 4860988 w 11269336"/>
              <a:gd name="connsiteY134" fmla="*/ 2135698 h 2323145"/>
              <a:gd name="connsiteX135" fmla="*/ 4807902 w 11269336"/>
              <a:gd name="connsiteY135" fmla="*/ 2138894 h 2323145"/>
              <a:gd name="connsiteX136" fmla="*/ 4765388 w 11269336"/>
              <a:gd name="connsiteY136" fmla="*/ 2162525 h 2323145"/>
              <a:gd name="connsiteX137" fmla="*/ 4745033 w 11269336"/>
              <a:gd name="connsiteY137" fmla="*/ 2158859 h 2323145"/>
              <a:gd name="connsiteX138" fmla="*/ 4741475 w 11269336"/>
              <a:gd name="connsiteY138" fmla="*/ 2157998 h 2323145"/>
              <a:gd name="connsiteX139" fmla="*/ 4728247 w 11269336"/>
              <a:gd name="connsiteY139" fmla="*/ 2159526 h 2323145"/>
              <a:gd name="connsiteX140" fmla="*/ 4723263 w 11269336"/>
              <a:gd name="connsiteY140" fmla="*/ 2153742 h 2323145"/>
              <a:gd name="connsiteX141" fmla="*/ 4702453 w 11269336"/>
              <a:gd name="connsiteY141" fmla="*/ 2151586 h 2323145"/>
              <a:gd name="connsiteX142" fmla="*/ 4678455 w 11269336"/>
              <a:gd name="connsiteY142" fmla="*/ 2156131 h 2323145"/>
              <a:gd name="connsiteX143" fmla="*/ 4593061 w 11269336"/>
              <a:gd name="connsiteY143" fmla="*/ 2171597 h 2323145"/>
              <a:gd name="connsiteX144" fmla="*/ 4579902 w 11269336"/>
              <a:gd name="connsiteY144" fmla="*/ 2177927 h 2323145"/>
              <a:gd name="connsiteX145" fmla="*/ 4533444 w 11269336"/>
              <a:gd name="connsiteY145" fmla="*/ 2181200 h 2323145"/>
              <a:gd name="connsiteX146" fmla="*/ 4492832 w 11269336"/>
              <a:gd name="connsiteY146" fmla="*/ 2188033 h 2323145"/>
              <a:gd name="connsiteX147" fmla="*/ 4467257 w 11269336"/>
              <a:gd name="connsiteY147" fmla="*/ 2196121 h 2323145"/>
              <a:gd name="connsiteX148" fmla="*/ 4459937 w 11269336"/>
              <a:gd name="connsiteY148" fmla="*/ 2195182 h 2323145"/>
              <a:gd name="connsiteX149" fmla="*/ 4433312 w 11269336"/>
              <a:gd name="connsiteY149" fmla="*/ 2199004 h 2323145"/>
              <a:gd name="connsiteX150" fmla="*/ 4420601 w 11269336"/>
              <a:gd name="connsiteY150" fmla="*/ 2205158 h 2323145"/>
              <a:gd name="connsiteX151" fmla="*/ 4405765 w 11269336"/>
              <a:gd name="connsiteY151" fmla="*/ 2199902 h 2323145"/>
              <a:gd name="connsiteX152" fmla="*/ 4401354 w 11269336"/>
              <a:gd name="connsiteY152" fmla="*/ 2194745 h 2323145"/>
              <a:gd name="connsiteX153" fmla="*/ 4383151 w 11269336"/>
              <a:gd name="connsiteY153" fmla="*/ 2201140 h 2323145"/>
              <a:gd name="connsiteX154" fmla="*/ 4366646 w 11269336"/>
              <a:gd name="connsiteY154" fmla="*/ 2198564 h 2323145"/>
              <a:gd name="connsiteX155" fmla="*/ 4354009 w 11269336"/>
              <a:gd name="connsiteY155" fmla="*/ 2204984 h 2323145"/>
              <a:gd name="connsiteX156" fmla="*/ 4348284 w 11269336"/>
              <a:gd name="connsiteY156" fmla="*/ 2205270 h 2323145"/>
              <a:gd name="connsiteX157" fmla="*/ 4333906 w 11269336"/>
              <a:gd name="connsiteY157" fmla="*/ 2205251 h 2323145"/>
              <a:gd name="connsiteX158" fmla="*/ 4308819 w 11269336"/>
              <a:gd name="connsiteY158" fmla="*/ 2203822 h 2323145"/>
              <a:gd name="connsiteX159" fmla="*/ 4301210 w 11269336"/>
              <a:gd name="connsiteY159" fmla="*/ 2204456 h 2323145"/>
              <a:gd name="connsiteX160" fmla="*/ 4283095 w 11269336"/>
              <a:gd name="connsiteY160" fmla="*/ 2198177 h 2323145"/>
              <a:gd name="connsiteX161" fmla="*/ 4250119 w 11269336"/>
              <a:gd name="connsiteY161" fmla="*/ 2196342 h 2323145"/>
              <a:gd name="connsiteX162" fmla="*/ 4189203 w 11269336"/>
              <a:gd name="connsiteY162" fmla="*/ 2178994 h 2323145"/>
              <a:gd name="connsiteX163" fmla="*/ 4154035 w 11269336"/>
              <a:gd name="connsiteY163" fmla="*/ 2171950 h 2323145"/>
              <a:gd name="connsiteX164" fmla="*/ 4129569 w 11269336"/>
              <a:gd name="connsiteY164" fmla="*/ 2163850 h 2323145"/>
              <a:gd name="connsiteX165" fmla="*/ 4061250 w 11269336"/>
              <a:gd name="connsiteY165" fmla="*/ 2159236 h 2323145"/>
              <a:gd name="connsiteX166" fmla="*/ 3945480 w 11269336"/>
              <a:gd name="connsiteY166" fmla="*/ 2158279 h 2323145"/>
              <a:gd name="connsiteX167" fmla="*/ 3921468 w 11269336"/>
              <a:gd name="connsiteY167" fmla="*/ 2156588 h 2323145"/>
              <a:gd name="connsiteX168" fmla="*/ 3903348 w 11269336"/>
              <a:gd name="connsiteY168" fmla="*/ 2149220 h 2323145"/>
              <a:gd name="connsiteX169" fmla="*/ 3901342 w 11269336"/>
              <a:gd name="connsiteY169" fmla="*/ 2142355 h 2323145"/>
              <a:gd name="connsiteX170" fmla="*/ 3888539 w 11269336"/>
              <a:gd name="connsiteY170" fmla="*/ 2140476 h 2323145"/>
              <a:gd name="connsiteX171" fmla="*/ 3885662 w 11269336"/>
              <a:gd name="connsiteY171" fmla="*/ 2138740 h 2323145"/>
              <a:gd name="connsiteX172" fmla="*/ 3868627 w 11269336"/>
              <a:gd name="connsiteY172" fmla="*/ 2130023 h 2323145"/>
              <a:gd name="connsiteX173" fmla="*/ 3819177 w 11269336"/>
              <a:gd name="connsiteY173" fmla="*/ 2142111 h 2323145"/>
              <a:gd name="connsiteX174" fmla="*/ 3769100 w 11269336"/>
              <a:gd name="connsiteY174" fmla="*/ 2131731 h 2323145"/>
              <a:gd name="connsiteX175" fmla="*/ 3562752 w 11269336"/>
              <a:gd name="connsiteY175" fmla="*/ 2131785 h 2323145"/>
              <a:gd name="connsiteX176" fmla="*/ 3541402 w 11269336"/>
              <a:gd name="connsiteY176" fmla="*/ 2106821 h 2323145"/>
              <a:gd name="connsiteX177" fmla="*/ 3365341 w 11269336"/>
              <a:gd name="connsiteY177" fmla="*/ 2077638 h 2323145"/>
              <a:gd name="connsiteX178" fmla="*/ 3170922 w 11269336"/>
              <a:gd name="connsiteY178" fmla="*/ 2115957 h 2323145"/>
              <a:gd name="connsiteX179" fmla="*/ 3156256 w 11269336"/>
              <a:gd name="connsiteY179" fmla="*/ 2124773 h 2323145"/>
              <a:gd name="connsiteX180" fmla="*/ 3140298 w 11269336"/>
              <a:gd name="connsiteY180" fmla="*/ 2129182 h 2323145"/>
              <a:gd name="connsiteX181" fmla="*/ 3138514 w 11269336"/>
              <a:gd name="connsiteY181" fmla="*/ 2128069 h 2323145"/>
              <a:gd name="connsiteX182" fmla="*/ 3120467 w 11269336"/>
              <a:gd name="connsiteY182" fmla="*/ 2128281 h 2323145"/>
              <a:gd name="connsiteX183" fmla="*/ 3116175 w 11269336"/>
              <a:gd name="connsiteY183" fmla="*/ 2131633 h 2323145"/>
              <a:gd name="connsiteX184" fmla="*/ 3103685 w 11269336"/>
              <a:gd name="connsiteY184" fmla="*/ 2132814 h 2323145"/>
              <a:gd name="connsiteX185" fmla="*/ 3078794 w 11269336"/>
              <a:gd name="connsiteY185" fmla="*/ 2137935 h 2323145"/>
              <a:gd name="connsiteX186" fmla="*/ 3074407 w 11269336"/>
              <a:gd name="connsiteY186" fmla="*/ 2136274 h 2323145"/>
              <a:gd name="connsiteX187" fmla="*/ 3037285 w 11269336"/>
              <a:gd name="connsiteY187" fmla="*/ 2139919 h 2323145"/>
              <a:gd name="connsiteX188" fmla="*/ 3036901 w 11269336"/>
              <a:gd name="connsiteY188" fmla="*/ 2138726 h 2323145"/>
              <a:gd name="connsiteX189" fmla="*/ 3026996 w 11269336"/>
              <a:gd name="connsiteY189" fmla="*/ 2134322 h 2323145"/>
              <a:gd name="connsiteX190" fmla="*/ 3007772 w 11269336"/>
              <a:gd name="connsiteY190" fmla="*/ 2128742 h 2323145"/>
              <a:gd name="connsiteX191" fmla="*/ 2965030 w 11269336"/>
              <a:gd name="connsiteY191" fmla="*/ 2100494 h 2323145"/>
              <a:gd name="connsiteX192" fmla="*/ 2926342 w 11269336"/>
              <a:gd name="connsiteY192" fmla="*/ 2104155 h 2323145"/>
              <a:gd name="connsiteX193" fmla="*/ 2918608 w 11269336"/>
              <a:gd name="connsiteY193" fmla="*/ 2104215 h 2323145"/>
              <a:gd name="connsiteX194" fmla="*/ 2918475 w 11269336"/>
              <a:gd name="connsiteY194" fmla="*/ 2103937 h 2323145"/>
              <a:gd name="connsiteX195" fmla="*/ 2910360 w 11269336"/>
              <a:gd name="connsiteY195" fmla="*/ 2103444 h 2323145"/>
              <a:gd name="connsiteX196" fmla="*/ 2904507 w 11269336"/>
              <a:gd name="connsiteY196" fmla="*/ 2104326 h 2323145"/>
              <a:gd name="connsiteX197" fmla="*/ 2889503 w 11269336"/>
              <a:gd name="connsiteY197" fmla="*/ 2104443 h 2323145"/>
              <a:gd name="connsiteX198" fmla="*/ 2884480 w 11269336"/>
              <a:gd name="connsiteY198" fmla="*/ 2102626 h 2323145"/>
              <a:gd name="connsiteX199" fmla="*/ 2882689 w 11269336"/>
              <a:gd name="connsiteY199" fmla="*/ 2099228 h 2323145"/>
              <a:gd name="connsiteX200" fmla="*/ 2881291 w 11269336"/>
              <a:gd name="connsiteY200" fmla="*/ 2099618 h 2323145"/>
              <a:gd name="connsiteX201" fmla="*/ 2853979 w 11269336"/>
              <a:gd name="connsiteY201" fmla="*/ 2090388 h 2323145"/>
              <a:gd name="connsiteX202" fmla="*/ 2791790 w 11269336"/>
              <a:gd name="connsiteY202" fmla="*/ 2080332 h 2323145"/>
              <a:gd name="connsiteX203" fmla="*/ 2755844 w 11269336"/>
              <a:gd name="connsiteY203" fmla="*/ 2078874 h 2323145"/>
              <a:gd name="connsiteX204" fmla="*/ 2657742 w 11269336"/>
              <a:gd name="connsiteY204" fmla="*/ 2070179 h 2323145"/>
              <a:gd name="connsiteX205" fmla="*/ 2559549 w 11269336"/>
              <a:gd name="connsiteY205" fmla="*/ 2057873 h 2323145"/>
              <a:gd name="connsiteX206" fmla="*/ 2512054 w 11269336"/>
              <a:gd name="connsiteY206" fmla="*/ 2031671 h 2323145"/>
              <a:gd name="connsiteX207" fmla="*/ 2506437 w 11269336"/>
              <a:gd name="connsiteY207" fmla="*/ 2030918 h 2323145"/>
              <a:gd name="connsiteX208" fmla="*/ 2491752 w 11269336"/>
              <a:gd name="connsiteY208" fmla="*/ 2033906 h 2323145"/>
              <a:gd name="connsiteX209" fmla="*/ 2486338 w 11269336"/>
              <a:gd name="connsiteY209" fmla="*/ 2035862 h 2323145"/>
              <a:gd name="connsiteX210" fmla="*/ 2478186 w 11269336"/>
              <a:gd name="connsiteY210" fmla="*/ 2036953 h 2323145"/>
              <a:gd name="connsiteX211" fmla="*/ 2477950 w 11269336"/>
              <a:gd name="connsiteY211" fmla="*/ 2036715 h 2323145"/>
              <a:gd name="connsiteX212" fmla="*/ 2470381 w 11269336"/>
              <a:gd name="connsiteY212" fmla="*/ 2038256 h 2323145"/>
              <a:gd name="connsiteX213" fmla="*/ 2433781 w 11269336"/>
              <a:gd name="connsiteY213" fmla="*/ 2049140 h 2323145"/>
              <a:gd name="connsiteX214" fmla="*/ 2381172 w 11269336"/>
              <a:gd name="connsiteY214" fmla="*/ 2030645 h 2323145"/>
              <a:gd name="connsiteX215" fmla="*/ 2360198 w 11269336"/>
              <a:gd name="connsiteY215" fmla="*/ 2029059 h 2323145"/>
              <a:gd name="connsiteX216" fmla="*/ 2348815 w 11269336"/>
              <a:gd name="connsiteY216" fmla="*/ 2026798 h 2323145"/>
              <a:gd name="connsiteX217" fmla="*/ 2347988 w 11269336"/>
              <a:gd name="connsiteY217" fmla="*/ 2025745 h 2323145"/>
              <a:gd name="connsiteX218" fmla="*/ 2312920 w 11269336"/>
              <a:gd name="connsiteY218" fmla="*/ 2036311 h 2323145"/>
              <a:gd name="connsiteX219" fmla="*/ 2307986 w 11269336"/>
              <a:gd name="connsiteY219" fmla="*/ 2035583 h 2323145"/>
              <a:gd name="connsiteX220" fmla="*/ 2285481 w 11269336"/>
              <a:gd name="connsiteY220" fmla="*/ 2045197 h 2323145"/>
              <a:gd name="connsiteX221" fmla="*/ 2273666 w 11269336"/>
              <a:gd name="connsiteY221" fmla="*/ 2048710 h 2323145"/>
              <a:gd name="connsiteX222" fmla="*/ 2270719 w 11269336"/>
              <a:gd name="connsiteY222" fmla="*/ 2052702 h 2323145"/>
              <a:gd name="connsiteX223" fmla="*/ 2253080 w 11269336"/>
              <a:gd name="connsiteY223" fmla="*/ 2056363 h 2323145"/>
              <a:gd name="connsiteX224" fmla="*/ 2250906 w 11269336"/>
              <a:gd name="connsiteY224" fmla="*/ 2055654 h 2323145"/>
              <a:gd name="connsiteX225" fmla="*/ 2236905 w 11269336"/>
              <a:gd name="connsiteY225" fmla="*/ 2062882 h 2323145"/>
              <a:gd name="connsiteX226" fmla="*/ 2225830 w 11269336"/>
              <a:gd name="connsiteY226" fmla="*/ 2074027 h 2323145"/>
              <a:gd name="connsiteX227" fmla="*/ 2073776 w 11269336"/>
              <a:gd name="connsiteY227" fmla="*/ 2089244 h 2323145"/>
              <a:gd name="connsiteX228" fmla="*/ 1948256 w 11269336"/>
              <a:gd name="connsiteY228" fmla="*/ 2146616 h 2323145"/>
              <a:gd name="connsiteX229" fmla="*/ 1865582 w 11269336"/>
              <a:gd name="connsiteY229" fmla="*/ 2153738 h 2323145"/>
              <a:gd name="connsiteX230" fmla="*/ 1835210 w 11269336"/>
              <a:gd name="connsiteY230" fmla="*/ 2134244 h 2323145"/>
              <a:gd name="connsiteX231" fmla="*/ 1632661 w 11269336"/>
              <a:gd name="connsiteY231" fmla="*/ 2173882 h 2323145"/>
              <a:gd name="connsiteX232" fmla="*/ 1579590 w 11269336"/>
              <a:gd name="connsiteY232" fmla="*/ 2173680 h 2323145"/>
              <a:gd name="connsiteX233" fmla="*/ 1535601 w 11269336"/>
              <a:gd name="connsiteY233" fmla="*/ 2194590 h 2323145"/>
              <a:gd name="connsiteX234" fmla="*/ 1515594 w 11269336"/>
              <a:gd name="connsiteY234" fmla="*/ 2189622 h 2323145"/>
              <a:gd name="connsiteX235" fmla="*/ 1512113 w 11269336"/>
              <a:gd name="connsiteY235" fmla="*/ 2188534 h 2323145"/>
              <a:gd name="connsiteX236" fmla="*/ 1498838 w 11269336"/>
              <a:gd name="connsiteY236" fmla="*/ 2189213 h 2323145"/>
              <a:gd name="connsiteX237" fmla="*/ 1494279 w 11269336"/>
              <a:gd name="connsiteY237" fmla="*/ 2183112 h 2323145"/>
              <a:gd name="connsiteX238" fmla="*/ 1473714 w 11269336"/>
              <a:gd name="connsiteY238" fmla="*/ 2179625 h 2323145"/>
              <a:gd name="connsiteX239" fmla="*/ 1449503 w 11269336"/>
              <a:gd name="connsiteY239" fmla="*/ 2182633 h 2323145"/>
              <a:gd name="connsiteX240" fmla="*/ 1266687 w 11269336"/>
              <a:gd name="connsiteY240" fmla="*/ 2212688 h 2323145"/>
              <a:gd name="connsiteX241" fmla="*/ 1239614 w 11269336"/>
              <a:gd name="connsiteY241" fmla="*/ 2209727 h 2323145"/>
              <a:gd name="connsiteX242" fmla="*/ 1202436 w 11269336"/>
              <a:gd name="connsiteY242" fmla="*/ 2209817 h 2323145"/>
              <a:gd name="connsiteX243" fmla="*/ 1136097 w 11269336"/>
              <a:gd name="connsiteY243" fmla="*/ 2205112 h 2323145"/>
              <a:gd name="connsiteX244" fmla="*/ 988232 w 11269336"/>
              <a:gd name="connsiteY244" fmla="*/ 2235635 h 2323145"/>
              <a:gd name="connsiteX245" fmla="*/ 981959 w 11269336"/>
              <a:gd name="connsiteY245" fmla="*/ 2231607 h 2323145"/>
              <a:gd name="connsiteX246" fmla="*/ 938600 w 11269336"/>
              <a:gd name="connsiteY246" fmla="*/ 2238113 h 2323145"/>
              <a:gd name="connsiteX247" fmla="*/ 791788 w 11269336"/>
              <a:gd name="connsiteY247" fmla="*/ 2293224 h 2323145"/>
              <a:gd name="connsiteX248" fmla="*/ 706914 w 11269336"/>
              <a:gd name="connsiteY248" fmla="*/ 2305046 h 2323145"/>
              <a:gd name="connsiteX249" fmla="*/ 675971 w 11269336"/>
              <a:gd name="connsiteY249" fmla="*/ 2304030 h 2323145"/>
              <a:gd name="connsiteX250" fmla="*/ 624180 w 11269336"/>
              <a:gd name="connsiteY250" fmla="*/ 2302650 h 2323145"/>
              <a:gd name="connsiteX251" fmla="*/ 583453 w 11269336"/>
              <a:gd name="connsiteY251" fmla="*/ 2288788 h 2323145"/>
              <a:gd name="connsiteX252" fmla="*/ 540946 w 11269336"/>
              <a:gd name="connsiteY252" fmla="*/ 2292721 h 2323145"/>
              <a:gd name="connsiteX253" fmla="*/ 533680 w 11269336"/>
              <a:gd name="connsiteY253" fmla="*/ 2310233 h 2323145"/>
              <a:gd name="connsiteX254" fmla="*/ 487366 w 11269336"/>
              <a:gd name="connsiteY254" fmla="*/ 2309053 h 2323145"/>
              <a:gd name="connsiteX255" fmla="*/ 416820 w 11269336"/>
              <a:gd name="connsiteY255" fmla="*/ 2305443 h 2323145"/>
              <a:gd name="connsiteX256" fmla="*/ 376805 w 11269336"/>
              <a:gd name="connsiteY256" fmla="*/ 2307647 h 2323145"/>
              <a:gd name="connsiteX257" fmla="*/ 266777 w 11269336"/>
              <a:gd name="connsiteY257" fmla="*/ 2309012 h 2323145"/>
              <a:gd name="connsiteX258" fmla="*/ 156013 w 11269336"/>
              <a:gd name="connsiteY258" fmla="*/ 2306832 h 2323145"/>
              <a:gd name="connsiteX259" fmla="*/ 87258 w 11269336"/>
              <a:gd name="connsiteY259" fmla="*/ 2285511 h 2323145"/>
              <a:gd name="connsiteX260" fmla="*/ 23798 w 11269336"/>
              <a:gd name="connsiteY260" fmla="*/ 2281822 h 2323145"/>
              <a:gd name="connsiteX261" fmla="*/ 0 w 11269336"/>
              <a:gd name="connsiteY261" fmla="*/ 2285369 h 2323145"/>
              <a:gd name="connsiteX262" fmla="*/ 0 w 11269336"/>
              <a:gd name="connsiteY262"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561575 w 11269336"/>
              <a:gd name="connsiteY19" fmla="*/ 559978 h 2323145"/>
              <a:gd name="connsiteX20" fmla="*/ 9162278 w 11269336"/>
              <a:gd name="connsiteY20" fmla="*/ 704724 h 2323145"/>
              <a:gd name="connsiteX21" fmla="*/ 9062863 w 11269336"/>
              <a:gd name="connsiteY21" fmla="*/ 754656 h 2323145"/>
              <a:gd name="connsiteX22" fmla="*/ 8914746 w 11269336"/>
              <a:gd name="connsiteY22" fmla="*/ 826428 h 2323145"/>
              <a:gd name="connsiteX23" fmla="*/ 8917778 w 11269336"/>
              <a:gd name="connsiteY23" fmla="*/ 835198 h 2323145"/>
              <a:gd name="connsiteX24" fmla="*/ 8905560 w 11269336"/>
              <a:gd name="connsiteY24" fmla="*/ 838358 h 2323145"/>
              <a:gd name="connsiteX25" fmla="*/ 8897564 w 11269336"/>
              <a:gd name="connsiteY25" fmla="*/ 834287 h 2323145"/>
              <a:gd name="connsiteX26" fmla="*/ 8878040 w 11269336"/>
              <a:gd name="connsiteY26" fmla="*/ 844150 h 2323145"/>
              <a:gd name="connsiteX27" fmla="*/ 8795998 w 11269336"/>
              <a:gd name="connsiteY27" fmla="*/ 863337 h 2323145"/>
              <a:gd name="connsiteX28" fmla="*/ 8776970 w 11269336"/>
              <a:gd name="connsiteY28" fmla="*/ 885177 h 2323145"/>
              <a:gd name="connsiteX29" fmla="*/ 8755719 w 11269336"/>
              <a:gd name="connsiteY29" fmla="*/ 889754 h 2323145"/>
              <a:gd name="connsiteX30" fmla="*/ 8743257 w 11269336"/>
              <a:gd name="connsiteY30" fmla="*/ 904723 h 2323145"/>
              <a:gd name="connsiteX31" fmla="*/ 8721366 w 11269336"/>
              <a:gd name="connsiteY31" fmla="*/ 904711 h 2323145"/>
              <a:gd name="connsiteX32" fmla="*/ 8678353 w 11269336"/>
              <a:gd name="connsiteY32" fmla="*/ 926318 h 2323145"/>
              <a:gd name="connsiteX33" fmla="*/ 8636849 w 11269336"/>
              <a:gd name="connsiteY33" fmla="*/ 937900 h 2323145"/>
              <a:gd name="connsiteX34" fmla="*/ 8620213 w 11269336"/>
              <a:gd name="connsiteY34" fmla="*/ 943068 h 2323145"/>
              <a:gd name="connsiteX35" fmla="*/ 8612581 w 11269336"/>
              <a:gd name="connsiteY35" fmla="*/ 952695 h 2323145"/>
              <a:gd name="connsiteX36" fmla="*/ 8589038 w 11269336"/>
              <a:gd name="connsiteY36" fmla="*/ 963892 h 2323145"/>
              <a:gd name="connsiteX37" fmla="*/ 8579950 w 11269336"/>
              <a:gd name="connsiteY37" fmla="*/ 960899 h 2323145"/>
              <a:gd name="connsiteX38" fmla="*/ 8579319 w 11269336"/>
              <a:gd name="connsiteY38" fmla="*/ 965630 h 2323145"/>
              <a:gd name="connsiteX39" fmla="*/ 8547429 w 11269336"/>
              <a:gd name="connsiteY39" fmla="*/ 984506 h 2323145"/>
              <a:gd name="connsiteX40" fmla="*/ 8478704 w 11269336"/>
              <a:gd name="connsiteY40" fmla="*/ 1025490 h 2323145"/>
              <a:gd name="connsiteX41" fmla="*/ 8461421 w 11269336"/>
              <a:gd name="connsiteY41" fmla="*/ 1035512 h 2323145"/>
              <a:gd name="connsiteX42" fmla="*/ 8445003 w 11269336"/>
              <a:gd name="connsiteY42" fmla="*/ 1036851 h 2323145"/>
              <a:gd name="connsiteX43" fmla="*/ 8357350 w 11269336"/>
              <a:gd name="connsiteY43" fmla="*/ 1060213 h 2323145"/>
              <a:gd name="connsiteX44" fmla="*/ 8335565 w 11269336"/>
              <a:gd name="connsiteY44" fmla="*/ 1061151 h 2323145"/>
              <a:gd name="connsiteX45" fmla="*/ 8325267 w 11269336"/>
              <a:gd name="connsiteY45" fmla="*/ 1055919 h 2323145"/>
              <a:gd name="connsiteX46" fmla="*/ 8293586 w 11269336"/>
              <a:gd name="connsiteY46" fmla="*/ 1076144 h 2323145"/>
              <a:gd name="connsiteX47" fmla="*/ 8242405 w 11269336"/>
              <a:gd name="connsiteY47" fmla="*/ 1095960 h 2323145"/>
              <a:gd name="connsiteX48" fmla="*/ 8197391 w 11269336"/>
              <a:gd name="connsiteY48" fmla="*/ 1107746 h 2323145"/>
              <a:gd name="connsiteX49" fmla="*/ 8081474 w 11269336"/>
              <a:gd name="connsiteY49" fmla="*/ 1130125 h 2323145"/>
              <a:gd name="connsiteX50" fmla="*/ 8053585 w 11269336"/>
              <a:gd name="connsiteY50" fmla="*/ 1129169 h 2323145"/>
              <a:gd name="connsiteX51" fmla="*/ 8038422 w 11269336"/>
              <a:gd name="connsiteY51" fmla="*/ 1119092 h 2323145"/>
              <a:gd name="connsiteX52" fmla="*/ 8029450 w 11269336"/>
              <a:gd name="connsiteY52" fmla="*/ 1125592 h 2323145"/>
              <a:gd name="connsiteX53" fmla="*/ 7959552 w 11269336"/>
              <a:gd name="connsiteY53" fmla="*/ 1140188 h 2323145"/>
              <a:gd name="connsiteX54" fmla="*/ 7914188 w 11269336"/>
              <a:gd name="connsiteY54" fmla="*/ 1150862 h 2323145"/>
              <a:gd name="connsiteX55" fmla="*/ 7914918 w 11269336"/>
              <a:gd name="connsiteY55" fmla="*/ 1168758 h 2323145"/>
              <a:gd name="connsiteX56" fmla="*/ 7875510 w 11269336"/>
              <a:gd name="connsiteY56" fmla="*/ 1183153 h 2323145"/>
              <a:gd name="connsiteX57" fmla="*/ 7829932 w 11269336"/>
              <a:gd name="connsiteY57" fmla="*/ 1180782 h 2323145"/>
              <a:gd name="connsiteX58" fmla="*/ 7779182 w 11269336"/>
              <a:gd name="connsiteY58" fmla="*/ 1192665 h 2323145"/>
              <a:gd name="connsiteX59" fmla="*/ 7748774 w 11269336"/>
              <a:gd name="connsiteY59" fmla="*/ 1199586 h 2323145"/>
              <a:gd name="connsiteX60" fmla="*/ 7671846 w 11269336"/>
              <a:gd name="connsiteY60" fmla="*/ 1231966 h 2323145"/>
              <a:gd name="connsiteX61" fmla="*/ 7554146 w 11269336"/>
              <a:gd name="connsiteY61" fmla="*/ 1319748 h 2323145"/>
              <a:gd name="connsiteX62" fmla="*/ 7515052 w 11269336"/>
              <a:gd name="connsiteY62" fmla="*/ 1336718 h 2323145"/>
              <a:gd name="connsiteX63" fmla="*/ 7507193 w 11269336"/>
              <a:gd name="connsiteY63" fmla="*/ 1334617 h 2323145"/>
              <a:gd name="connsiteX64" fmla="*/ 7461694 w 11269336"/>
              <a:gd name="connsiteY64" fmla="*/ 1375866 h 2323145"/>
              <a:gd name="connsiteX65" fmla="*/ 7377571 w 11269336"/>
              <a:gd name="connsiteY65" fmla="*/ 1400128 h 2323145"/>
              <a:gd name="connsiteX66" fmla="*/ 7311261 w 11269336"/>
              <a:gd name="connsiteY66" fmla="*/ 1412652 h 2323145"/>
              <a:gd name="connsiteX67" fmla="*/ 7275307 w 11269336"/>
              <a:gd name="connsiteY67" fmla="*/ 1422171 h 2323145"/>
              <a:gd name="connsiteX68" fmla="*/ 7247783 w 11269336"/>
              <a:gd name="connsiteY68" fmla="*/ 1426330 h 2323145"/>
              <a:gd name="connsiteX69" fmla="*/ 7185047 w 11269336"/>
              <a:gd name="connsiteY69" fmla="*/ 1451812 h 2323145"/>
              <a:gd name="connsiteX70" fmla="*/ 7084117 w 11269336"/>
              <a:gd name="connsiteY70" fmla="*/ 1500281 h 2323145"/>
              <a:gd name="connsiteX71" fmla="*/ 7062011 w 11269336"/>
              <a:gd name="connsiteY71" fmla="*/ 1509183 h 2323145"/>
              <a:gd name="connsiteX72" fmla="*/ 7040555 w 11269336"/>
              <a:gd name="connsiteY72" fmla="*/ 1511207 h 2323145"/>
              <a:gd name="connsiteX73" fmla="*/ 7033438 w 11269336"/>
              <a:gd name="connsiteY73" fmla="*/ 1506772 h 2323145"/>
              <a:gd name="connsiteX74" fmla="*/ 7020886 w 11269336"/>
              <a:gd name="connsiteY74" fmla="*/ 1510764 h 2323145"/>
              <a:gd name="connsiteX75" fmla="*/ 7017033 w 11269336"/>
              <a:gd name="connsiteY75" fmla="*/ 1510650 h 2323145"/>
              <a:gd name="connsiteX76" fmla="*/ 6995460 w 11269336"/>
              <a:gd name="connsiteY76" fmla="*/ 1511173 h 2323145"/>
              <a:gd name="connsiteX77" fmla="*/ 6962144 w 11269336"/>
              <a:gd name="connsiteY77" fmla="*/ 1541508 h 2323145"/>
              <a:gd name="connsiteX78" fmla="*/ 6910674 w 11269336"/>
              <a:gd name="connsiteY78" fmla="*/ 1554793 h 2323145"/>
              <a:gd name="connsiteX79" fmla="*/ 6732152 w 11269336"/>
              <a:gd name="connsiteY79" fmla="*/ 1642538 h 2323145"/>
              <a:gd name="connsiteX80" fmla="*/ 6694106 w 11269336"/>
              <a:gd name="connsiteY80" fmla="*/ 1632377 h 2323145"/>
              <a:gd name="connsiteX81" fmla="*/ 6617223 w 11269336"/>
              <a:gd name="connsiteY81" fmla="*/ 1659889 h 2323145"/>
              <a:gd name="connsiteX82" fmla="*/ 6521138 w 11269336"/>
              <a:gd name="connsiteY82" fmla="*/ 1744340 h 2323145"/>
              <a:gd name="connsiteX83" fmla="*/ 6380677 w 11269336"/>
              <a:gd name="connsiteY83" fmla="*/ 1796883 h 2323145"/>
              <a:gd name="connsiteX84" fmla="*/ 6374897 w 11269336"/>
              <a:gd name="connsiteY84" fmla="*/ 1809910 h 2323145"/>
              <a:gd name="connsiteX85" fmla="*/ 6364545 w 11269336"/>
              <a:gd name="connsiteY85" fmla="*/ 1820090 h 2323145"/>
              <a:gd name="connsiteX86" fmla="*/ 6362126 w 11269336"/>
              <a:gd name="connsiteY86" fmla="*/ 1819991 h 2323145"/>
              <a:gd name="connsiteX87" fmla="*/ 6346673 w 11269336"/>
              <a:gd name="connsiteY87" fmla="*/ 1827824 h 2323145"/>
              <a:gd name="connsiteX88" fmla="*/ 6345588 w 11269336"/>
              <a:gd name="connsiteY88" fmla="*/ 1832232 h 2323145"/>
              <a:gd name="connsiteX89" fmla="*/ 6335708 w 11269336"/>
              <a:gd name="connsiteY89" fmla="*/ 1838451 h 2323145"/>
              <a:gd name="connsiteX90" fmla="*/ 6318182 w 11269336"/>
              <a:gd name="connsiteY90" fmla="*/ 1852975 h 2323145"/>
              <a:gd name="connsiteX91" fmla="*/ 6313084 w 11269336"/>
              <a:gd name="connsiteY91" fmla="*/ 1853561 h 2323145"/>
              <a:gd name="connsiteX92" fmla="*/ 6283816 w 11269336"/>
              <a:gd name="connsiteY92" fmla="*/ 1872148 h 2323145"/>
              <a:gd name="connsiteX93" fmla="*/ 6282550 w 11269336"/>
              <a:gd name="connsiteY93" fmla="*/ 1871392 h 2323145"/>
              <a:gd name="connsiteX94" fmla="*/ 6270527 w 11269336"/>
              <a:gd name="connsiteY94" fmla="*/ 1872208 h 2323145"/>
              <a:gd name="connsiteX95" fmla="*/ 6249518 w 11269336"/>
              <a:gd name="connsiteY95" fmla="*/ 1876079 h 2323145"/>
              <a:gd name="connsiteX96" fmla="*/ 6190386 w 11269336"/>
              <a:gd name="connsiteY96" fmla="*/ 1872478 h 2323145"/>
              <a:gd name="connsiteX97" fmla="*/ 6159777 w 11269336"/>
              <a:gd name="connsiteY97" fmla="*/ 1891745 h 2323145"/>
              <a:gd name="connsiteX98" fmla="*/ 6153131 w 11269336"/>
              <a:gd name="connsiteY98" fmla="*/ 1895079 h 2323145"/>
              <a:gd name="connsiteX99" fmla="*/ 6152798 w 11269336"/>
              <a:gd name="connsiteY99" fmla="*/ 1894920 h 2323145"/>
              <a:gd name="connsiteX100" fmla="*/ 6145388 w 11269336"/>
              <a:gd name="connsiteY100" fmla="*/ 1897990 h 2323145"/>
              <a:gd name="connsiteX101" fmla="*/ 6141014 w 11269336"/>
              <a:gd name="connsiteY101" fmla="*/ 1901155 h 2323145"/>
              <a:gd name="connsiteX102" fmla="*/ 6128122 w 11269336"/>
              <a:gd name="connsiteY102" fmla="*/ 1907623 h 2323145"/>
              <a:gd name="connsiteX103" fmla="*/ 6122351 w 11269336"/>
              <a:gd name="connsiteY103" fmla="*/ 1908359 h 2323145"/>
              <a:gd name="connsiteX104" fmla="*/ 6064750 w 11269336"/>
              <a:gd name="connsiteY104" fmla="*/ 1896394 h 2323145"/>
              <a:gd name="connsiteX105" fmla="*/ 5964230 w 11269336"/>
              <a:gd name="connsiteY105" fmla="*/ 1910038 h 2323145"/>
              <a:gd name="connsiteX106" fmla="*/ 5865399 w 11269336"/>
              <a:gd name="connsiteY106" fmla="*/ 1926966 h 2323145"/>
              <a:gd name="connsiteX107" fmla="*/ 5829951 w 11269336"/>
              <a:gd name="connsiteY107" fmla="*/ 1934755 h 2323145"/>
              <a:gd name="connsiteX108" fmla="*/ 5765285 w 11269336"/>
              <a:gd name="connsiteY108" fmla="*/ 1941322 h 2323145"/>
              <a:gd name="connsiteX109" fmla="*/ 5734750 w 11269336"/>
              <a:gd name="connsiteY109" fmla="*/ 1939793 h 2323145"/>
              <a:gd name="connsiteX110" fmla="*/ 5733569 w 11269336"/>
              <a:gd name="connsiteY110" fmla="*/ 1940505 h 2323145"/>
              <a:gd name="connsiteX111" fmla="*/ 5730329 w 11269336"/>
              <a:gd name="connsiteY111" fmla="*/ 1937845 h 2323145"/>
              <a:gd name="connsiteX112" fmla="*/ 5724661 w 11269336"/>
              <a:gd name="connsiteY112" fmla="*/ 1937455 h 2323145"/>
              <a:gd name="connsiteX113" fmla="*/ 5710186 w 11269336"/>
              <a:gd name="connsiteY113" fmla="*/ 1941370 h 2323145"/>
              <a:gd name="connsiteX114" fmla="*/ 5704910 w 11269336"/>
              <a:gd name="connsiteY114" fmla="*/ 1943663 h 2323145"/>
              <a:gd name="connsiteX115" fmla="*/ 5696836 w 11269336"/>
              <a:gd name="connsiteY115" fmla="*/ 1945271 h 2323145"/>
              <a:gd name="connsiteX116" fmla="*/ 5696583 w 11269336"/>
              <a:gd name="connsiteY116" fmla="*/ 1945050 h 2323145"/>
              <a:gd name="connsiteX117" fmla="*/ 5689123 w 11269336"/>
              <a:gd name="connsiteY117" fmla="*/ 1947067 h 2323145"/>
              <a:gd name="connsiteX118" fmla="*/ 5653291 w 11269336"/>
              <a:gd name="connsiteY118" fmla="*/ 1960245 h 2323145"/>
              <a:gd name="connsiteX119" fmla="*/ 5599385 w 11269336"/>
              <a:gd name="connsiteY119" fmla="*/ 1945198 h 2323145"/>
              <a:gd name="connsiteX120" fmla="*/ 5578300 w 11269336"/>
              <a:gd name="connsiteY120" fmla="*/ 1944963 h 2323145"/>
              <a:gd name="connsiteX121" fmla="*/ 5566758 w 11269336"/>
              <a:gd name="connsiteY121" fmla="*/ 1943441 h 2323145"/>
              <a:gd name="connsiteX122" fmla="*/ 5565857 w 11269336"/>
              <a:gd name="connsiteY122" fmla="*/ 1942445 h 2323145"/>
              <a:gd name="connsiteX123" fmla="*/ 5531534 w 11269336"/>
              <a:gd name="connsiteY123" fmla="*/ 1955208 h 2323145"/>
              <a:gd name="connsiteX124" fmla="*/ 5526552 w 11269336"/>
              <a:gd name="connsiteY124" fmla="*/ 1954799 h 2323145"/>
              <a:gd name="connsiteX125" fmla="*/ 5504723 w 11269336"/>
              <a:gd name="connsiteY125" fmla="*/ 1965811 h 2323145"/>
              <a:gd name="connsiteX126" fmla="*/ 5493156 w 11269336"/>
              <a:gd name="connsiteY126" fmla="*/ 1970063 h 2323145"/>
              <a:gd name="connsiteX127" fmla="*/ 5490486 w 11269336"/>
              <a:gd name="connsiteY127" fmla="*/ 1974227 h 2323145"/>
              <a:gd name="connsiteX128" fmla="*/ 5473107 w 11269336"/>
              <a:gd name="connsiteY128" fmla="*/ 1979001 h 2323145"/>
              <a:gd name="connsiteX129" fmla="*/ 5470885 w 11269336"/>
              <a:gd name="connsiteY129" fmla="*/ 1978432 h 2323145"/>
              <a:gd name="connsiteX130" fmla="*/ 5457393 w 11269336"/>
              <a:gd name="connsiteY130" fmla="*/ 1986525 h 2323145"/>
              <a:gd name="connsiteX131" fmla="*/ 5447102 w 11269336"/>
              <a:gd name="connsiteY131" fmla="*/ 1998329 h 2323145"/>
              <a:gd name="connsiteX132" fmla="*/ 5159151 w 11269336"/>
              <a:gd name="connsiteY132" fmla="*/ 2029640 h 2323145"/>
              <a:gd name="connsiteX133" fmla="*/ 5098838 w 11269336"/>
              <a:gd name="connsiteY133" fmla="*/ 2062961 h 2323145"/>
              <a:gd name="connsiteX134" fmla="*/ 4860988 w 11269336"/>
              <a:gd name="connsiteY134" fmla="*/ 2135698 h 2323145"/>
              <a:gd name="connsiteX135" fmla="*/ 4807902 w 11269336"/>
              <a:gd name="connsiteY135" fmla="*/ 2138894 h 2323145"/>
              <a:gd name="connsiteX136" fmla="*/ 4765388 w 11269336"/>
              <a:gd name="connsiteY136" fmla="*/ 2162525 h 2323145"/>
              <a:gd name="connsiteX137" fmla="*/ 4745033 w 11269336"/>
              <a:gd name="connsiteY137" fmla="*/ 2158859 h 2323145"/>
              <a:gd name="connsiteX138" fmla="*/ 4741475 w 11269336"/>
              <a:gd name="connsiteY138" fmla="*/ 2157998 h 2323145"/>
              <a:gd name="connsiteX139" fmla="*/ 4728247 w 11269336"/>
              <a:gd name="connsiteY139" fmla="*/ 2159526 h 2323145"/>
              <a:gd name="connsiteX140" fmla="*/ 4723263 w 11269336"/>
              <a:gd name="connsiteY140" fmla="*/ 2153742 h 2323145"/>
              <a:gd name="connsiteX141" fmla="*/ 4702453 w 11269336"/>
              <a:gd name="connsiteY141" fmla="*/ 2151586 h 2323145"/>
              <a:gd name="connsiteX142" fmla="*/ 4678455 w 11269336"/>
              <a:gd name="connsiteY142" fmla="*/ 2156131 h 2323145"/>
              <a:gd name="connsiteX143" fmla="*/ 4593061 w 11269336"/>
              <a:gd name="connsiteY143" fmla="*/ 2171597 h 2323145"/>
              <a:gd name="connsiteX144" fmla="*/ 4533444 w 11269336"/>
              <a:gd name="connsiteY144" fmla="*/ 2181200 h 2323145"/>
              <a:gd name="connsiteX145" fmla="*/ 4492832 w 11269336"/>
              <a:gd name="connsiteY145" fmla="*/ 2188033 h 2323145"/>
              <a:gd name="connsiteX146" fmla="*/ 4467257 w 11269336"/>
              <a:gd name="connsiteY146" fmla="*/ 2196121 h 2323145"/>
              <a:gd name="connsiteX147" fmla="*/ 4459937 w 11269336"/>
              <a:gd name="connsiteY147" fmla="*/ 2195182 h 2323145"/>
              <a:gd name="connsiteX148" fmla="*/ 4433312 w 11269336"/>
              <a:gd name="connsiteY148" fmla="*/ 2199004 h 2323145"/>
              <a:gd name="connsiteX149" fmla="*/ 4420601 w 11269336"/>
              <a:gd name="connsiteY149" fmla="*/ 2205158 h 2323145"/>
              <a:gd name="connsiteX150" fmla="*/ 4405765 w 11269336"/>
              <a:gd name="connsiteY150" fmla="*/ 2199902 h 2323145"/>
              <a:gd name="connsiteX151" fmla="*/ 4401354 w 11269336"/>
              <a:gd name="connsiteY151" fmla="*/ 2194745 h 2323145"/>
              <a:gd name="connsiteX152" fmla="*/ 4383151 w 11269336"/>
              <a:gd name="connsiteY152" fmla="*/ 2201140 h 2323145"/>
              <a:gd name="connsiteX153" fmla="*/ 4366646 w 11269336"/>
              <a:gd name="connsiteY153" fmla="*/ 2198564 h 2323145"/>
              <a:gd name="connsiteX154" fmla="*/ 4354009 w 11269336"/>
              <a:gd name="connsiteY154" fmla="*/ 2204984 h 2323145"/>
              <a:gd name="connsiteX155" fmla="*/ 4348284 w 11269336"/>
              <a:gd name="connsiteY155" fmla="*/ 2205270 h 2323145"/>
              <a:gd name="connsiteX156" fmla="*/ 4333906 w 11269336"/>
              <a:gd name="connsiteY156" fmla="*/ 2205251 h 2323145"/>
              <a:gd name="connsiteX157" fmla="*/ 4308819 w 11269336"/>
              <a:gd name="connsiteY157" fmla="*/ 2203822 h 2323145"/>
              <a:gd name="connsiteX158" fmla="*/ 4301210 w 11269336"/>
              <a:gd name="connsiteY158" fmla="*/ 2204456 h 2323145"/>
              <a:gd name="connsiteX159" fmla="*/ 4283095 w 11269336"/>
              <a:gd name="connsiteY159" fmla="*/ 2198177 h 2323145"/>
              <a:gd name="connsiteX160" fmla="*/ 4250119 w 11269336"/>
              <a:gd name="connsiteY160" fmla="*/ 2196342 h 2323145"/>
              <a:gd name="connsiteX161" fmla="*/ 4189203 w 11269336"/>
              <a:gd name="connsiteY161" fmla="*/ 2178994 h 2323145"/>
              <a:gd name="connsiteX162" fmla="*/ 4154035 w 11269336"/>
              <a:gd name="connsiteY162" fmla="*/ 2171950 h 2323145"/>
              <a:gd name="connsiteX163" fmla="*/ 4129569 w 11269336"/>
              <a:gd name="connsiteY163" fmla="*/ 2163850 h 2323145"/>
              <a:gd name="connsiteX164" fmla="*/ 4061250 w 11269336"/>
              <a:gd name="connsiteY164" fmla="*/ 2159236 h 2323145"/>
              <a:gd name="connsiteX165" fmla="*/ 3945480 w 11269336"/>
              <a:gd name="connsiteY165" fmla="*/ 2158279 h 2323145"/>
              <a:gd name="connsiteX166" fmla="*/ 3921468 w 11269336"/>
              <a:gd name="connsiteY166" fmla="*/ 2156588 h 2323145"/>
              <a:gd name="connsiteX167" fmla="*/ 3903348 w 11269336"/>
              <a:gd name="connsiteY167" fmla="*/ 2149220 h 2323145"/>
              <a:gd name="connsiteX168" fmla="*/ 3901342 w 11269336"/>
              <a:gd name="connsiteY168" fmla="*/ 2142355 h 2323145"/>
              <a:gd name="connsiteX169" fmla="*/ 3888539 w 11269336"/>
              <a:gd name="connsiteY169" fmla="*/ 2140476 h 2323145"/>
              <a:gd name="connsiteX170" fmla="*/ 3885662 w 11269336"/>
              <a:gd name="connsiteY170" fmla="*/ 2138740 h 2323145"/>
              <a:gd name="connsiteX171" fmla="*/ 3868627 w 11269336"/>
              <a:gd name="connsiteY171" fmla="*/ 2130023 h 2323145"/>
              <a:gd name="connsiteX172" fmla="*/ 3819177 w 11269336"/>
              <a:gd name="connsiteY172" fmla="*/ 2142111 h 2323145"/>
              <a:gd name="connsiteX173" fmla="*/ 3769100 w 11269336"/>
              <a:gd name="connsiteY173" fmla="*/ 2131731 h 2323145"/>
              <a:gd name="connsiteX174" fmla="*/ 3562752 w 11269336"/>
              <a:gd name="connsiteY174" fmla="*/ 2131785 h 2323145"/>
              <a:gd name="connsiteX175" fmla="*/ 3541402 w 11269336"/>
              <a:gd name="connsiteY175" fmla="*/ 2106821 h 2323145"/>
              <a:gd name="connsiteX176" fmla="*/ 3365341 w 11269336"/>
              <a:gd name="connsiteY176" fmla="*/ 2077638 h 2323145"/>
              <a:gd name="connsiteX177" fmla="*/ 3170922 w 11269336"/>
              <a:gd name="connsiteY177" fmla="*/ 2115957 h 2323145"/>
              <a:gd name="connsiteX178" fmla="*/ 3156256 w 11269336"/>
              <a:gd name="connsiteY178" fmla="*/ 2124773 h 2323145"/>
              <a:gd name="connsiteX179" fmla="*/ 3140298 w 11269336"/>
              <a:gd name="connsiteY179" fmla="*/ 2129182 h 2323145"/>
              <a:gd name="connsiteX180" fmla="*/ 3138514 w 11269336"/>
              <a:gd name="connsiteY180" fmla="*/ 2128069 h 2323145"/>
              <a:gd name="connsiteX181" fmla="*/ 3120467 w 11269336"/>
              <a:gd name="connsiteY181" fmla="*/ 2128281 h 2323145"/>
              <a:gd name="connsiteX182" fmla="*/ 3116175 w 11269336"/>
              <a:gd name="connsiteY182" fmla="*/ 2131633 h 2323145"/>
              <a:gd name="connsiteX183" fmla="*/ 3103685 w 11269336"/>
              <a:gd name="connsiteY183" fmla="*/ 2132814 h 2323145"/>
              <a:gd name="connsiteX184" fmla="*/ 3078794 w 11269336"/>
              <a:gd name="connsiteY184" fmla="*/ 2137935 h 2323145"/>
              <a:gd name="connsiteX185" fmla="*/ 3074407 w 11269336"/>
              <a:gd name="connsiteY185" fmla="*/ 2136274 h 2323145"/>
              <a:gd name="connsiteX186" fmla="*/ 3037285 w 11269336"/>
              <a:gd name="connsiteY186" fmla="*/ 2139919 h 2323145"/>
              <a:gd name="connsiteX187" fmla="*/ 3036901 w 11269336"/>
              <a:gd name="connsiteY187" fmla="*/ 2138726 h 2323145"/>
              <a:gd name="connsiteX188" fmla="*/ 3026996 w 11269336"/>
              <a:gd name="connsiteY188" fmla="*/ 2134322 h 2323145"/>
              <a:gd name="connsiteX189" fmla="*/ 3007772 w 11269336"/>
              <a:gd name="connsiteY189" fmla="*/ 2128742 h 2323145"/>
              <a:gd name="connsiteX190" fmla="*/ 2965030 w 11269336"/>
              <a:gd name="connsiteY190" fmla="*/ 2100494 h 2323145"/>
              <a:gd name="connsiteX191" fmla="*/ 2926342 w 11269336"/>
              <a:gd name="connsiteY191" fmla="*/ 2104155 h 2323145"/>
              <a:gd name="connsiteX192" fmla="*/ 2918608 w 11269336"/>
              <a:gd name="connsiteY192" fmla="*/ 2104215 h 2323145"/>
              <a:gd name="connsiteX193" fmla="*/ 2918475 w 11269336"/>
              <a:gd name="connsiteY193" fmla="*/ 2103937 h 2323145"/>
              <a:gd name="connsiteX194" fmla="*/ 2910360 w 11269336"/>
              <a:gd name="connsiteY194" fmla="*/ 2103444 h 2323145"/>
              <a:gd name="connsiteX195" fmla="*/ 2904507 w 11269336"/>
              <a:gd name="connsiteY195" fmla="*/ 2104326 h 2323145"/>
              <a:gd name="connsiteX196" fmla="*/ 2889503 w 11269336"/>
              <a:gd name="connsiteY196" fmla="*/ 2104443 h 2323145"/>
              <a:gd name="connsiteX197" fmla="*/ 2884480 w 11269336"/>
              <a:gd name="connsiteY197" fmla="*/ 2102626 h 2323145"/>
              <a:gd name="connsiteX198" fmla="*/ 2882689 w 11269336"/>
              <a:gd name="connsiteY198" fmla="*/ 2099228 h 2323145"/>
              <a:gd name="connsiteX199" fmla="*/ 2881291 w 11269336"/>
              <a:gd name="connsiteY199" fmla="*/ 2099618 h 2323145"/>
              <a:gd name="connsiteX200" fmla="*/ 2853979 w 11269336"/>
              <a:gd name="connsiteY200" fmla="*/ 2090388 h 2323145"/>
              <a:gd name="connsiteX201" fmla="*/ 2791790 w 11269336"/>
              <a:gd name="connsiteY201" fmla="*/ 2080332 h 2323145"/>
              <a:gd name="connsiteX202" fmla="*/ 2755844 w 11269336"/>
              <a:gd name="connsiteY202" fmla="*/ 2078874 h 2323145"/>
              <a:gd name="connsiteX203" fmla="*/ 2657742 w 11269336"/>
              <a:gd name="connsiteY203" fmla="*/ 2070179 h 2323145"/>
              <a:gd name="connsiteX204" fmla="*/ 2559549 w 11269336"/>
              <a:gd name="connsiteY204" fmla="*/ 2057873 h 2323145"/>
              <a:gd name="connsiteX205" fmla="*/ 2512054 w 11269336"/>
              <a:gd name="connsiteY205" fmla="*/ 2031671 h 2323145"/>
              <a:gd name="connsiteX206" fmla="*/ 2506437 w 11269336"/>
              <a:gd name="connsiteY206" fmla="*/ 2030918 h 2323145"/>
              <a:gd name="connsiteX207" fmla="*/ 2491752 w 11269336"/>
              <a:gd name="connsiteY207" fmla="*/ 2033906 h 2323145"/>
              <a:gd name="connsiteX208" fmla="*/ 2486338 w 11269336"/>
              <a:gd name="connsiteY208" fmla="*/ 2035862 h 2323145"/>
              <a:gd name="connsiteX209" fmla="*/ 2478186 w 11269336"/>
              <a:gd name="connsiteY209" fmla="*/ 2036953 h 2323145"/>
              <a:gd name="connsiteX210" fmla="*/ 2477950 w 11269336"/>
              <a:gd name="connsiteY210" fmla="*/ 2036715 h 2323145"/>
              <a:gd name="connsiteX211" fmla="*/ 2470381 w 11269336"/>
              <a:gd name="connsiteY211" fmla="*/ 2038256 h 2323145"/>
              <a:gd name="connsiteX212" fmla="*/ 2433781 w 11269336"/>
              <a:gd name="connsiteY212" fmla="*/ 2049140 h 2323145"/>
              <a:gd name="connsiteX213" fmla="*/ 2381172 w 11269336"/>
              <a:gd name="connsiteY213" fmla="*/ 2030645 h 2323145"/>
              <a:gd name="connsiteX214" fmla="*/ 2360198 w 11269336"/>
              <a:gd name="connsiteY214" fmla="*/ 2029059 h 2323145"/>
              <a:gd name="connsiteX215" fmla="*/ 2348815 w 11269336"/>
              <a:gd name="connsiteY215" fmla="*/ 2026798 h 2323145"/>
              <a:gd name="connsiteX216" fmla="*/ 2347988 w 11269336"/>
              <a:gd name="connsiteY216" fmla="*/ 2025745 h 2323145"/>
              <a:gd name="connsiteX217" fmla="*/ 2312920 w 11269336"/>
              <a:gd name="connsiteY217" fmla="*/ 2036311 h 2323145"/>
              <a:gd name="connsiteX218" fmla="*/ 2307986 w 11269336"/>
              <a:gd name="connsiteY218" fmla="*/ 2035583 h 2323145"/>
              <a:gd name="connsiteX219" fmla="*/ 2285481 w 11269336"/>
              <a:gd name="connsiteY219" fmla="*/ 2045197 h 2323145"/>
              <a:gd name="connsiteX220" fmla="*/ 2273666 w 11269336"/>
              <a:gd name="connsiteY220" fmla="*/ 2048710 h 2323145"/>
              <a:gd name="connsiteX221" fmla="*/ 2270719 w 11269336"/>
              <a:gd name="connsiteY221" fmla="*/ 2052702 h 2323145"/>
              <a:gd name="connsiteX222" fmla="*/ 2253080 w 11269336"/>
              <a:gd name="connsiteY222" fmla="*/ 2056363 h 2323145"/>
              <a:gd name="connsiteX223" fmla="*/ 2250906 w 11269336"/>
              <a:gd name="connsiteY223" fmla="*/ 2055654 h 2323145"/>
              <a:gd name="connsiteX224" fmla="*/ 2236905 w 11269336"/>
              <a:gd name="connsiteY224" fmla="*/ 2062882 h 2323145"/>
              <a:gd name="connsiteX225" fmla="*/ 2225830 w 11269336"/>
              <a:gd name="connsiteY225" fmla="*/ 2074027 h 2323145"/>
              <a:gd name="connsiteX226" fmla="*/ 2073776 w 11269336"/>
              <a:gd name="connsiteY226" fmla="*/ 2089244 h 2323145"/>
              <a:gd name="connsiteX227" fmla="*/ 1948256 w 11269336"/>
              <a:gd name="connsiteY227" fmla="*/ 2146616 h 2323145"/>
              <a:gd name="connsiteX228" fmla="*/ 1865582 w 11269336"/>
              <a:gd name="connsiteY228" fmla="*/ 2153738 h 2323145"/>
              <a:gd name="connsiteX229" fmla="*/ 1835210 w 11269336"/>
              <a:gd name="connsiteY229" fmla="*/ 2134244 h 2323145"/>
              <a:gd name="connsiteX230" fmla="*/ 1632661 w 11269336"/>
              <a:gd name="connsiteY230" fmla="*/ 2173882 h 2323145"/>
              <a:gd name="connsiteX231" fmla="*/ 1579590 w 11269336"/>
              <a:gd name="connsiteY231" fmla="*/ 2173680 h 2323145"/>
              <a:gd name="connsiteX232" fmla="*/ 1535601 w 11269336"/>
              <a:gd name="connsiteY232" fmla="*/ 2194590 h 2323145"/>
              <a:gd name="connsiteX233" fmla="*/ 1515594 w 11269336"/>
              <a:gd name="connsiteY233" fmla="*/ 2189622 h 2323145"/>
              <a:gd name="connsiteX234" fmla="*/ 1512113 w 11269336"/>
              <a:gd name="connsiteY234" fmla="*/ 2188534 h 2323145"/>
              <a:gd name="connsiteX235" fmla="*/ 1498838 w 11269336"/>
              <a:gd name="connsiteY235" fmla="*/ 2189213 h 2323145"/>
              <a:gd name="connsiteX236" fmla="*/ 1494279 w 11269336"/>
              <a:gd name="connsiteY236" fmla="*/ 2183112 h 2323145"/>
              <a:gd name="connsiteX237" fmla="*/ 1473714 w 11269336"/>
              <a:gd name="connsiteY237" fmla="*/ 2179625 h 2323145"/>
              <a:gd name="connsiteX238" fmla="*/ 1449503 w 11269336"/>
              <a:gd name="connsiteY238" fmla="*/ 2182633 h 2323145"/>
              <a:gd name="connsiteX239" fmla="*/ 1266687 w 11269336"/>
              <a:gd name="connsiteY239" fmla="*/ 2212688 h 2323145"/>
              <a:gd name="connsiteX240" fmla="*/ 1239614 w 11269336"/>
              <a:gd name="connsiteY240" fmla="*/ 2209727 h 2323145"/>
              <a:gd name="connsiteX241" fmla="*/ 1202436 w 11269336"/>
              <a:gd name="connsiteY241" fmla="*/ 2209817 h 2323145"/>
              <a:gd name="connsiteX242" fmla="*/ 1136097 w 11269336"/>
              <a:gd name="connsiteY242" fmla="*/ 2205112 h 2323145"/>
              <a:gd name="connsiteX243" fmla="*/ 988232 w 11269336"/>
              <a:gd name="connsiteY243" fmla="*/ 2235635 h 2323145"/>
              <a:gd name="connsiteX244" fmla="*/ 981959 w 11269336"/>
              <a:gd name="connsiteY244" fmla="*/ 2231607 h 2323145"/>
              <a:gd name="connsiteX245" fmla="*/ 938600 w 11269336"/>
              <a:gd name="connsiteY245" fmla="*/ 2238113 h 2323145"/>
              <a:gd name="connsiteX246" fmla="*/ 791788 w 11269336"/>
              <a:gd name="connsiteY246" fmla="*/ 2293224 h 2323145"/>
              <a:gd name="connsiteX247" fmla="*/ 706914 w 11269336"/>
              <a:gd name="connsiteY247" fmla="*/ 2305046 h 2323145"/>
              <a:gd name="connsiteX248" fmla="*/ 675971 w 11269336"/>
              <a:gd name="connsiteY248" fmla="*/ 2304030 h 2323145"/>
              <a:gd name="connsiteX249" fmla="*/ 624180 w 11269336"/>
              <a:gd name="connsiteY249" fmla="*/ 2302650 h 2323145"/>
              <a:gd name="connsiteX250" fmla="*/ 583453 w 11269336"/>
              <a:gd name="connsiteY250" fmla="*/ 2288788 h 2323145"/>
              <a:gd name="connsiteX251" fmla="*/ 540946 w 11269336"/>
              <a:gd name="connsiteY251" fmla="*/ 2292721 h 2323145"/>
              <a:gd name="connsiteX252" fmla="*/ 533680 w 11269336"/>
              <a:gd name="connsiteY252" fmla="*/ 2310233 h 2323145"/>
              <a:gd name="connsiteX253" fmla="*/ 487366 w 11269336"/>
              <a:gd name="connsiteY253" fmla="*/ 2309053 h 2323145"/>
              <a:gd name="connsiteX254" fmla="*/ 416820 w 11269336"/>
              <a:gd name="connsiteY254" fmla="*/ 2305443 h 2323145"/>
              <a:gd name="connsiteX255" fmla="*/ 376805 w 11269336"/>
              <a:gd name="connsiteY255" fmla="*/ 2307647 h 2323145"/>
              <a:gd name="connsiteX256" fmla="*/ 266777 w 11269336"/>
              <a:gd name="connsiteY256" fmla="*/ 2309012 h 2323145"/>
              <a:gd name="connsiteX257" fmla="*/ 156013 w 11269336"/>
              <a:gd name="connsiteY257" fmla="*/ 2306832 h 2323145"/>
              <a:gd name="connsiteX258" fmla="*/ 87258 w 11269336"/>
              <a:gd name="connsiteY258" fmla="*/ 2285511 h 2323145"/>
              <a:gd name="connsiteX259" fmla="*/ 23798 w 11269336"/>
              <a:gd name="connsiteY259" fmla="*/ 2281822 h 2323145"/>
              <a:gd name="connsiteX260" fmla="*/ 0 w 11269336"/>
              <a:gd name="connsiteY260" fmla="*/ 2285369 h 2323145"/>
              <a:gd name="connsiteX261" fmla="*/ 0 w 11269336"/>
              <a:gd name="connsiteY261"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561575 w 11269336"/>
              <a:gd name="connsiteY19" fmla="*/ 559978 h 2323145"/>
              <a:gd name="connsiteX20" fmla="*/ 9162278 w 11269336"/>
              <a:gd name="connsiteY20" fmla="*/ 704724 h 2323145"/>
              <a:gd name="connsiteX21" fmla="*/ 9062863 w 11269336"/>
              <a:gd name="connsiteY21" fmla="*/ 754656 h 2323145"/>
              <a:gd name="connsiteX22" fmla="*/ 8914746 w 11269336"/>
              <a:gd name="connsiteY22" fmla="*/ 826428 h 2323145"/>
              <a:gd name="connsiteX23" fmla="*/ 8917778 w 11269336"/>
              <a:gd name="connsiteY23" fmla="*/ 835198 h 2323145"/>
              <a:gd name="connsiteX24" fmla="*/ 8905560 w 11269336"/>
              <a:gd name="connsiteY24" fmla="*/ 838358 h 2323145"/>
              <a:gd name="connsiteX25" fmla="*/ 8897564 w 11269336"/>
              <a:gd name="connsiteY25" fmla="*/ 834287 h 2323145"/>
              <a:gd name="connsiteX26" fmla="*/ 8878040 w 11269336"/>
              <a:gd name="connsiteY26" fmla="*/ 844150 h 2323145"/>
              <a:gd name="connsiteX27" fmla="*/ 8795998 w 11269336"/>
              <a:gd name="connsiteY27" fmla="*/ 863337 h 2323145"/>
              <a:gd name="connsiteX28" fmla="*/ 8776970 w 11269336"/>
              <a:gd name="connsiteY28" fmla="*/ 885177 h 2323145"/>
              <a:gd name="connsiteX29" fmla="*/ 8755719 w 11269336"/>
              <a:gd name="connsiteY29" fmla="*/ 889754 h 2323145"/>
              <a:gd name="connsiteX30" fmla="*/ 8743257 w 11269336"/>
              <a:gd name="connsiteY30" fmla="*/ 904723 h 2323145"/>
              <a:gd name="connsiteX31" fmla="*/ 8721366 w 11269336"/>
              <a:gd name="connsiteY31" fmla="*/ 904711 h 2323145"/>
              <a:gd name="connsiteX32" fmla="*/ 8678353 w 11269336"/>
              <a:gd name="connsiteY32" fmla="*/ 926318 h 2323145"/>
              <a:gd name="connsiteX33" fmla="*/ 8636849 w 11269336"/>
              <a:gd name="connsiteY33" fmla="*/ 937900 h 2323145"/>
              <a:gd name="connsiteX34" fmla="*/ 8620213 w 11269336"/>
              <a:gd name="connsiteY34" fmla="*/ 943068 h 2323145"/>
              <a:gd name="connsiteX35" fmla="*/ 8612581 w 11269336"/>
              <a:gd name="connsiteY35" fmla="*/ 952695 h 2323145"/>
              <a:gd name="connsiteX36" fmla="*/ 8589038 w 11269336"/>
              <a:gd name="connsiteY36" fmla="*/ 963892 h 2323145"/>
              <a:gd name="connsiteX37" fmla="*/ 8579950 w 11269336"/>
              <a:gd name="connsiteY37" fmla="*/ 960899 h 2323145"/>
              <a:gd name="connsiteX38" fmla="*/ 8579319 w 11269336"/>
              <a:gd name="connsiteY38" fmla="*/ 965630 h 2323145"/>
              <a:gd name="connsiteX39" fmla="*/ 8547429 w 11269336"/>
              <a:gd name="connsiteY39" fmla="*/ 984506 h 2323145"/>
              <a:gd name="connsiteX40" fmla="*/ 8478704 w 11269336"/>
              <a:gd name="connsiteY40" fmla="*/ 1025490 h 2323145"/>
              <a:gd name="connsiteX41" fmla="*/ 8461421 w 11269336"/>
              <a:gd name="connsiteY41" fmla="*/ 1035512 h 2323145"/>
              <a:gd name="connsiteX42" fmla="*/ 8445003 w 11269336"/>
              <a:gd name="connsiteY42" fmla="*/ 1036851 h 2323145"/>
              <a:gd name="connsiteX43" fmla="*/ 8357350 w 11269336"/>
              <a:gd name="connsiteY43" fmla="*/ 1060213 h 2323145"/>
              <a:gd name="connsiteX44" fmla="*/ 8335565 w 11269336"/>
              <a:gd name="connsiteY44" fmla="*/ 1061151 h 2323145"/>
              <a:gd name="connsiteX45" fmla="*/ 8325267 w 11269336"/>
              <a:gd name="connsiteY45" fmla="*/ 1055919 h 2323145"/>
              <a:gd name="connsiteX46" fmla="*/ 8293586 w 11269336"/>
              <a:gd name="connsiteY46" fmla="*/ 1076144 h 2323145"/>
              <a:gd name="connsiteX47" fmla="*/ 8242405 w 11269336"/>
              <a:gd name="connsiteY47" fmla="*/ 1095960 h 2323145"/>
              <a:gd name="connsiteX48" fmla="*/ 8197391 w 11269336"/>
              <a:gd name="connsiteY48" fmla="*/ 1107746 h 2323145"/>
              <a:gd name="connsiteX49" fmla="*/ 8081474 w 11269336"/>
              <a:gd name="connsiteY49" fmla="*/ 1130125 h 2323145"/>
              <a:gd name="connsiteX50" fmla="*/ 8053585 w 11269336"/>
              <a:gd name="connsiteY50" fmla="*/ 1129169 h 2323145"/>
              <a:gd name="connsiteX51" fmla="*/ 8038422 w 11269336"/>
              <a:gd name="connsiteY51" fmla="*/ 1119092 h 2323145"/>
              <a:gd name="connsiteX52" fmla="*/ 8029450 w 11269336"/>
              <a:gd name="connsiteY52" fmla="*/ 1125592 h 2323145"/>
              <a:gd name="connsiteX53" fmla="*/ 7959552 w 11269336"/>
              <a:gd name="connsiteY53" fmla="*/ 1140188 h 2323145"/>
              <a:gd name="connsiteX54" fmla="*/ 7914188 w 11269336"/>
              <a:gd name="connsiteY54" fmla="*/ 1150862 h 2323145"/>
              <a:gd name="connsiteX55" fmla="*/ 7914918 w 11269336"/>
              <a:gd name="connsiteY55" fmla="*/ 1168758 h 2323145"/>
              <a:gd name="connsiteX56" fmla="*/ 7875510 w 11269336"/>
              <a:gd name="connsiteY56" fmla="*/ 1183153 h 2323145"/>
              <a:gd name="connsiteX57" fmla="*/ 7829932 w 11269336"/>
              <a:gd name="connsiteY57" fmla="*/ 1180782 h 2323145"/>
              <a:gd name="connsiteX58" fmla="*/ 7779182 w 11269336"/>
              <a:gd name="connsiteY58" fmla="*/ 1192665 h 2323145"/>
              <a:gd name="connsiteX59" fmla="*/ 7748774 w 11269336"/>
              <a:gd name="connsiteY59" fmla="*/ 1199586 h 2323145"/>
              <a:gd name="connsiteX60" fmla="*/ 7671846 w 11269336"/>
              <a:gd name="connsiteY60" fmla="*/ 1231966 h 2323145"/>
              <a:gd name="connsiteX61" fmla="*/ 7554146 w 11269336"/>
              <a:gd name="connsiteY61" fmla="*/ 1319748 h 2323145"/>
              <a:gd name="connsiteX62" fmla="*/ 7515052 w 11269336"/>
              <a:gd name="connsiteY62" fmla="*/ 1336718 h 2323145"/>
              <a:gd name="connsiteX63" fmla="*/ 7507193 w 11269336"/>
              <a:gd name="connsiteY63" fmla="*/ 1334617 h 2323145"/>
              <a:gd name="connsiteX64" fmla="*/ 7461694 w 11269336"/>
              <a:gd name="connsiteY64" fmla="*/ 1375866 h 2323145"/>
              <a:gd name="connsiteX65" fmla="*/ 7377571 w 11269336"/>
              <a:gd name="connsiteY65" fmla="*/ 1400128 h 2323145"/>
              <a:gd name="connsiteX66" fmla="*/ 7311261 w 11269336"/>
              <a:gd name="connsiteY66" fmla="*/ 1412652 h 2323145"/>
              <a:gd name="connsiteX67" fmla="*/ 7275307 w 11269336"/>
              <a:gd name="connsiteY67" fmla="*/ 1422171 h 2323145"/>
              <a:gd name="connsiteX68" fmla="*/ 7247783 w 11269336"/>
              <a:gd name="connsiteY68" fmla="*/ 1426330 h 2323145"/>
              <a:gd name="connsiteX69" fmla="*/ 7185047 w 11269336"/>
              <a:gd name="connsiteY69" fmla="*/ 1451812 h 2323145"/>
              <a:gd name="connsiteX70" fmla="*/ 7084117 w 11269336"/>
              <a:gd name="connsiteY70" fmla="*/ 1500281 h 2323145"/>
              <a:gd name="connsiteX71" fmla="*/ 7062011 w 11269336"/>
              <a:gd name="connsiteY71" fmla="*/ 1509183 h 2323145"/>
              <a:gd name="connsiteX72" fmla="*/ 7040555 w 11269336"/>
              <a:gd name="connsiteY72" fmla="*/ 1511207 h 2323145"/>
              <a:gd name="connsiteX73" fmla="*/ 7033438 w 11269336"/>
              <a:gd name="connsiteY73" fmla="*/ 1506772 h 2323145"/>
              <a:gd name="connsiteX74" fmla="*/ 7020886 w 11269336"/>
              <a:gd name="connsiteY74" fmla="*/ 1510764 h 2323145"/>
              <a:gd name="connsiteX75" fmla="*/ 7017033 w 11269336"/>
              <a:gd name="connsiteY75" fmla="*/ 1510650 h 2323145"/>
              <a:gd name="connsiteX76" fmla="*/ 6995460 w 11269336"/>
              <a:gd name="connsiteY76" fmla="*/ 1511173 h 2323145"/>
              <a:gd name="connsiteX77" fmla="*/ 6962144 w 11269336"/>
              <a:gd name="connsiteY77" fmla="*/ 1541508 h 2323145"/>
              <a:gd name="connsiteX78" fmla="*/ 6910674 w 11269336"/>
              <a:gd name="connsiteY78" fmla="*/ 1554793 h 2323145"/>
              <a:gd name="connsiteX79" fmla="*/ 6732152 w 11269336"/>
              <a:gd name="connsiteY79" fmla="*/ 1642538 h 2323145"/>
              <a:gd name="connsiteX80" fmla="*/ 6694106 w 11269336"/>
              <a:gd name="connsiteY80" fmla="*/ 1632377 h 2323145"/>
              <a:gd name="connsiteX81" fmla="*/ 6617223 w 11269336"/>
              <a:gd name="connsiteY81" fmla="*/ 1659889 h 2323145"/>
              <a:gd name="connsiteX82" fmla="*/ 6521138 w 11269336"/>
              <a:gd name="connsiteY82" fmla="*/ 1744340 h 2323145"/>
              <a:gd name="connsiteX83" fmla="*/ 6380677 w 11269336"/>
              <a:gd name="connsiteY83" fmla="*/ 1796883 h 2323145"/>
              <a:gd name="connsiteX84" fmla="*/ 6374897 w 11269336"/>
              <a:gd name="connsiteY84" fmla="*/ 1809910 h 2323145"/>
              <a:gd name="connsiteX85" fmla="*/ 6364545 w 11269336"/>
              <a:gd name="connsiteY85" fmla="*/ 1820090 h 2323145"/>
              <a:gd name="connsiteX86" fmla="*/ 6362126 w 11269336"/>
              <a:gd name="connsiteY86" fmla="*/ 1819991 h 2323145"/>
              <a:gd name="connsiteX87" fmla="*/ 6346673 w 11269336"/>
              <a:gd name="connsiteY87" fmla="*/ 1827824 h 2323145"/>
              <a:gd name="connsiteX88" fmla="*/ 6345588 w 11269336"/>
              <a:gd name="connsiteY88" fmla="*/ 1832232 h 2323145"/>
              <a:gd name="connsiteX89" fmla="*/ 6335708 w 11269336"/>
              <a:gd name="connsiteY89" fmla="*/ 1838451 h 2323145"/>
              <a:gd name="connsiteX90" fmla="*/ 6318182 w 11269336"/>
              <a:gd name="connsiteY90" fmla="*/ 1852975 h 2323145"/>
              <a:gd name="connsiteX91" fmla="*/ 6313084 w 11269336"/>
              <a:gd name="connsiteY91" fmla="*/ 1853561 h 2323145"/>
              <a:gd name="connsiteX92" fmla="*/ 6283816 w 11269336"/>
              <a:gd name="connsiteY92" fmla="*/ 1872148 h 2323145"/>
              <a:gd name="connsiteX93" fmla="*/ 6282550 w 11269336"/>
              <a:gd name="connsiteY93" fmla="*/ 1871392 h 2323145"/>
              <a:gd name="connsiteX94" fmla="*/ 6270527 w 11269336"/>
              <a:gd name="connsiteY94" fmla="*/ 1872208 h 2323145"/>
              <a:gd name="connsiteX95" fmla="*/ 6249518 w 11269336"/>
              <a:gd name="connsiteY95" fmla="*/ 1876079 h 2323145"/>
              <a:gd name="connsiteX96" fmla="*/ 6190386 w 11269336"/>
              <a:gd name="connsiteY96" fmla="*/ 1872478 h 2323145"/>
              <a:gd name="connsiteX97" fmla="*/ 6159777 w 11269336"/>
              <a:gd name="connsiteY97" fmla="*/ 1891745 h 2323145"/>
              <a:gd name="connsiteX98" fmla="*/ 6153131 w 11269336"/>
              <a:gd name="connsiteY98" fmla="*/ 1895079 h 2323145"/>
              <a:gd name="connsiteX99" fmla="*/ 6152798 w 11269336"/>
              <a:gd name="connsiteY99" fmla="*/ 1894920 h 2323145"/>
              <a:gd name="connsiteX100" fmla="*/ 6145388 w 11269336"/>
              <a:gd name="connsiteY100" fmla="*/ 1897990 h 2323145"/>
              <a:gd name="connsiteX101" fmla="*/ 6141014 w 11269336"/>
              <a:gd name="connsiteY101" fmla="*/ 1901155 h 2323145"/>
              <a:gd name="connsiteX102" fmla="*/ 6128122 w 11269336"/>
              <a:gd name="connsiteY102" fmla="*/ 1907623 h 2323145"/>
              <a:gd name="connsiteX103" fmla="*/ 6122351 w 11269336"/>
              <a:gd name="connsiteY103" fmla="*/ 1908359 h 2323145"/>
              <a:gd name="connsiteX104" fmla="*/ 6064750 w 11269336"/>
              <a:gd name="connsiteY104" fmla="*/ 1896394 h 2323145"/>
              <a:gd name="connsiteX105" fmla="*/ 5964230 w 11269336"/>
              <a:gd name="connsiteY105" fmla="*/ 1910038 h 2323145"/>
              <a:gd name="connsiteX106" fmla="*/ 5865399 w 11269336"/>
              <a:gd name="connsiteY106" fmla="*/ 1926966 h 2323145"/>
              <a:gd name="connsiteX107" fmla="*/ 5829951 w 11269336"/>
              <a:gd name="connsiteY107" fmla="*/ 1934755 h 2323145"/>
              <a:gd name="connsiteX108" fmla="*/ 5765285 w 11269336"/>
              <a:gd name="connsiteY108" fmla="*/ 1941322 h 2323145"/>
              <a:gd name="connsiteX109" fmla="*/ 5734750 w 11269336"/>
              <a:gd name="connsiteY109" fmla="*/ 1939793 h 2323145"/>
              <a:gd name="connsiteX110" fmla="*/ 5733569 w 11269336"/>
              <a:gd name="connsiteY110" fmla="*/ 1940505 h 2323145"/>
              <a:gd name="connsiteX111" fmla="*/ 5730329 w 11269336"/>
              <a:gd name="connsiteY111" fmla="*/ 1937845 h 2323145"/>
              <a:gd name="connsiteX112" fmla="*/ 5724661 w 11269336"/>
              <a:gd name="connsiteY112" fmla="*/ 1937455 h 2323145"/>
              <a:gd name="connsiteX113" fmla="*/ 5710186 w 11269336"/>
              <a:gd name="connsiteY113" fmla="*/ 1941370 h 2323145"/>
              <a:gd name="connsiteX114" fmla="*/ 5704910 w 11269336"/>
              <a:gd name="connsiteY114" fmla="*/ 1943663 h 2323145"/>
              <a:gd name="connsiteX115" fmla="*/ 5696836 w 11269336"/>
              <a:gd name="connsiteY115" fmla="*/ 1945271 h 2323145"/>
              <a:gd name="connsiteX116" fmla="*/ 5696583 w 11269336"/>
              <a:gd name="connsiteY116" fmla="*/ 1945050 h 2323145"/>
              <a:gd name="connsiteX117" fmla="*/ 5689123 w 11269336"/>
              <a:gd name="connsiteY117" fmla="*/ 1947067 h 2323145"/>
              <a:gd name="connsiteX118" fmla="*/ 5653291 w 11269336"/>
              <a:gd name="connsiteY118" fmla="*/ 1960245 h 2323145"/>
              <a:gd name="connsiteX119" fmla="*/ 5599385 w 11269336"/>
              <a:gd name="connsiteY119" fmla="*/ 1945198 h 2323145"/>
              <a:gd name="connsiteX120" fmla="*/ 5578300 w 11269336"/>
              <a:gd name="connsiteY120" fmla="*/ 1944963 h 2323145"/>
              <a:gd name="connsiteX121" fmla="*/ 5566758 w 11269336"/>
              <a:gd name="connsiteY121" fmla="*/ 1943441 h 2323145"/>
              <a:gd name="connsiteX122" fmla="*/ 5565857 w 11269336"/>
              <a:gd name="connsiteY122" fmla="*/ 1942445 h 2323145"/>
              <a:gd name="connsiteX123" fmla="*/ 5531534 w 11269336"/>
              <a:gd name="connsiteY123" fmla="*/ 1955208 h 2323145"/>
              <a:gd name="connsiteX124" fmla="*/ 5526552 w 11269336"/>
              <a:gd name="connsiteY124" fmla="*/ 1954799 h 2323145"/>
              <a:gd name="connsiteX125" fmla="*/ 5504723 w 11269336"/>
              <a:gd name="connsiteY125" fmla="*/ 1965811 h 2323145"/>
              <a:gd name="connsiteX126" fmla="*/ 5493156 w 11269336"/>
              <a:gd name="connsiteY126" fmla="*/ 1970063 h 2323145"/>
              <a:gd name="connsiteX127" fmla="*/ 5490486 w 11269336"/>
              <a:gd name="connsiteY127" fmla="*/ 1974227 h 2323145"/>
              <a:gd name="connsiteX128" fmla="*/ 5473107 w 11269336"/>
              <a:gd name="connsiteY128" fmla="*/ 1979001 h 2323145"/>
              <a:gd name="connsiteX129" fmla="*/ 5470885 w 11269336"/>
              <a:gd name="connsiteY129" fmla="*/ 1978432 h 2323145"/>
              <a:gd name="connsiteX130" fmla="*/ 5457393 w 11269336"/>
              <a:gd name="connsiteY130" fmla="*/ 1986525 h 2323145"/>
              <a:gd name="connsiteX131" fmla="*/ 5447102 w 11269336"/>
              <a:gd name="connsiteY131" fmla="*/ 1998329 h 2323145"/>
              <a:gd name="connsiteX132" fmla="*/ 5159151 w 11269336"/>
              <a:gd name="connsiteY132" fmla="*/ 2029640 h 2323145"/>
              <a:gd name="connsiteX133" fmla="*/ 5098838 w 11269336"/>
              <a:gd name="connsiteY133" fmla="*/ 2062961 h 2323145"/>
              <a:gd name="connsiteX134" fmla="*/ 4860988 w 11269336"/>
              <a:gd name="connsiteY134" fmla="*/ 2135698 h 2323145"/>
              <a:gd name="connsiteX135" fmla="*/ 4807902 w 11269336"/>
              <a:gd name="connsiteY135" fmla="*/ 2138894 h 2323145"/>
              <a:gd name="connsiteX136" fmla="*/ 4765388 w 11269336"/>
              <a:gd name="connsiteY136" fmla="*/ 2162525 h 2323145"/>
              <a:gd name="connsiteX137" fmla="*/ 4745033 w 11269336"/>
              <a:gd name="connsiteY137" fmla="*/ 2158859 h 2323145"/>
              <a:gd name="connsiteX138" fmla="*/ 4741475 w 11269336"/>
              <a:gd name="connsiteY138" fmla="*/ 2157998 h 2323145"/>
              <a:gd name="connsiteX139" fmla="*/ 4728247 w 11269336"/>
              <a:gd name="connsiteY139" fmla="*/ 2159526 h 2323145"/>
              <a:gd name="connsiteX140" fmla="*/ 4723263 w 11269336"/>
              <a:gd name="connsiteY140" fmla="*/ 2153742 h 2323145"/>
              <a:gd name="connsiteX141" fmla="*/ 4702453 w 11269336"/>
              <a:gd name="connsiteY141" fmla="*/ 2151586 h 2323145"/>
              <a:gd name="connsiteX142" fmla="*/ 4593061 w 11269336"/>
              <a:gd name="connsiteY142" fmla="*/ 2171597 h 2323145"/>
              <a:gd name="connsiteX143" fmla="*/ 4533444 w 11269336"/>
              <a:gd name="connsiteY143" fmla="*/ 2181200 h 2323145"/>
              <a:gd name="connsiteX144" fmla="*/ 4492832 w 11269336"/>
              <a:gd name="connsiteY144" fmla="*/ 2188033 h 2323145"/>
              <a:gd name="connsiteX145" fmla="*/ 4467257 w 11269336"/>
              <a:gd name="connsiteY145" fmla="*/ 2196121 h 2323145"/>
              <a:gd name="connsiteX146" fmla="*/ 4459937 w 11269336"/>
              <a:gd name="connsiteY146" fmla="*/ 2195182 h 2323145"/>
              <a:gd name="connsiteX147" fmla="*/ 4433312 w 11269336"/>
              <a:gd name="connsiteY147" fmla="*/ 2199004 h 2323145"/>
              <a:gd name="connsiteX148" fmla="*/ 4420601 w 11269336"/>
              <a:gd name="connsiteY148" fmla="*/ 2205158 h 2323145"/>
              <a:gd name="connsiteX149" fmla="*/ 4405765 w 11269336"/>
              <a:gd name="connsiteY149" fmla="*/ 2199902 h 2323145"/>
              <a:gd name="connsiteX150" fmla="*/ 4401354 w 11269336"/>
              <a:gd name="connsiteY150" fmla="*/ 2194745 h 2323145"/>
              <a:gd name="connsiteX151" fmla="*/ 4383151 w 11269336"/>
              <a:gd name="connsiteY151" fmla="*/ 2201140 h 2323145"/>
              <a:gd name="connsiteX152" fmla="*/ 4366646 w 11269336"/>
              <a:gd name="connsiteY152" fmla="*/ 2198564 h 2323145"/>
              <a:gd name="connsiteX153" fmla="*/ 4354009 w 11269336"/>
              <a:gd name="connsiteY153" fmla="*/ 2204984 h 2323145"/>
              <a:gd name="connsiteX154" fmla="*/ 4348284 w 11269336"/>
              <a:gd name="connsiteY154" fmla="*/ 2205270 h 2323145"/>
              <a:gd name="connsiteX155" fmla="*/ 4333906 w 11269336"/>
              <a:gd name="connsiteY155" fmla="*/ 2205251 h 2323145"/>
              <a:gd name="connsiteX156" fmla="*/ 4308819 w 11269336"/>
              <a:gd name="connsiteY156" fmla="*/ 2203822 h 2323145"/>
              <a:gd name="connsiteX157" fmla="*/ 4301210 w 11269336"/>
              <a:gd name="connsiteY157" fmla="*/ 2204456 h 2323145"/>
              <a:gd name="connsiteX158" fmla="*/ 4283095 w 11269336"/>
              <a:gd name="connsiteY158" fmla="*/ 2198177 h 2323145"/>
              <a:gd name="connsiteX159" fmla="*/ 4250119 w 11269336"/>
              <a:gd name="connsiteY159" fmla="*/ 2196342 h 2323145"/>
              <a:gd name="connsiteX160" fmla="*/ 4189203 w 11269336"/>
              <a:gd name="connsiteY160" fmla="*/ 2178994 h 2323145"/>
              <a:gd name="connsiteX161" fmla="*/ 4154035 w 11269336"/>
              <a:gd name="connsiteY161" fmla="*/ 2171950 h 2323145"/>
              <a:gd name="connsiteX162" fmla="*/ 4129569 w 11269336"/>
              <a:gd name="connsiteY162" fmla="*/ 2163850 h 2323145"/>
              <a:gd name="connsiteX163" fmla="*/ 4061250 w 11269336"/>
              <a:gd name="connsiteY163" fmla="*/ 2159236 h 2323145"/>
              <a:gd name="connsiteX164" fmla="*/ 3945480 w 11269336"/>
              <a:gd name="connsiteY164" fmla="*/ 2158279 h 2323145"/>
              <a:gd name="connsiteX165" fmla="*/ 3921468 w 11269336"/>
              <a:gd name="connsiteY165" fmla="*/ 2156588 h 2323145"/>
              <a:gd name="connsiteX166" fmla="*/ 3903348 w 11269336"/>
              <a:gd name="connsiteY166" fmla="*/ 2149220 h 2323145"/>
              <a:gd name="connsiteX167" fmla="*/ 3901342 w 11269336"/>
              <a:gd name="connsiteY167" fmla="*/ 2142355 h 2323145"/>
              <a:gd name="connsiteX168" fmla="*/ 3888539 w 11269336"/>
              <a:gd name="connsiteY168" fmla="*/ 2140476 h 2323145"/>
              <a:gd name="connsiteX169" fmla="*/ 3885662 w 11269336"/>
              <a:gd name="connsiteY169" fmla="*/ 2138740 h 2323145"/>
              <a:gd name="connsiteX170" fmla="*/ 3868627 w 11269336"/>
              <a:gd name="connsiteY170" fmla="*/ 2130023 h 2323145"/>
              <a:gd name="connsiteX171" fmla="*/ 3819177 w 11269336"/>
              <a:gd name="connsiteY171" fmla="*/ 2142111 h 2323145"/>
              <a:gd name="connsiteX172" fmla="*/ 3769100 w 11269336"/>
              <a:gd name="connsiteY172" fmla="*/ 2131731 h 2323145"/>
              <a:gd name="connsiteX173" fmla="*/ 3562752 w 11269336"/>
              <a:gd name="connsiteY173" fmla="*/ 2131785 h 2323145"/>
              <a:gd name="connsiteX174" fmla="*/ 3541402 w 11269336"/>
              <a:gd name="connsiteY174" fmla="*/ 2106821 h 2323145"/>
              <a:gd name="connsiteX175" fmla="*/ 3365341 w 11269336"/>
              <a:gd name="connsiteY175" fmla="*/ 2077638 h 2323145"/>
              <a:gd name="connsiteX176" fmla="*/ 3170922 w 11269336"/>
              <a:gd name="connsiteY176" fmla="*/ 2115957 h 2323145"/>
              <a:gd name="connsiteX177" fmla="*/ 3156256 w 11269336"/>
              <a:gd name="connsiteY177" fmla="*/ 2124773 h 2323145"/>
              <a:gd name="connsiteX178" fmla="*/ 3140298 w 11269336"/>
              <a:gd name="connsiteY178" fmla="*/ 2129182 h 2323145"/>
              <a:gd name="connsiteX179" fmla="*/ 3138514 w 11269336"/>
              <a:gd name="connsiteY179" fmla="*/ 2128069 h 2323145"/>
              <a:gd name="connsiteX180" fmla="*/ 3120467 w 11269336"/>
              <a:gd name="connsiteY180" fmla="*/ 2128281 h 2323145"/>
              <a:gd name="connsiteX181" fmla="*/ 3116175 w 11269336"/>
              <a:gd name="connsiteY181" fmla="*/ 2131633 h 2323145"/>
              <a:gd name="connsiteX182" fmla="*/ 3103685 w 11269336"/>
              <a:gd name="connsiteY182" fmla="*/ 2132814 h 2323145"/>
              <a:gd name="connsiteX183" fmla="*/ 3078794 w 11269336"/>
              <a:gd name="connsiteY183" fmla="*/ 2137935 h 2323145"/>
              <a:gd name="connsiteX184" fmla="*/ 3074407 w 11269336"/>
              <a:gd name="connsiteY184" fmla="*/ 2136274 h 2323145"/>
              <a:gd name="connsiteX185" fmla="*/ 3037285 w 11269336"/>
              <a:gd name="connsiteY185" fmla="*/ 2139919 h 2323145"/>
              <a:gd name="connsiteX186" fmla="*/ 3036901 w 11269336"/>
              <a:gd name="connsiteY186" fmla="*/ 2138726 h 2323145"/>
              <a:gd name="connsiteX187" fmla="*/ 3026996 w 11269336"/>
              <a:gd name="connsiteY187" fmla="*/ 2134322 h 2323145"/>
              <a:gd name="connsiteX188" fmla="*/ 3007772 w 11269336"/>
              <a:gd name="connsiteY188" fmla="*/ 2128742 h 2323145"/>
              <a:gd name="connsiteX189" fmla="*/ 2965030 w 11269336"/>
              <a:gd name="connsiteY189" fmla="*/ 2100494 h 2323145"/>
              <a:gd name="connsiteX190" fmla="*/ 2926342 w 11269336"/>
              <a:gd name="connsiteY190" fmla="*/ 2104155 h 2323145"/>
              <a:gd name="connsiteX191" fmla="*/ 2918608 w 11269336"/>
              <a:gd name="connsiteY191" fmla="*/ 2104215 h 2323145"/>
              <a:gd name="connsiteX192" fmla="*/ 2918475 w 11269336"/>
              <a:gd name="connsiteY192" fmla="*/ 2103937 h 2323145"/>
              <a:gd name="connsiteX193" fmla="*/ 2910360 w 11269336"/>
              <a:gd name="connsiteY193" fmla="*/ 2103444 h 2323145"/>
              <a:gd name="connsiteX194" fmla="*/ 2904507 w 11269336"/>
              <a:gd name="connsiteY194" fmla="*/ 2104326 h 2323145"/>
              <a:gd name="connsiteX195" fmla="*/ 2889503 w 11269336"/>
              <a:gd name="connsiteY195" fmla="*/ 2104443 h 2323145"/>
              <a:gd name="connsiteX196" fmla="*/ 2884480 w 11269336"/>
              <a:gd name="connsiteY196" fmla="*/ 2102626 h 2323145"/>
              <a:gd name="connsiteX197" fmla="*/ 2882689 w 11269336"/>
              <a:gd name="connsiteY197" fmla="*/ 2099228 h 2323145"/>
              <a:gd name="connsiteX198" fmla="*/ 2881291 w 11269336"/>
              <a:gd name="connsiteY198" fmla="*/ 2099618 h 2323145"/>
              <a:gd name="connsiteX199" fmla="*/ 2853979 w 11269336"/>
              <a:gd name="connsiteY199" fmla="*/ 2090388 h 2323145"/>
              <a:gd name="connsiteX200" fmla="*/ 2791790 w 11269336"/>
              <a:gd name="connsiteY200" fmla="*/ 2080332 h 2323145"/>
              <a:gd name="connsiteX201" fmla="*/ 2755844 w 11269336"/>
              <a:gd name="connsiteY201" fmla="*/ 2078874 h 2323145"/>
              <a:gd name="connsiteX202" fmla="*/ 2657742 w 11269336"/>
              <a:gd name="connsiteY202" fmla="*/ 2070179 h 2323145"/>
              <a:gd name="connsiteX203" fmla="*/ 2559549 w 11269336"/>
              <a:gd name="connsiteY203" fmla="*/ 2057873 h 2323145"/>
              <a:gd name="connsiteX204" fmla="*/ 2512054 w 11269336"/>
              <a:gd name="connsiteY204" fmla="*/ 2031671 h 2323145"/>
              <a:gd name="connsiteX205" fmla="*/ 2506437 w 11269336"/>
              <a:gd name="connsiteY205" fmla="*/ 2030918 h 2323145"/>
              <a:gd name="connsiteX206" fmla="*/ 2491752 w 11269336"/>
              <a:gd name="connsiteY206" fmla="*/ 2033906 h 2323145"/>
              <a:gd name="connsiteX207" fmla="*/ 2486338 w 11269336"/>
              <a:gd name="connsiteY207" fmla="*/ 2035862 h 2323145"/>
              <a:gd name="connsiteX208" fmla="*/ 2478186 w 11269336"/>
              <a:gd name="connsiteY208" fmla="*/ 2036953 h 2323145"/>
              <a:gd name="connsiteX209" fmla="*/ 2477950 w 11269336"/>
              <a:gd name="connsiteY209" fmla="*/ 2036715 h 2323145"/>
              <a:gd name="connsiteX210" fmla="*/ 2470381 w 11269336"/>
              <a:gd name="connsiteY210" fmla="*/ 2038256 h 2323145"/>
              <a:gd name="connsiteX211" fmla="*/ 2433781 w 11269336"/>
              <a:gd name="connsiteY211" fmla="*/ 2049140 h 2323145"/>
              <a:gd name="connsiteX212" fmla="*/ 2381172 w 11269336"/>
              <a:gd name="connsiteY212" fmla="*/ 2030645 h 2323145"/>
              <a:gd name="connsiteX213" fmla="*/ 2360198 w 11269336"/>
              <a:gd name="connsiteY213" fmla="*/ 2029059 h 2323145"/>
              <a:gd name="connsiteX214" fmla="*/ 2348815 w 11269336"/>
              <a:gd name="connsiteY214" fmla="*/ 2026798 h 2323145"/>
              <a:gd name="connsiteX215" fmla="*/ 2347988 w 11269336"/>
              <a:gd name="connsiteY215" fmla="*/ 2025745 h 2323145"/>
              <a:gd name="connsiteX216" fmla="*/ 2312920 w 11269336"/>
              <a:gd name="connsiteY216" fmla="*/ 2036311 h 2323145"/>
              <a:gd name="connsiteX217" fmla="*/ 2307986 w 11269336"/>
              <a:gd name="connsiteY217" fmla="*/ 2035583 h 2323145"/>
              <a:gd name="connsiteX218" fmla="*/ 2285481 w 11269336"/>
              <a:gd name="connsiteY218" fmla="*/ 2045197 h 2323145"/>
              <a:gd name="connsiteX219" fmla="*/ 2273666 w 11269336"/>
              <a:gd name="connsiteY219" fmla="*/ 2048710 h 2323145"/>
              <a:gd name="connsiteX220" fmla="*/ 2270719 w 11269336"/>
              <a:gd name="connsiteY220" fmla="*/ 2052702 h 2323145"/>
              <a:gd name="connsiteX221" fmla="*/ 2253080 w 11269336"/>
              <a:gd name="connsiteY221" fmla="*/ 2056363 h 2323145"/>
              <a:gd name="connsiteX222" fmla="*/ 2250906 w 11269336"/>
              <a:gd name="connsiteY222" fmla="*/ 2055654 h 2323145"/>
              <a:gd name="connsiteX223" fmla="*/ 2236905 w 11269336"/>
              <a:gd name="connsiteY223" fmla="*/ 2062882 h 2323145"/>
              <a:gd name="connsiteX224" fmla="*/ 2225830 w 11269336"/>
              <a:gd name="connsiteY224" fmla="*/ 2074027 h 2323145"/>
              <a:gd name="connsiteX225" fmla="*/ 2073776 w 11269336"/>
              <a:gd name="connsiteY225" fmla="*/ 2089244 h 2323145"/>
              <a:gd name="connsiteX226" fmla="*/ 1948256 w 11269336"/>
              <a:gd name="connsiteY226" fmla="*/ 2146616 h 2323145"/>
              <a:gd name="connsiteX227" fmla="*/ 1865582 w 11269336"/>
              <a:gd name="connsiteY227" fmla="*/ 2153738 h 2323145"/>
              <a:gd name="connsiteX228" fmla="*/ 1835210 w 11269336"/>
              <a:gd name="connsiteY228" fmla="*/ 2134244 h 2323145"/>
              <a:gd name="connsiteX229" fmla="*/ 1632661 w 11269336"/>
              <a:gd name="connsiteY229" fmla="*/ 2173882 h 2323145"/>
              <a:gd name="connsiteX230" fmla="*/ 1579590 w 11269336"/>
              <a:gd name="connsiteY230" fmla="*/ 2173680 h 2323145"/>
              <a:gd name="connsiteX231" fmla="*/ 1535601 w 11269336"/>
              <a:gd name="connsiteY231" fmla="*/ 2194590 h 2323145"/>
              <a:gd name="connsiteX232" fmla="*/ 1515594 w 11269336"/>
              <a:gd name="connsiteY232" fmla="*/ 2189622 h 2323145"/>
              <a:gd name="connsiteX233" fmla="*/ 1512113 w 11269336"/>
              <a:gd name="connsiteY233" fmla="*/ 2188534 h 2323145"/>
              <a:gd name="connsiteX234" fmla="*/ 1498838 w 11269336"/>
              <a:gd name="connsiteY234" fmla="*/ 2189213 h 2323145"/>
              <a:gd name="connsiteX235" fmla="*/ 1494279 w 11269336"/>
              <a:gd name="connsiteY235" fmla="*/ 2183112 h 2323145"/>
              <a:gd name="connsiteX236" fmla="*/ 1473714 w 11269336"/>
              <a:gd name="connsiteY236" fmla="*/ 2179625 h 2323145"/>
              <a:gd name="connsiteX237" fmla="*/ 1449503 w 11269336"/>
              <a:gd name="connsiteY237" fmla="*/ 2182633 h 2323145"/>
              <a:gd name="connsiteX238" fmla="*/ 1266687 w 11269336"/>
              <a:gd name="connsiteY238" fmla="*/ 2212688 h 2323145"/>
              <a:gd name="connsiteX239" fmla="*/ 1239614 w 11269336"/>
              <a:gd name="connsiteY239" fmla="*/ 2209727 h 2323145"/>
              <a:gd name="connsiteX240" fmla="*/ 1202436 w 11269336"/>
              <a:gd name="connsiteY240" fmla="*/ 2209817 h 2323145"/>
              <a:gd name="connsiteX241" fmla="*/ 1136097 w 11269336"/>
              <a:gd name="connsiteY241" fmla="*/ 2205112 h 2323145"/>
              <a:gd name="connsiteX242" fmla="*/ 988232 w 11269336"/>
              <a:gd name="connsiteY242" fmla="*/ 2235635 h 2323145"/>
              <a:gd name="connsiteX243" fmla="*/ 981959 w 11269336"/>
              <a:gd name="connsiteY243" fmla="*/ 2231607 h 2323145"/>
              <a:gd name="connsiteX244" fmla="*/ 938600 w 11269336"/>
              <a:gd name="connsiteY244" fmla="*/ 2238113 h 2323145"/>
              <a:gd name="connsiteX245" fmla="*/ 791788 w 11269336"/>
              <a:gd name="connsiteY245" fmla="*/ 2293224 h 2323145"/>
              <a:gd name="connsiteX246" fmla="*/ 706914 w 11269336"/>
              <a:gd name="connsiteY246" fmla="*/ 2305046 h 2323145"/>
              <a:gd name="connsiteX247" fmla="*/ 675971 w 11269336"/>
              <a:gd name="connsiteY247" fmla="*/ 2304030 h 2323145"/>
              <a:gd name="connsiteX248" fmla="*/ 624180 w 11269336"/>
              <a:gd name="connsiteY248" fmla="*/ 2302650 h 2323145"/>
              <a:gd name="connsiteX249" fmla="*/ 583453 w 11269336"/>
              <a:gd name="connsiteY249" fmla="*/ 2288788 h 2323145"/>
              <a:gd name="connsiteX250" fmla="*/ 540946 w 11269336"/>
              <a:gd name="connsiteY250" fmla="*/ 2292721 h 2323145"/>
              <a:gd name="connsiteX251" fmla="*/ 533680 w 11269336"/>
              <a:gd name="connsiteY251" fmla="*/ 2310233 h 2323145"/>
              <a:gd name="connsiteX252" fmla="*/ 487366 w 11269336"/>
              <a:gd name="connsiteY252" fmla="*/ 2309053 h 2323145"/>
              <a:gd name="connsiteX253" fmla="*/ 416820 w 11269336"/>
              <a:gd name="connsiteY253" fmla="*/ 2305443 h 2323145"/>
              <a:gd name="connsiteX254" fmla="*/ 376805 w 11269336"/>
              <a:gd name="connsiteY254" fmla="*/ 2307647 h 2323145"/>
              <a:gd name="connsiteX255" fmla="*/ 266777 w 11269336"/>
              <a:gd name="connsiteY255" fmla="*/ 2309012 h 2323145"/>
              <a:gd name="connsiteX256" fmla="*/ 156013 w 11269336"/>
              <a:gd name="connsiteY256" fmla="*/ 2306832 h 2323145"/>
              <a:gd name="connsiteX257" fmla="*/ 87258 w 11269336"/>
              <a:gd name="connsiteY257" fmla="*/ 2285511 h 2323145"/>
              <a:gd name="connsiteX258" fmla="*/ 23798 w 11269336"/>
              <a:gd name="connsiteY258" fmla="*/ 2281822 h 2323145"/>
              <a:gd name="connsiteX259" fmla="*/ 0 w 11269336"/>
              <a:gd name="connsiteY259" fmla="*/ 2285369 h 2323145"/>
              <a:gd name="connsiteX260" fmla="*/ 0 w 11269336"/>
              <a:gd name="connsiteY260"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561575 w 11269336"/>
              <a:gd name="connsiteY19" fmla="*/ 559978 h 2323145"/>
              <a:gd name="connsiteX20" fmla="*/ 9162278 w 11269336"/>
              <a:gd name="connsiteY20" fmla="*/ 704724 h 2323145"/>
              <a:gd name="connsiteX21" fmla="*/ 9062863 w 11269336"/>
              <a:gd name="connsiteY21" fmla="*/ 754656 h 2323145"/>
              <a:gd name="connsiteX22" fmla="*/ 8914746 w 11269336"/>
              <a:gd name="connsiteY22" fmla="*/ 826428 h 2323145"/>
              <a:gd name="connsiteX23" fmla="*/ 8917778 w 11269336"/>
              <a:gd name="connsiteY23" fmla="*/ 835198 h 2323145"/>
              <a:gd name="connsiteX24" fmla="*/ 8905560 w 11269336"/>
              <a:gd name="connsiteY24" fmla="*/ 838358 h 2323145"/>
              <a:gd name="connsiteX25" fmla="*/ 8897564 w 11269336"/>
              <a:gd name="connsiteY25" fmla="*/ 834287 h 2323145"/>
              <a:gd name="connsiteX26" fmla="*/ 8878040 w 11269336"/>
              <a:gd name="connsiteY26" fmla="*/ 844150 h 2323145"/>
              <a:gd name="connsiteX27" fmla="*/ 8795998 w 11269336"/>
              <a:gd name="connsiteY27" fmla="*/ 863337 h 2323145"/>
              <a:gd name="connsiteX28" fmla="*/ 8776970 w 11269336"/>
              <a:gd name="connsiteY28" fmla="*/ 885177 h 2323145"/>
              <a:gd name="connsiteX29" fmla="*/ 8755719 w 11269336"/>
              <a:gd name="connsiteY29" fmla="*/ 889754 h 2323145"/>
              <a:gd name="connsiteX30" fmla="*/ 8743257 w 11269336"/>
              <a:gd name="connsiteY30" fmla="*/ 904723 h 2323145"/>
              <a:gd name="connsiteX31" fmla="*/ 8721366 w 11269336"/>
              <a:gd name="connsiteY31" fmla="*/ 904711 h 2323145"/>
              <a:gd name="connsiteX32" fmla="*/ 8678353 w 11269336"/>
              <a:gd name="connsiteY32" fmla="*/ 926318 h 2323145"/>
              <a:gd name="connsiteX33" fmla="*/ 8636849 w 11269336"/>
              <a:gd name="connsiteY33" fmla="*/ 937900 h 2323145"/>
              <a:gd name="connsiteX34" fmla="*/ 8620213 w 11269336"/>
              <a:gd name="connsiteY34" fmla="*/ 943068 h 2323145"/>
              <a:gd name="connsiteX35" fmla="*/ 8612581 w 11269336"/>
              <a:gd name="connsiteY35" fmla="*/ 952695 h 2323145"/>
              <a:gd name="connsiteX36" fmla="*/ 8589038 w 11269336"/>
              <a:gd name="connsiteY36" fmla="*/ 963892 h 2323145"/>
              <a:gd name="connsiteX37" fmla="*/ 8579950 w 11269336"/>
              <a:gd name="connsiteY37" fmla="*/ 960899 h 2323145"/>
              <a:gd name="connsiteX38" fmla="*/ 8579319 w 11269336"/>
              <a:gd name="connsiteY38" fmla="*/ 965630 h 2323145"/>
              <a:gd name="connsiteX39" fmla="*/ 8547429 w 11269336"/>
              <a:gd name="connsiteY39" fmla="*/ 984506 h 2323145"/>
              <a:gd name="connsiteX40" fmla="*/ 8478704 w 11269336"/>
              <a:gd name="connsiteY40" fmla="*/ 1025490 h 2323145"/>
              <a:gd name="connsiteX41" fmla="*/ 8461421 w 11269336"/>
              <a:gd name="connsiteY41" fmla="*/ 1035512 h 2323145"/>
              <a:gd name="connsiteX42" fmla="*/ 8445003 w 11269336"/>
              <a:gd name="connsiteY42" fmla="*/ 1036851 h 2323145"/>
              <a:gd name="connsiteX43" fmla="*/ 8357350 w 11269336"/>
              <a:gd name="connsiteY43" fmla="*/ 1060213 h 2323145"/>
              <a:gd name="connsiteX44" fmla="*/ 8335565 w 11269336"/>
              <a:gd name="connsiteY44" fmla="*/ 1061151 h 2323145"/>
              <a:gd name="connsiteX45" fmla="*/ 8325267 w 11269336"/>
              <a:gd name="connsiteY45" fmla="*/ 1055919 h 2323145"/>
              <a:gd name="connsiteX46" fmla="*/ 8293586 w 11269336"/>
              <a:gd name="connsiteY46" fmla="*/ 1076144 h 2323145"/>
              <a:gd name="connsiteX47" fmla="*/ 8242405 w 11269336"/>
              <a:gd name="connsiteY47" fmla="*/ 1095960 h 2323145"/>
              <a:gd name="connsiteX48" fmla="*/ 8197391 w 11269336"/>
              <a:gd name="connsiteY48" fmla="*/ 1107746 h 2323145"/>
              <a:gd name="connsiteX49" fmla="*/ 8081474 w 11269336"/>
              <a:gd name="connsiteY49" fmla="*/ 1130125 h 2323145"/>
              <a:gd name="connsiteX50" fmla="*/ 8053585 w 11269336"/>
              <a:gd name="connsiteY50" fmla="*/ 1129169 h 2323145"/>
              <a:gd name="connsiteX51" fmla="*/ 8038422 w 11269336"/>
              <a:gd name="connsiteY51" fmla="*/ 1119092 h 2323145"/>
              <a:gd name="connsiteX52" fmla="*/ 8029450 w 11269336"/>
              <a:gd name="connsiteY52" fmla="*/ 1125592 h 2323145"/>
              <a:gd name="connsiteX53" fmla="*/ 7959552 w 11269336"/>
              <a:gd name="connsiteY53" fmla="*/ 1140188 h 2323145"/>
              <a:gd name="connsiteX54" fmla="*/ 7914188 w 11269336"/>
              <a:gd name="connsiteY54" fmla="*/ 1150862 h 2323145"/>
              <a:gd name="connsiteX55" fmla="*/ 7914918 w 11269336"/>
              <a:gd name="connsiteY55" fmla="*/ 1168758 h 2323145"/>
              <a:gd name="connsiteX56" fmla="*/ 7875510 w 11269336"/>
              <a:gd name="connsiteY56" fmla="*/ 1183153 h 2323145"/>
              <a:gd name="connsiteX57" fmla="*/ 7829932 w 11269336"/>
              <a:gd name="connsiteY57" fmla="*/ 1180782 h 2323145"/>
              <a:gd name="connsiteX58" fmla="*/ 7779182 w 11269336"/>
              <a:gd name="connsiteY58" fmla="*/ 1192665 h 2323145"/>
              <a:gd name="connsiteX59" fmla="*/ 7748774 w 11269336"/>
              <a:gd name="connsiteY59" fmla="*/ 1199586 h 2323145"/>
              <a:gd name="connsiteX60" fmla="*/ 7671846 w 11269336"/>
              <a:gd name="connsiteY60" fmla="*/ 1231966 h 2323145"/>
              <a:gd name="connsiteX61" fmla="*/ 7554146 w 11269336"/>
              <a:gd name="connsiteY61" fmla="*/ 1319748 h 2323145"/>
              <a:gd name="connsiteX62" fmla="*/ 7515052 w 11269336"/>
              <a:gd name="connsiteY62" fmla="*/ 1336718 h 2323145"/>
              <a:gd name="connsiteX63" fmla="*/ 7507193 w 11269336"/>
              <a:gd name="connsiteY63" fmla="*/ 1334617 h 2323145"/>
              <a:gd name="connsiteX64" fmla="*/ 7461694 w 11269336"/>
              <a:gd name="connsiteY64" fmla="*/ 1375866 h 2323145"/>
              <a:gd name="connsiteX65" fmla="*/ 7377571 w 11269336"/>
              <a:gd name="connsiteY65" fmla="*/ 1400128 h 2323145"/>
              <a:gd name="connsiteX66" fmla="*/ 7311261 w 11269336"/>
              <a:gd name="connsiteY66" fmla="*/ 1412652 h 2323145"/>
              <a:gd name="connsiteX67" fmla="*/ 7275307 w 11269336"/>
              <a:gd name="connsiteY67" fmla="*/ 1422171 h 2323145"/>
              <a:gd name="connsiteX68" fmla="*/ 7247783 w 11269336"/>
              <a:gd name="connsiteY68" fmla="*/ 1426330 h 2323145"/>
              <a:gd name="connsiteX69" fmla="*/ 7185047 w 11269336"/>
              <a:gd name="connsiteY69" fmla="*/ 1451812 h 2323145"/>
              <a:gd name="connsiteX70" fmla="*/ 7084117 w 11269336"/>
              <a:gd name="connsiteY70" fmla="*/ 1500281 h 2323145"/>
              <a:gd name="connsiteX71" fmla="*/ 7062011 w 11269336"/>
              <a:gd name="connsiteY71" fmla="*/ 1509183 h 2323145"/>
              <a:gd name="connsiteX72" fmla="*/ 7040555 w 11269336"/>
              <a:gd name="connsiteY72" fmla="*/ 1511207 h 2323145"/>
              <a:gd name="connsiteX73" fmla="*/ 7033438 w 11269336"/>
              <a:gd name="connsiteY73" fmla="*/ 1506772 h 2323145"/>
              <a:gd name="connsiteX74" fmla="*/ 7020886 w 11269336"/>
              <a:gd name="connsiteY74" fmla="*/ 1510764 h 2323145"/>
              <a:gd name="connsiteX75" fmla="*/ 7017033 w 11269336"/>
              <a:gd name="connsiteY75" fmla="*/ 1510650 h 2323145"/>
              <a:gd name="connsiteX76" fmla="*/ 6995460 w 11269336"/>
              <a:gd name="connsiteY76" fmla="*/ 1511173 h 2323145"/>
              <a:gd name="connsiteX77" fmla="*/ 6962144 w 11269336"/>
              <a:gd name="connsiteY77" fmla="*/ 1541508 h 2323145"/>
              <a:gd name="connsiteX78" fmla="*/ 6910674 w 11269336"/>
              <a:gd name="connsiteY78" fmla="*/ 1554793 h 2323145"/>
              <a:gd name="connsiteX79" fmla="*/ 6732152 w 11269336"/>
              <a:gd name="connsiteY79" fmla="*/ 1642538 h 2323145"/>
              <a:gd name="connsiteX80" fmla="*/ 6694106 w 11269336"/>
              <a:gd name="connsiteY80" fmla="*/ 1632377 h 2323145"/>
              <a:gd name="connsiteX81" fmla="*/ 6617223 w 11269336"/>
              <a:gd name="connsiteY81" fmla="*/ 1659889 h 2323145"/>
              <a:gd name="connsiteX82" fmla="*/ 6521138 w 11269336"/>
              <a:gd name="connsiteY82" fmla="*/ 1744340 h 2323145"/>
              <a:gd name="connsiteX83" fmla="*/ 6380677 w 11269336"/>
              <a:gd name="connsiteY83" fmla="*/ 1796883 h 2323145"/>
              <a:gd name="connsiteX84" fmla="*/ 6374897 w 11269336"/>
              <a:gd name="connsiteY84" fmla="*/ 1809910 h 2323145"/>
              <a:gd name="connsiteX85" fmla="*/ 6364545 w 11269336"/>
              <a:gd name="connsiteY85" fmla="*/ 1820090 h 2323145"/>
              <a:gd name="connsiteX86" fmla="*/ 6362126 w 11269336"/>
              <a:gd name="connsiteY86" fmla="*/ 1819991 h 2323145"/>
              <a:gd name="connsiteX87" fmla="*/ 6346673 w 11269336"/>
              <a:gd name="connsiteY87" fmla="*/ 1827824 h 2323145"/>
              <a:gd name="connsiteX88" fmla="*/ 6345588 w 11269336"/>
              <a:gd name="connsiteY88" fmla="*/ 1832232 h 2323145"/>
              <a:gd name="connsiteX89" fmla="*/ 6335708 w 11269336"/>
              <a:gd name="connsiteY89" fmla="*/ 1838451 h 2323145"/>
              <a:gd name="connsiteX90" fmla="*/ 6318182 w 11269336"/>
              <a:gd name="connsiteY90" fmla="*/ 1852975 h 2323145"/>
              <a:gd name="connsiteX91" fmla="*/ 6313084 w 11269336"/>
              <a:gd name="connsiteY91" fmla="*/ 1853561 h 2323145"/>
              <a:gd name="connsiteX92" fmla="*/ 6283816 w 11269336"/>
              <a:gd name="connsiteY92" fmla="*/ 1872148 h 2323145"/>
              <a:gd name="connsiteX93" fmla="*/ 6282550 w 11269336"/>
              <a:gd name="connsiteY93" fmla="*/ 1871392 h 2323145"/>
              <a:gd name="connsiteX94" fmla="*/ 6270527 w 11269336"/>
              <a:gd name="connsiteY94" fmla="*/ 1872208 h 2323145"/>
              <a:gd name="connsiteX95" fmla="*/ 6249518 w 11269336"/>
              <a:gd name="connsiteY95" fmla="*/ 1876079 h 2323145"/>
              <a:gd name="connsiteX96" fmla="*/ 6190386 w 11269336"/>
              <a:gd name="connsiteY96" fmla="*/ 1872478 h 2323145"/>
              <a:gd name="connsiteX97" fmla="*/ 6159777 w 11269336"/>
              <a:gd name="connsiteY97" fmla="*/ 1891745 h 2323145"/>
              <a:gd name="connsiteX98" fmla="*/ 6153131 w 11269336"/>
              <a:gd name="connsiteY98" fmla="*/ 1895079 h 2323145"/>
              <a:gd name="connsiteX99" fmla="*/ 6152798 w 11269336"/>
              <a:gd name="connsiteY99" fmla="*/ 1894920 h 2323145"/>
              <a:gd name="connsiteX100" fmla="*/ 6145388 w 11269336"/>
              <a:gd name="connsiteY100" fmla="*/ 1897990 h 2323145"/>
              <a:gd name="connsiteX101" fmla="*/ 6141014 w 11269336"/>
              <a:gd name="connsiteY101" fmla="*/ 1901155 h 2323145"/>
              <a:gd name="connsiteX102" fmla="*/ 6128122 w 11269336"/>
              <a:gd name="connsiteY102" fmla="*/ 1907623 h 2323145"/>
              <a:gd name="connsiteX103" fmla="*/ 6122351 w 11269336"/>
              <a:gd name="connsiteY103" fmla="*/ 1908359 h 2323145"/>
              <a:gd name="connsiteX104" fmla="*/ 6064750 w 11269336"/>
              <a:gd name="connsiteY104" fmla="*/ 1896394 h 2323145"/>
              <a:gd name="connsiteX105" fmla="*/ 5964230 w 11269336"/>
              <a:gd name="connsiteY105" fmla="*/ 1910038 h 2323145"/>
              <a:gd name="connsiteX106" fmla="*/ 5865399 w 11269336"/>
              <a:gd name="connsiteY106" fmla="*/ 1926966 h 2323145"/>
              <a:gd name="connsiteX107" fmla="*/ 5829951 w 11269336"/>
              <a:gd name="connsiteY107" fmla="*/ 1934755 h 2323145"/>
              <a:gd name="connsiteX108" fmla="*/ 5765285 w 11269336"/>
              <a:gd name="connsiteY108" fmla="*/ 1941322 h 2323145"/>
              <a:gd name="connsiteX109" fmla="*/ 5734750 w 11269336"/>
              <a:gd name="connsiteY109" fmla="*/ 1939793 h 2323145"/>
              <a:gd name="connsiteX110" fmla="*/ 5733569 w 11269336"/>
              <a:gd name="connsiteY110" fmla="*/ 1940505 h 2323145"/>
              <a:gd name="connsiteX111" fmla="*/ 5730329 w 11269336"/>
              <a:gd name="connsiteY111" fmla="*/ 1937845 h 2323145"/>
              <a:gd name="connsiteX112" fmla="*/ 5724661 w 11269336"/>
              <a:gd name="connsiteY112" fmla="*/ 1937455 h 2323145"/>
              <a:gd name="connsiteX113" fmla="*/ 5710186 w 11269336"/>
              <a:gd name="connsiteY113" fmla="*/ 1941370 h 2323145"/>
              <a:gd name="connsiteX114" fmla="*/ 5704910 w 11269336"/>
              <a:gd name="connsiteY114" fmla="*/ 1943663 h 2323145"/>
              <a:gd name="connsiteX115" fmla="*/ 5696836 w 11269336"/>
              <a:gd name="connsiteY115" fmla="*/ 1945271 h 2323145"/>
              <a:gd name="connsiteX116" fmla="*/ 5696583 w 11269336"/>
              <a:gd name="connsiteY116" fmla="*/ 1945050 h 2323145"/>
              <a:gd name="connsiteX117" fmla="*/ 5689123 w 11269336"/>
              <a:gd name="connsiteY117" fmla="*/ 1947067 h 2323145"/>
              <a:gd name="connsiteX118" fmla="*/ 5653291 w 11269336"/>
              <a:gd name="connsiteY118" fmla="*/ 1960245 h 2323145"/>
              <a:gd name="connsiteX119" fmla="*/ 5599385 w 11269336"/>
              <a:gd name="connsiteY119" fmla="*/ 1945198 h 2323145"/>
              <a:gd name="connsiteX120" fmla="*/ 5578300 w 11269336"/>
              <a:gd name="connsiteY120" fmla="*/ 1944963 h 2323145"/>
              <a:gd name="connsiteX121" fmla="*/ 5566758 w 11269336"/>
              <a:gd name="connsiteY121" fmla="*/ 1943441 h 2323145"/>
              <a:gd name="connsiteX122" fmla="*/ 5565857 w 11269336"/>
              <a:gd name="connsiteY122" fmla="*/ 1942445 h 2323145"/>
              <a:gd name="connsiteX123" fmla="*/ 5531534 w 11269336"/>
              <a:gd name="connsiteY123" fmla="*/ 1955208 h 2323145"/>
              <a:gd name="connsiteX124" fmla="*/ 5526552 w 11269336"/>
              <a:gd name="connsiteY124" fmla="*/ 1954799 h 2323145"/>
              <a:gd name="connsiteX125" fmla="*/ 5504723 w 11269336"/>
              <a:gd name="connsiteY125" fmla="*/ 1965811 h 2323145"/>
              <a:gd name="connsiteX126" fmla="*/ 5493156 w 11269336"/>
              <a:gd name="connsiteY126" fmla="*/ 1970063 h 2323145"/>
              <a:gd name="connsiteX127" fmla="*/ 5490486 w 11269336"/>
              <a:gd name="connsiteY127" fmla="*/ 1974227 h 2323145"/>
              <a:gd name="connsiteX128" fmla="*/ 5473107 w 11269336"/>
              <a:gd name="connsiteY128" fmla="*/ 1979001 h 2323145"/>
              <a:gd name="connsiteX129" fmla="*/ 5470885 w 11269336"/>
              <a:gd name="connsiteY129" fmla="*/ 1978432 h 2323145"/>
              <a:gd name="connsiteX130" fmla="*/ 5457393 w 11269336"/>
              <a:gd name="connsiteY130" fmla="*/ 1986525 h 2323145"/>
              <a:gd name="connsiteX131" fmla="*/ 5447102 w 11269336"/>
              <a:gd name="connsiteY131" fmla="*/ 1998329 h 2323145"/>
              <a:gd name="connsiteX132" fmla="*/ 5159151 w 11269336"/>
              <a:gd name="connsiteY132" fmla="*/ 2029640 h 2323145"/>
              <a:gd name="connsiteX133" fmla="*/ 5098838 w 11269336"/>
              <a:gd name="connsiteY133" fmla="*/ 2062961 h 2323145"/>
              <a:gd name="connsiteX134" fmla="*/ 4860988 w 11269336"/>
              <a:gd name="connsiteY134" fmla="*/ 2135698 h 2323145"/>
              <a:gd name="connsiteX135" fmla="*/ 4807902 w 11269336"/>
              <a:gd name="connsiteY135" fmla="*/ 2138894 h 2323145"/>
              <a:gd name="connsiteX136" fmla="*/ 4765388 w 11269336"/>
              <a:gd name="connsiteY136" fmla="*/ 2162525 h 2323145"/>
              <a:gd name="connsiteX137" fmla="*/ 4745033 w 11269336"/>
              <a:gd name="connsiteY137" fmla="*/ 2158859 h 2323145"/>
              <a:gd name="connsiteX138" fmla="*/ 4741475 w 11269336"/>
              <a:gd name="connsiteY138" fmla="*/ 2157998 h 2323145"/>
              <a:gd name="connsiteX139" fmla="*/ 4728247 w 11269336"/>
              <a:gd name="connsiteY139" fmla="*/ 2159526 h 2323145"/>
              <a:gd name="connsiteX140" fmla="*/ 4723263 w 11269336"/>
              <a:gd name="connsiteY140" fmla="*/ 2153742 h 2323145"/>
              <a:gd name="connsiteX141" fmla="*/ 4593061 w 11269336"/>
              <a:gd name="connsiteY141" fmla="*/ 2171597 h 2323145"/>
              <a:gd name="connsiteX142" fmla="*/ 4533444 w 11269336"/>
              <a:gd name="connsiteY142" fmla="*/ 2181200 h 2323145"/>
              <a:gd name="connsiteX143" fmla="*/ 4492832 w 11269336"/>
              <a:gd name="connsiteY143" fmla="*/ 2188033 h 2323145"/>
              <a:gd name="connsiteX144" fmla="*/ 4467257 w 11269336"/>
              <a:gd name="connsiteY144" fmla="*/ 2196121 h 2323145"/>
              <a:gd name="connsiteX145" fmla="*/ 4459937 w 11269336"/>
              <a:gd name="connsiteY145" fmla="*/ 2195182 h 2323145"/>
              <a:gd name="connsiteX146" fmla="*/ 4433312 w 11269336"/>
              <a:gd name="connsiteY146" fmla="*/ 2199004 h 2323145"/>
              <a:gd name="connsiteX147" fmla="*/ 4420601 w 11269336"/>
              <a:gd name="connsiteY147" fmla="*/ 2205158 h 2323145"/>
              <a:gd name="connsiteX148" fmla="*/ 4405765 w 11269336"/>
              <a:gd name="connsiteY148" fmla="*/ 2199902 h 2323145"/>
              <a:gd name="connsiteX149" fmla="*/ 4401354 w 11269336"/>
              <a:gd name="connsiteY149" fmla="*/ 2194745 h 2323145"/>
              <a:gd name="connsiteX150" fmla="*/ 4383151 w 11269336"/>
              <a:gd name="connsiteY150" fmla="*/ 2201140 h 2323145"/>
              <a:gd name="connsiteX151" fmla="*/ 4366646 w 11269336"/>
              <a:gd name="connsiteY151" fmla="*/ 2198564 h 2323145"/>
              <a:gd name="connsiteX152" fmla="*/ 4354009 w 11269336"/>
              <a:gd name="connsiteY152" fmla="*/ 2204984 h 2323145"/>
              <a:gd name="connsiteX153" fmla="*/ 4348284 w 11269336"/>
              <a:gd name="connsiteY153" fmla="*/ 2205270 h 2323145"/>
              <a:gd name="connsiteX154" fmla="*/ 4333906 w 11269336"/>
              <a:gd name="connsiteY154" fmla="*/ 2205251 h 2323145"/>
              <a:gd name="connsiteX155" fmla="*/ 4308819 w 11269336"/>
              <a:gd name="connsiteY155" fmla="*/ 2203822 h 2323145"/>
              <a:gd name="connsiteX156" fmla="*/ 4301210 w 11269336"/>
              <a:gd name="connsiteY156" fmla="*/ 2204456 h 2323145"/>
              <a:gd name="connsiteX157" fmla="*/ 4283095 w 11269336"/>
              <a:gd name="connsiteY157" fmla="*/ 2198177 h 2323145"/>
              <a:gd name="connsiteX158" fmla="*/ 4250119 w 11269336"/>
              <a:gd name="connsiteY158" fmla="*/ 2196342 h 2323145"/>
              <a:gd name="connsiteX159" fmla="*/ 4189203 w 11269336"/>
              <a:gd name="connsiteY159" fmla="*/ 2178994 h 2323145"/>
              <a:gd name="connsiteX160" fmla="*/ 4154035 w 11269336"/>
              <a:gd name="connsiteY160" fmla="*/ 2171950 h 2323145"/>
              <a:gd name="connsiteX161" fmla="*/ 4129569 w 11269336"/>
              <a:gd name="connsiteY161" fmla="*/ 2163850 h 2323145"/>
              <a:gd name="connsiteX162" fmla="*/ 4061250 w 11269336"/>
              <a:gd name="connsiteY162" fmla="*/ 2159236 h 2323145"/>
              <a:gd name="connsiteX163" fmla="*/ 3945480 w 11269336"/>
              <a:gd name="connsiteY163" fmla="*/ 2158279 h 2323145"/>
              <a:gd name="connsiteX164" fmla="*/ 3921468 w 11269336"/>
              <a:gd name="connsiteY164" fmla="*/ 2156588 h 2323145"/>
              <a:gd name="connsiteX165" fmla="*/ 3903348 w 11269336"/>
              <a:gd name="connsiteY165" fmla="*/ 2149220 h 2323145"/>
              <a:gd name="connsiteX166" fmla="*/ 3901342 w 11269336"/>
              <a:gd name="connsiteY166" fmla="*/ 2142355 h 2323145"/>
              <a:gd name="connsiteX167" fmla="*/ 3888539 w 11269336"/>
              <a:gd name="connsiteY167" fmla="*/ 2140476 h 2323145"/>
              <a:gd name="connsiteX168" fmla="*/ 3885662 w 11269336"/>
              <a:gd name="connsiteY168" fmla="*/ 2138740 h 2323145"/>
              <a:gd name="connsiteX169" fmla="*/ 3868627 w 11269336"/>
              <a:gd name="connsiteY169" fmla="*/ 2130023 h 2323145"/>
              <a:gd name="connsiteX170" fmla="*/ 3819177 w 11269336"/>
              <a:gd name="connsiteY170" fmla="*/ 2142111 h 2323145"/>
              <a:gd name="connsiteX171" fmla="*/ 3769100 w 11269336"/>
              <a:gd name="connsiteY171" fmla="*/ 2131731 h 2323145"/>
              <a:gd name="connsiteX172" fmla="*/ 3562752 w 11269336"/>
              <a:gd name="connsiteY172" fmla="*/ 2131785 h 2323145"/>
              <a:gd name="connsiteX173" fmla="*/ 3541402 w 11269336"/>
              <a:gd name="connsiteY173" fmla="*/ 2106821 h 2323145"/>
              <a:gd name="connsiteX174" fmla="*/ 3365341 w 11269336"/>
              <a:gd name="connsiteY174" fmla="*/ 2077638 h 2323145"/>
              <a:gd name="connsiteX175" fmla="*/ 3170922 w 11269336"/>
              <a:gd name="connsiteY175" fmla="*/ 2115957 h 2323145"/>
              <a:gd name="connsiteX176" fmla="*/ 3156256 w 11269336"/>
              <a:gd name="connsiteY176" fmla="*/ 2124773 h 2323145"/>
              <a:gd name="connsiteX177" fmla="*/ 3140298 w 11269336"/>
              <a:gd name="connsiteY177" fmla="*/ 2129182 h 2323145"/>
              <a:gd name="connsiteX178" fmla="*/ 3138514 w 11269336"/>
              <a:gd name="connsiteY178" fmla="*/ 2128069 h 2323145"/>
              <a:gd name="connsiteX179" fmla="*/ 3120467 w 11269336"/>
              <a:gd name="connsiteY179" fmla="*/ 2128281 h 2323145"/>
              <a:gd name="connsiteX180" fmla="*/ 3116175 w 11269336"/>
              <a:gd name="connsiteY180" fmla="*/ 2131633 h 2323145"/>
              <a:gd name="connsiteX181" fmla="*/ 3103685 w 11269336"/>
              <a:gd name="connsiteY181" fmla="*/ 2132814 h 2323145"/>
              <a:gd name="connsiteX182" fmla="*/ 3078794 w 11269336"/>
              <a:gd name="connsiteY182" fmla="*/ 2137935 h 2323145"/>
              <a:gd name="connsiteX183" fmla="*/ 3074407 w 11269336"/>
              <a:gd name="connsiteY183" fmla="*/ 2136274 h 2323145"/>
              <a:gd name="connsiteX184" fmla="*/ 3037285 w 11269336"/>
              <a:gd name="connsiteY184" fmla="*/ 2139919 h 2323145"/>
              <a:gd name="connsiteX185" fmla="*/ 3036901 w 11269336"/>
              <a:gd name="connsiteY185" fmla="*/ 2138726 h 2323145"/>
              <a:gd name="connsiteX186" fmla="*/ 3026996 w 11269336"/>
              <a:gd name="connsiteY186" fmla="*/ 2134322 h 2323145"/>
              <a:gd name="connsiteX187" fmla="*/ 3007772 w 11269336"/>
              <a:gd name="connsiteY187" fmla="*/ 2128742 h 2323145"/>
              <a:gd name="connsiteX188" fmla="*/ 2965030 w 11269336"/>
              <a:gd name="connsiteY188" fmla="*/ 2100494 h 2323145"/>
              <a:gd name="connsiteX189" fmla="*/ 2926342 w 11269336"/>
              <a:gd name="connsiteY189" fmla="*/ 2104155 h 2323145"/>
              <a:gd name="connsiteX190" fmla="*/ 2918608 w 11269336"/>
              <a:gd name="connsiteY190" fmla="*/ 2104215 h 2323145"/>
              <a:gd name="connsiteX191" fmla="*/ 2918475 w 11269336"/>
              <a:gd name="connsiteY191" fmla="*/ 2103937 h 2323145"/>
              <a:gd name="connsiteX192" fmla="*/ 2910360 w 11269336"/>
              <a:gd name="connsiteY192" fmla="*/ 2103444 h 2323145"/>
              <a:gd name="connsiteX193" fmla="*/ 2904507 w 11269336"/>
              <a:gd name="connsiteY193" fmla="*/ 2104326 h 2323145"/>
              <a:gd name="connsiteX194" fmla="*/ 2889503 w 11269336"/>
              <a:gd name="connsiteY194" fmla="*/ 2104443 h 2323145"/>
              <a:gd name="connsiteX195" fmla="*/ 2884480 w 11269336"/>
              <a:gd name="connsiteY195" fmla="*/ 2102626 h 2323145"/>
              <a:gd name="connsiteX196" fmla="*/ 2882689 w 11269336"/>
              <a:gd name="connsiteY196" fmla="*/ 2099228 h 2323145"/>
              <a:gd name="connsiteX197" fmla="*/ 2881291 w 11269336"/>
              <a:gd name="connsiteY197" fmla="*/ 2099618 h 2323145"/>
              <a:gd name="connsiteX198" fmla="*/ 2853979 w 11269336"/>
              <a:gd name="connsiteY198" fmla="*/ 2090388 h 2323145"/>
              <a:gd name="connsiteX199" fmla="*/ 2791790 w 11269336"/>
              <a:gd name="connsiteY199" fmla="*/ 2080332 h 2323145"/>
              <a:gd name="connsiteX200" fmla="*/ 2755844 w 11269336"/>
              <a:gd name="connsiteY200" fmla="*/ 2078874 h 2323145"/>
              <a:gd name="connsiteX201" fmla="*/ 2657742 w 11269336"/>
              <a:gd name="connsiteY201" fmla="*/ 2070179 h 2323145"/>
              <a:gd name="connsiteX202" fmla="*/ 2559549 w 11269336"/>
              <a:gd name="connsiteY202" fmla="*/ 2057873 h 2323145"/>
              <a:gd name="connsiteX203" fmla="*/ 2512054 w 11269336"/>
              <a:gd name="connsiteY203" fmla="*/ 2031671 h 2323145"/>
              <a:gd name="connsiteX204" fmla="*/ 2506437 w 11269336"/>
              <a:gd name="connsiteY204" fmla="*/ 2030918 h 2323145"/>
              <a:gd name="connsiteX205" fmla="*/ 2491752 w 11269336"/>
              <a:gd name="connsiteY205" fmla="*/ 2033906 h 2323145"/>
              <a:gd name="connsiteX206" fmla="*/ 2486338 w 11269336"/>
              <a:gd name="connsiteY206" fmla="*/ 2035862 h 2323145"/>
              <a:gd name="connsiteX207" fmla="*/ 2478186 w 11269336"/>
              <a:gd name="connsiteY207" fmla="*/ 2036953 h 2323145"/>
              <a:gd name="connsiteX208" fmla="*/ 2477950 w 11269336"/>
              <a:gd name="connsiteY208" fmla="*/ 2036715 h 2323145"/>
              <a:gd name="connsiteX209" fmla="*/ 2470381 w 11269336"/>
              <a:gd name="connsiteY209" fmla="*/ 2038256 h 2323145"/>
              <a:gd name="connsiteX210" fmla="*/ 2433781 w 11269336"/>
              <a:gd name="connsiteY210" fmla="*/ 2049140 h 2323145"/>
              <a:gd name="connsiteX211" fmla="*/ 2381172 w 11269336"/>
              <a:gd name="connsiteY211" fmla="*/ 2030645 h 2323145"/>
              <a:gd name="connsiteX212" fmla="*/ 2360198 w 11269336"/>
              <a:gd name="connsiteY212" fmla="*/ 2029059 h 2323145"/>
              <a:gd name="connsiteX213" fmla="*/ 2348815 w 11269336"/>
              <a:gd name="connsiteY213" fmla="*/ 2026798 h 2323145"/>
              <a:gd name="connsiteX214" fmla="*/ 2347988 w 11269336"/>
              <a:gd name="connsiteY214" fmla="*/ 2025745 h 2323145"/>
              <a:gd name="connsiteX215" fmla="*/ 2312920 w 11269336"/>
              <a:gd name="connsiteY215" fmla="*/ 2036311 h 2323145"/>
              <a:gd name="connsiteX216" fmla="*/ 2307986 w 11269336"/>
              <a:gd name="connsiteY216" fmla="*/ 2035583 h 2323145"/>
              <a:gd name="connsiteX217" fmla="*/ 2285481 w 11269336"/>
              <a:gd name="connsiteY217" fmla="*/ 2045197 h 2323145"/>
              <a:gd name="connsiteX218" fmla="*/ 2273666 w 11269336"/>
              <a:gd name="connsiteY218" fmla="*/ 2048710 h 2323145"/>
              <a:gd name="connsiteX219" fmla="*/ 2270719 w 11269336"/>
              <a:gd name="connsiteY219" fmla="*/ 2052702 h 2323145"/>
              <a:gd name="connsiteX220" fmla="*/ 2253080 w 11269336"/>
              <a:gd name="connsiteY220" fmla="*/ 2056363 h 2323145"/>
              <a:gd name="connsiteX221" fmla="*/ 2250906 w 11269336"/>
              <a:gd name="connsiteY221" fmla="*/ 2055654 h 2323145"/>
              <a:gd name="connsiteX222" fmla="*/ 2236905 w 11269336"/>
              <a:gd name="connsiteY222" fmla="*/ 2062882 h 2323145"/>
              <a:gd name="connsiteX223" fmla="*/ 2225830 w 11269336"/>
              <a:gd name="connsiteY223" fmla="*/ 2074027 h 2323145"/>
              <a:gd name="connsiteX224" fmla="*/ 2073776 w 11269336"/>
              <a:gd name="connsiteY224" fmla="*/ 2089244 h 2323145"/>
              <a:gd name="connsiteX225" fmla="*/ 1948256 w 11269336"/>
              <a:gd name="connsiteY225" fmla="*/ 2146616 h 2323145"/>
              <a:gd name="connsiteX226" fmla="*/ 1865582 w 11269336"/>
              <a:gd name="connsiteY226" fmla="*/ 2153738 h 2323145"/>
              <a:gd name="connsiteX227" fmla="*/ 1835210 w 11269336"/>
              <a:gd name="connsiteY227" fmla="*/ 2134244 h 2323145"/>
              <a:gd name="connsiteX228" fmla="*/ 1632661 w 11269336"/>
              <a:gd name="connsiteY228" fmla="*/ 2173882 h 2323145"/>
              <a:gd name="connsiteX229" fmla="*/ 1579590 w 11269336"/>
              <a:gd name="connsiteY229" fmla="*/ 2173680 h 2323145"/>
              <a:gd name="connsiteX230" fmla="*/ 1535601 w 11269336"/>
              <a:gd name="connsiteY230" fmla="*/ 2194590 h 2323145"/>
              <a:gd name="connsiteX231" fmla="*/ 1515594 w 11269336"/>
              <a:gd name="connsiteY231" fmla="*/ 2189622 h 2323145"/>
              <a:gd name="connsiteX232" fmla="*/ 1512113 w 11269336"/>
              <a:gd name="connsiteY232" fmla="*/ 2188534 h 2323145"/>
              <a:gd name="connsiteX233" fmla="*/ 1498838 w 11269336"/>
              <a:gd name="connsiteY233" fmla="*/ 2189213 h 2323145"/>
              <a:gd name="connsiteX234" fmla="*/ 1494279 w 11269336"/>
              <a:gd name="connsiteY234" fmla="*/ 2183112 h 2323145"/>
              <a:gd name="connsiteX235" fmla="*/ 1473714 w 11269336"/>
              <a:gd name="connsiteY235" fmla="*/ 2179625 h 2323145"/>
              <a:gd name="connsiteX236" fmla="*/ 1449503 w 11269336"/>
              <a:gd name="connsiteY236" fmla="*/ 2182633 h 2323145"/>
              <a:gd name="connsiteX237" fmla="*/ 1266687 w 11269336"/>
              <a:gd name="connsiteY237" fmla="*/ 2212688 h 2323145"/>
              <a:gd name="connsiteX238" fmla="*/ 1239614 w 11269336"/>
              <a:gd name="connsiteY238" fmla="*/ 2209727 h 2323145"/>
              <a:gd name="connsiteX239" fmla="*/ 1202436 w 11269336"/>
              <a:gd name="connsiteY239" fmla="*/ 2209817 h 2323145"/>
              <a:gd name="connsiteX240" fmla="*/ 1136097 w 11269336"/>
              <a:gd name="connsiteY240" fmla="*/ 2205112 h 2323145"/>
              <a:gd name="connsiteX241" fmla="*/ 988232 w 11269336"/>
              <a:gd name="connsiteY241" fmla="*/ 2235635 h 2323145"/>
              <a:gd name="connsiteX242" fmla="*/ 981959 w 11269336"/>
              <a:gd name="connsiteY242" fmla="*/ 2231607 h 2323145"/>
              <a:gd name="connsiteX243" fmla="*/ 938600 w 11269336"/>
              <a:gd name="connsiteY243" fmla="*/ 2238113 h 2323145"/>
              <a:gd name="connsiteX244" fmla="*/ 791788 w 11269336"/>
              <a:gd name="connsiteY244" fmla="*/ 2293224 h 2323145"/>
              <a:gd name="connsiteX245" fmla="*/ 706914 w 11269336"/>
              <a:gd name="connsiteY245" fmla="*/ 2305046 h 2323145"/>
              <a:gd name="connsiteX246" fmla="*/ 675971 w 11269336"/>
              <a:gd name="connsiteY246" fmla="*/ 2304030 h 2323145"/>
              <a:gd name="connsiteX247" fmla="*/ 624180 w 11269336"/>
              <a:gd name="connsiteY247" fmla="*/ 2302650 h 2323145"/>
              <a:gd name="connsiteX248" fmla="*/ 583453 w 11269336"/>
              <a:gd name="connsiteY248" fmla="*/ 2288788 h 2323145"/>
              <a:gd name="connsiteX249" fmla="*/ 540946 w 11269336"/>
              <a:gd name="connsiteY249" fmla="*/ 2292721 h 2323145"/>
              <a:gd name="connsiteX250" fmla="*/ 533680 w 11269336"/>
              <a:gd name="connsiteY250" fmla="*/ 2310233 h 2323145"/>
              <a:gd name="connsiteX251" fmla="*/ 487366 w 11269336"/>
              <a:gd name="connsiteY251" fmla="*/ 2309053 h 2323145"/>
              <a:gd name="connsiteX252" fmla="*/ 416820 w 11269336"/>
              <a:gd name="connsiteY252" fmla="*/ 2305443 h 2323145"/>
              <a:gd name="connsiteX253" fmla="*/ 376805 w 11269336"/>
              <a:gd name="connsiteY253" fmla="*/ 2307647 h 2323145"/>
              <a:gd name="connsiteX254" fmla="*/ 266777 w 11269336"/>
              <a:gd name="connsiteY254" fmla="*/ 2309012 h 2323145"/>
              <a:gd name="connsiteX255" fmla="*/ 156013 w 11269336"/>
              <a:gd name="connsiteY255" fmla="*/ 2306832 h 2323145"/>
              <a:gd name="connsiteX256" fmla="*/ 87258 w 11269336"/>
              <a:gd name="connsiteY256" fmla="*/ 2285511 h 2323145"/>
              <a:gd name="connsiteX257" fmla="*/ 23798 w 11269336"/>
              <a:gd name="connsiteY257" fmla="*/ 2281822 h 2323145"/>
              <a:gd name="connsiteX258" fmla="*/ 0 w 11269336"/>
              <a:gd name="connsiteY258" fmla="*/ 2285369 h 2323145"/>
              <a:gd name="connsiteX259" fmla="*/ 0 w 11269336"/>
              <a:gd name="connsiteY259"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561575 w 11269336"/>
              <a:gd name="connsiteY19" fmla="*/ 559978 h 2323145"/>
              <a:gd name="connsiteX20" fmla="*/ 9162278 w 11269336"/>
              <a:gd name="connsiteY20" fmla="*/ 704724 h 2323145"/>
              <a:gd name="connsiteX21" fmla="*/ 9062863 w 11269336"/>
              <a:gd name="connsiteY21" fmla="*/ 754656 h 2323145"/>
              <a:gd name="connsiteX22" fmla="*/ 8914746 w 11269336"/>
              <a:gd name="connsiteY22" fmla="*/ 826428 h 2323145"/>
              <a:gd name="connsiteX23" fmla="*/ 8917778 w 11269336"/>
              <a:gd name="connsiteY23" fmla="*/ 835198 h 2323145"/>
              <a:gd name="connsiteX24" fmla="*/ 8905560 w 11269336"/>
              <a:gd name="connsiteY24" fmla="*/ 838358 h 2323145"/>
              <a:gd name="connsiteX25" fmla="*/ 8897564 w 11269336"/>
              <a:gd name="connsiteY25" fmla="*/ 834287 h 2323145"/>
              <a:gd name="connsiteX26" fmla="*/ 8878040 w 11269336"/>
              <a:gd name="connsiteY26" fmla="*/ 844150 h 2323145"/>
              <a:gd name="connsiteX27" fmla="*/ 8795998 w 11269336"/>
              <a:gd name="connsiteY27" fmla="*/ 863337 h 2323145"/>
              <a:gd name="connsiteX28" fmla="*/ 8776970 w 11269336"/>
              <a:gd name="connsiteY28" fmla="*/ 885177 h 2323145"/>
              <a:gd name="connsiteX29" fmla="*/ 8755719 w 11269336"/>
              <a:gd name="connsiteY29" fmla="*/ 889754 h 2323145"/>
              <a:gd name="connsiteX30" fmla="*/ 8743257 w 11269336"/>
              <a:gd name="connsiteY30" fmla="*/ 904723 h 2323145"/>
              <a:gd name="connsiteX31" fmla="*/ 8721366 w 11269336"/>
              <a:gd name="connsiteY31" fmla="*/ 904711 h 2323145"/>
              <a:gd name="connsiteX32" fmla="*/ 8678353 w 11269336"/>
              <a:gd name="connsiteY32" fmla="*/ 926318 h 2323145"/>
              <a:gd name="connsiteX33" fmla="*/ 8636849 w 11269336"/>
              <a:gd name="connsiteY33" fmla="*/ 937900 h 2323145"/>
              <a:gd name="connsiteX34" fmla="*/ 8620213 w 11269336"/>
              <a:gd name="connsiteY34" fmla="*/ 943068 h 2323145"/>
              <a:gd name="connsiteX35" fmla="*/ 8612581 w 11269336"/>
              <a:gd name="connsiteY35" fmla="*/ 952695 h 2323145"/>
              <a:gd name="connsiteX36" fmla="*/ 8589038 w 11269336"/>
              <a:gd name="connsiteY36" fmla="*/ 963892 h 2323145"/>
              <a:gd name="connsiteX37" fmla="*/ 8579950 w 11269336"/>
              <a:gd name="connsiteY37" fmla="*/ 960899 h 2323145"/>
              <a:gd name="connsiteX38" fmla="*/ 8579319 w 11269336"/>
              <a:gd name="connsiteY38" fmla="*/ 965630 h 2323145"/>
              <a:gd name="connsiteX39" fmla="*/ 8547429 w 11269336"/>
              <a:gd name="connsiteY39" fmla="*/ 984506 h 2323145"/>
              <a:gd name="connsiteX40" fmla="*/ 8478704 w 11269336"/>
              <a:gd name="connsiteY40" fmla="*/ 1025490 h 2323145"/>
              <a:gd name="connsiteX41" fmla="*/ 8461421 w 11269336"/>
              <a:gd name="connsiteY41" fmla="*/ 1035512 h 2323145"/>
              <a:gd name="connsiteX42" fmla="*/ 8445003 w 11269336"/>
              <a:gd name="connsiteY42" fmla="*/ 1036851 h 2323145"/>
              <a:gd name="connsiteX43" fmla="*/ 8357350 w 11269336"/>
              <a:gd name="connsiteY43" fmla="*/ 1060213 h 2323145"/>
              <a:gd name="connsiteX44" fmla="*/ 8335565 w 11269336"/>
              <a:gd name="connsiteY44" fmla="*/ 1061151 h 2323145"/>
              <a:gd name="connsiteX45" fmla="*/ 8325267 w 11269336"/>
              <a:gd name="connsiteY45" fmla="*/ 1055919 h 2323145"/>
              <a:gd name="connsiteX46" fmla="*/ 8293586 w 11269336"/>
              <a:gd name="connsiteY46" fmla="*/ 1076144 h 2323145"/>
              <a:gd name="connsiteX47" fmla="*/ 8242405 w 11269336"/>
              <a:gd name="connsiteY47" fmla="*/ 1095960 h 2323145"/>
              <a:gd name="connsiteX48" fmla="*/ 8197391 w 11269336"/>
              <a:gd name="connsiteY48" fmla="*/ 1107746 h 2323145"/>
              <a:gd name="connsiteX49" fmla="*/ 8081474 w 11269336"/>
              <a:gd name="connsiteY49" fmla="*/ 1130125 h 2323145"/>
              <a:gd name="connsiteX50" fmla="*/ 8053585 w 11269336"/>
              <a:gd name="connsiteY50" fmla="*/ 1129169 h 2323145"/>
              <a:gd name="connsiteX51" fmla="*/ 8038422 w 11269336"/>
              <a:gd name="connsiteY51" fmla="*/ 1119092 h 2323145"/>
              <a:gd name="connsiteX52" fmla="*/ 8029450 w 11269336"/>
              <a:gd name="connsiteY52" fmla="*/ 1125592 h 2323145"/>
              <a:gd name="connsiteX53" fmla="*/ 7959552 w 11269336"/>
              <a:gd name="connsiteY53" fmla="*/ 1140188 h 2323145"/>
              <a:gd name="connsiteX54" fmla="*/ 7914188 w 11269336"/>
              <a:gd name="connsiteY54" fmla="*/ 1150862 h 2323145"/>
              <a:gd name="connsiteX55" fmla="*/ 7914918 w 11269336"/>
              <a:gd name="connsiteY55" fmla="*/ 1168758 h 2323145"/>
              <a:gd name="connsiteX56" fmla="*/ 7875510 w 11269336"/>
              <a:gd name="connsiteY56" fmla="*/ 1183153 h 2323145"/>
              <a:gd name="connsiteX57" fmla="*/ 7829932 w 11269336"/>
              <a:gd name="connsiteY57" fmla="*/ 1180782 h 2323145"/>
              <a:gd name="connsiteX58" fmla="*/ 7779182 w 11269336"/>
              <a:gd name="connsiteY58" fmla="*/ 1192665 h 2323145"/>
              <a:gd name="connsiteX59" fmla="*/ 7748774 w 11269336"/>
              <a:gd name="connsiteY59" fmla="*/ 1199586 h 2323145"/>
              <a:gd name="connsiteX60" fmla="*/ 7671846 w 11269336"/>
              <a:gd name="connsiteY60" fmla="*/ 1231966 h 2323145"/>
              <a:gd name="connsiteX61" fmla="*/ 7554146 w 11269336"/>
              <a:gd name="connsiteY61" fmla="*/ 1319748 h 2323145"/>
              <a:gd name="connsiteX62" fmla="*/ 7515052 w 11269336"/>
              <a:gd name="connsiteY62" fmla="*/ 1336718 h 2323145"/>
              <a:gd name="connsiteX63" fmla="*/ 7507193 w 11269336"/>
              <a:gd name="connsiteY63" fmla="*/ 1334617 h 2323145"/>
              <a:gd name="connsiteX64" fmla="*/ 7461694 w 11269336"/>
              <a:gd name="connsiteY64" fmla="*/ 1375866 h 2323145"/>
              <a:gd name="connsiteX65" fmla="*/ 7377571 w 11269336"/>
              <a:gd name="connsiteY65" fmla="*/ 1400128 h 2323145"/>
              <a:gd name="connsiteX66" fmla="*/ 7311261 w 11269336"/>
              <a:gd name="connsiteY66" fmla="*/ 1412652 h 2323145"/>
              <a:gd name="connsiteX67" fmla="*/ 7275307 w 11269336"/>
              <a:gd name="connsiteY67" fmla="*/ 1422171 h 2323145"/>
              <a:gd name="connsiteX68" fmla="*/ 7247783 w 11269336"/>
              <a:gd name="connsiteY68" fmla="*/ 1426330 h 2323145"/>
              <a:gd name="connsiteX69" fmla="*/ 7185047 w 11269336"/>
              <a:gd name="connsiteY69" fmla="*/ 1451812 h 2323145"/>
              <a:gd name="connsiteX70" fmla="*/ 7084117 w 11269336"/>
              <a:gd name="connsiteY70" fmla="*/ 1500281 h 2323145"/>
              <a:gd name="connsiteX71" fmla="*/ 7062011 w 11269336"/>
              <a:gd name="connsiteY71" fmla="*/ 1509183 h 2323145"/>
              <a:gd name="connsiteX72" fmla="*/ 7040555 w 11269336"/>
              <a:gd name="connsiteY72" fmla="*/ 1511207 h 2323145"/>
              <a:gd name="connsiteX73" fmla="*/ 7033438 w 11269336"/>
              <a:gd name="connsiteY73" fmla="*/ 1506772 h 2323145"/>
              <a:gd name="connsiteX74" fmla="*/ 7020886 w 11269336"/>
              <a:gd name="connsiteY74" fmla="*/ 1510764 h 2323145"/>
              <a:gd name="connsiteX75" fmla="*/ 7017033 w 11269336"/>
              <a:gd name="connsiteY75" fmla="*/ 1510650 h 2323145"/>
              <a:gd name="connsiteX76" fmla="*/ 6995460 w 11269336"/>
              <a:gd name="connsiteY76" fmla="*/ 1511173 h 2323145"/>
              <a:gd name="connsiteX77" fmla="*/ 6962144 w 11269336"/>
              <a:gd name="connsiteY77" fmla="*/ 1541508 h 2323145"/>
              <a:gd name="connsiteX78" fmla="*/ 6910674 w 11269336"/>
              <a:gd name="connsiteY78" fmla="*/ 1554793 h 2323145"/>
              <a:gd name="connsiteX79" fmla="*/ 6732152 w 11269336"/>
              <a:gd name="connsiteY79" fmla="*/ 1642538 h 2323145"/>
              <a:gd name="connsiteX80" fmla="*/ 6694106 w 11269336"/>
              <a:gd name="connsiteY80" fmla="*/ 1632377 h 2323145"/>
              <a:gd name="connsiteX81" fmla="*/ 6617223 w 11269336"/>
              <a:gd name="connsiteY81" fmla="*/ 1659889 h 2323145"/>
              <a:gd name="connsiteX82" fmla="*/ 6521138 w 11269336"/>
              <a:gd name="connsiteY82" fmla="*/ 1744340 h 2323145"/>
              <a:gd name="connsiteX83" fmla="*/ 6380677 w 11269336"/>
              <a:gd name="connsiteY83" fmla="*/ 1796883 h 2323145"/>
              <a:gd name="connsiteX84" fmla="*/ 6374897 w 11269336"/>
              <a:gd name="connsiteY84" fmla="*/ 1809910 h 2323145"/>
              <a:gd name="connsiteX85" fmla="*/ 6364545 w 11269336"/>
              <a:gd name="connsiteY85" fmla="*/ 1820090 h 2323145"/>
              <a:gd name="connsiteX86" fmla="*/ 6362126 w 11269336"/>
              <a:gd name="connsiteY86" fmla="*/ 1819991 h 2323145"/>
              <a:gd name="connsiteX87" fmla="*/ 6346673 w 11269336"/>
              <a:gd name="connsiteY87" fmla="*/ 1827824 h 2323145"/>
              <a:gd name="connsiteX88" fmla="*/ 6345588 w 11269336"/>
              <a:gd name="connsiteY88" fmla="*/ 1832232 h 2323145"/>
              <a:gd name="connsiteX89" fmla="*/ 6335708 w 11269336"/>
              <a:gd name="connsiteY89" fmla="*/ 1838451 h 2323145"/>
              <a:gd name="connsiteX90" fmla="*/ 6318182 w 11269336"/>
              <a:gd name="connsiteY90" fmla="*/ 1852975 h 2323145"/>
              <a:gd name="connsiteX91" fmla="*/ 6313084 w 11269336"/>
              <a:gd name="connsiteY91" fmla="*/ 1853561 h 2323145"/>
              <a:gd name="connsiteX92" fmla="*/ 6283816 w 11269336"/>
              <a:gd name="connsiteY92" fmla="*/ 1872148 h 2323145"/>
              <a:gd name="connsiteX93" fmla="*/ 6282550 w 11269336"/>
              <a:gd name="connsiteY93" fmla="*/ 1871392 h 2323145"/>
              <a:gd name="connsiteX94" fmla="*/ 6270527 w 11269336"/>
              <a:gd name="connsiteY94" fmla="*/ 1872208 h 2323145"/>
              <a:gd name="connsiteX95" fmla="*/ 6249518 w 11269336"/>
              <a:gd name="connsiteY95" fmla="*/ 1876079 h 2323145"/>
              <a:gd name="connsiteX96" fmla="*/ 6190386 w 11269336"/>
              <a:gd name="connsiteY96" fmla="*/ 1872478 h 2323145"/>
              <a:gd name="connsiteX97" fmla="*/ 6159777 w 11269336"/>
              <a:gd name="connsiteY97" fmla="*/ 1891745 h 2323145"/>
              <a:gd name="connsiteX98" fmla="*/ 6153131 w 11269336"/>
              <a:gd name="connsiteY98" fmla="*/ 1895079 h 2323145"/>
              <a:gd name="connsiteX99" fmla="*/ 6152798 w 11269336"/>
              <a:gd name="connsiteY99" fmla="*/ 1894920 h 2323145"/>
              <a:gd name="connsiteX100" fmla="*/ 6145388 w 11269336"/>
              <a:gd name="connsiteY100" fmla="*/ 1897990 h 2323145"/>
              <a:gd name="connsiteX101" fmla="*/ 6141014 w 11269336"/>
              <a:gd name="connsiteY101" fmla="*/ 1901155 h 2323145"/>
              <a:gd name="connsiteX102" fmla="*/ 6128122 w 11269336"/>
              <a:gd name="connsiteY102" fmla="*/ 1907623 h 2323145"/>
              <a:gd name="connsiteX103" fmla="*/ 6122351 w 11269336"/>
              <a:gd name="connsiteY103" fmla="*/ 1908359 h 2323145"/>
              <a:gd name="connsiteX104" fmla="*/ 6064750 w 11269336"/>
              <a:gd name="connsiteY104" fmla="*/ 1896394 h 2323145"/>
              <a:gd name="connsiteX105" fmla="*/ 5964230 w 11269336"/>
              <a:gd name="connsiteY105" fmla="*/ 1910038 h 2323145"/>
              <a:gd name="connsiteX106" fmla="*/ 5865399 w 11269336"/>
              <a:gd name="connsiteY106" fmla="*/ 1926966 h 2323145"/>
              <a:gd name="connsiteX107" fmla="*/ 5829951 w 11269336"/>
              <a:gd name="connsiteY107" fmla="*/ 1934755 h 2323145"/>
              <a:gd name="connsiteX108" fmla="*/ 5765285 w 11269336"/>
              <a:gd name="connsiteY108" fmla="*/ 1941322 h 2323145"/>
              <a:gd name="connsiteX109" fmla="*/ 5734750 w 11269336"/>
              <a:gd name="connsiteY109" fmla="*/ 1939793 h 2323145"/>
              <a:gd name="connsiteX110" fmla="*/ 5733569 w 11269336"/>
              <a:gd name="connsiteY110" fmla="*/ 1940505 h 2323145"/>
              <a:gd name="connsiteX111" fmla="*/ 5730329 w 11269336"/>
              <a:gd name="connsiteY111" fmla="*/ 1937845 h 2323145"/>
              <a:gd name="connsiteX112" fmla="*/ 5724661 w 11269336"/>
              <a:gd name="connsiteY112" fmla="*/ 1937455 h 2323145"/>
              <a:gd name="connsiteX113" fmla="*/ 5710186 w 11269336"/>
              <a:gd name="connsiteY113" fmla="*/ 1941370 h 2323145"/>
              <a:gd name="connsiteX114" fmla="*/ 5704910 w 11269336"/>
              <a:gd name="connsiteY114" fmla="*/ 1943663 h 2323145"/>
              <a:gd name="connsiteX115" fmla="*/ 5696836 w 11269336"/>
              <a:gd name="connsiteY115" fmla="*/ 1945271 h 2323145"/>
              <a:gd name="connsiteX116" fmla="*/ 5696583 w 11269336"/>
              <a:gd name="connsiteY116" fmla="*/ 1945050 h 2323145"/>
              <a:gd name="connsiteX117" fmla="*/ 5689123 w 11269336"/>
              <a:gd name="connsiteY117" fmla="*/ 1947067 h 2323145"/>
              <a:gd name="connsiteX118" fmla="*/ 5653291 w 11269336"/>
              <a:gd name="connsiteY118" fmla="*/ 1960245 h 2323145"/>
              <a:gd name="connsiteX119" fmla="*/ 5599385 w 11269336"/>
              <a:gd name="connsiteY119" fmla="*/ 1945198 h 2323145"/>
              <a:gd name="connsiteX120" fmla="*/ 5578300 w 11269336"/>
              <a:gd name="connsiteY120" fmla="*/ 1944963 h 2323145"/>
              <a:gd name="connsiteX121" fmla="*/ 5566758 w 11269336"/>
              <a:gd name="connsiteY121" fmla="*/ 1943441 h 2323145"/>
              <a:gd name="connsiteX122" fmla="*/ 5565857 w 11269336"/>
              <a:gd name="connsiteY122" fmla="*/ 1942445 h 2323145"/>
              <a:gd name="connsiteX123" fmla="*/ 5531534 w 11269336"/>
              <a:gd name="connsiteY123" fmla="*/ 1955208 h 2323145"/>
              <a:gd name="connsiteX124" fmla="*/ 5526552 w 11269336"/>
              <a:gd name="connsiteY124" fmla="*/ 1954799 h 2323145"/>
              <a:gd name="connsiteX125" fmla="*/ 5504723 w 11269336"/>
              <a:gd name="connsiteY125" fmla="*/ 1965811 h 2323145"/>
              <a:gd name="connsiteX126" fmla="*/ 5493156 w 11269336"/>
              <a:gd name="connsiteY126" fmla="*/ 1970063 h 2323145"/>
              <a:gd name="connsiteX127" fmla="*/ 5490486 w 11269336"/>
              <a:gd name="connsiteY127" fmla="*/ 1974227 h 2323145"/>
              <a:gd name="connsiteX128" fmla="*/ 5473107 w 11269336"/>
              <a:gd name="connsiteY128" fmla="*/ 1979001 h 2323145"/>
              <a:gd name="connsiteX129" fmla="*/ 5470885 w 11269336"/>
              <a:gd name="connsiteY129" fmla="*/ 1978432 h 2323145"/>
              <a:gd name="connsiteX130" fmla="*/ 5457393 w 11269336"/>
              <a:gd name="connsiteY130" fmla="*/ 1986525 h 2323145"/>
              <a:gd name="connsiteX131" fmla="*/ 5447102 w 11269336"/>
              <a:gd name="connsiteY131" fmla="*/ 1998329 h 2323145"/>
              <a:gd name="connsiteX132" fmla="*/ 5159151 w 11269336"/>
              <a:gd name="connsiteY132" fmla="*/ 2029640 h 2323145"/>
              <a:gd name="connsiteX133" fmla="*/ 5098838 w 11269336"/>
              <a:gd name="connsiteY133" fmla="*/ 2062961 h 2323145"/>
              <a:gd name="connsiteX134" fmla="*/ 4860988 w 11269336"/>
              <a:gd name="connsiteY134" fmla="*/ 2135698 h 2323145"/>
              <a:gd name="connsiteX135" fmla="*/ 4765388 w 11269336"/>
              <a:gd name="connsiteY135" fmla="*/ 2162525 h 2323145"/>
              <a:gd name="connsiteX136" fmla="*/ 4745033 w 11269336"/>
              <a:gd name="connsiteY136" fmla="*/ 2158859 h 2323145"/>
              <a:gd name="connsiteX137" fmla="*/ 4741475 w 11269336"/>
              <a:gd name="connsiteY137" fmla="*/ 2157998 h 2323145"/>
              <a:gd name="connsiteX138" fmla="*/ 4728247 w 11269336"/>
              <a:gd name="connsiteY138" fmla="*/ 2159526 h 2323145"/>
              <a:gd name="connsiteX139" fmla="*/ 4723263 w 11269336"/>
              <a:gd name="connsiteY139" fmla="*/ 2153742 h 2323145"/>
              <a:gd name="connsiteX140" fmla="*/ 4593061 w 11269336"/>
              <a:gd name="connsiteY140" fmla="*/ 2171597 h 2323145"/>
              <a:gd name="connsiteX141" fmla="*/ 4533444 w 11269336"/>
              <a:gd name="connsiteY141" fmla="*/ 2181200 h 2323145"/>
              <a:gd name="connsiteX142" fmla="*/ 4492832 w 11269336"/>
              <a:gd name="connsiteY142" fmla="*/ 2188033 h 2323145"/>
              <a:gd name="connsiteX143" fmla="*/ 4467257 w 11269336"/>
              <a:gd name="connsiteY143" fmla="*/ 2196121 h 2323145"/>
              <a:gd name="connsiteX144" fmla="*/ 4459937 w 11269336"/>
              <a:gd name="connsiteY144" fmla="*/ 2195182 h 2323145"/>
              <a:gd name="connsiteX145" fmla="*/ 4433312 w 11269336"/>
              <a:gd name="connsiteY145" fmla="*/ 2199004 h 2323145"/>
              <a:gd name="connsiteX146" fmla="*/ 4420601 w 11269336"/>
              <a:gd name="connsiteY146" fmla="*/ 2205158 h 2323145"/>
              <a:gd name="connsiteX147" fmla="*/ 4405765 w 11269336"/>
              <a:gd name="connsiteY147" fmla="*/ 2199902 h 2323145"/>
              <a:gd name="connsiteX148" fmla="*/ 4401354 w 11269336"/>
              <a:gd name="connsiteY148" fmla="*/ 2194745 h 2323145"/>
              <a:gd name="connsiteX149" fmla="*/ 4383151 w 11269336"/>
              <a:gd name="connsiteY149" fmla="*/ 2201140 h 2323145"/>
              <a:gd name="connsiteX150" fmla="*/ 4366646 w 11269336"/>
              <a:gd name="connsiteY150" fmla="*/ 2198564 h 2323145"/>
              <a:gd name="connsiteX151" fmla="*/ 4354009 w 11269336"/>
              <a:gd name="connsiteY151" fmla="*/ 2204984 h 2323145"/>
              <a:gd name="connsiteX152" fmla="*/ 4348284 w 11269336"/>
              <a:gd name="connsiteY152" fmla="*/ 2205270 h 2323145"/>
              <a:gd name="connsiteX153" fmla="*/ 4333906 w 11269336"/>
              <a:gd name="connsiteY153" fmla="*/ 2205251 h 2323145"/>
              <a:gd name="connsiteX154" fmla="*/ 4308819 w 11269336"/>
              <a:gd name="connsiteY154" fmla="*/ 2203822 h 2323145"/>
              <a:gd name="connsiteX155" fmla="*/ 4301210 w 11269336"/>
              <a:gd name="connsiteY155" fmla="*/ 2204456 h 2323145"/>
              <a:gd name="connsiteX156" fmla="*/ 4283095 w 11269336"/>
              <a:gd name="connsiteY156" fmla="*/ 2198177 h 2323145"/>
              <a:gd name="connsiteX157" fmla="*/ 4250119 w 11269336"/>
              <a:gd name="connsiteY157" fmla="*/ 2196342 h 2323145"/>
              <a:gd name="connsiteX158" fmla="*/ 4189203 w 11269336"/>
              <a:gd name="connsiteY158" fmla="*/ 2178994 h 2323145"/>
              <a:gd name="connsiteX159" fmla="*/ 4154035 w 11269336"/>
              <a:gd name="connsiteY159" fmla="*/ 2171950 h 2323145"/>
              <a:gd name="connsiteX160" fmla="*/ 4129569 w 11269336"/>
              <a:gd name="connsiteY160" fmla="*/ 2163850 h 2323145"/>
              <a:gd name="connsiteX161" fmla="*/ 4061250 w 11269336"/>
              <a:gd name="connsiteY161" fmla="*/ 2159236 h 2323145"/>
              <a:gd name="connsiteX162" fmla="*/ 3945480 w 11269336"/>
              <a:gd name="connsiteY162" fmla="*/ 2158279 h 2323145"/>
              <a:gd name="connsiteX163" fmla="*/ 3921468 w 11269336"/>
              <a:gd name="connsiteY163" fmla="*/ 2156588 h 2323145"/>
              <a:gd name="connsiteX164" fmla="*/ 3903348 w 11269336"/>
              <a:gd name="connsiteY164" fmla="*/ 2149220 h 2323145"/>
              <a:gd name="connsiteX165" fmla="*/ 3901342 w 11269336"/>
              <a:gd name="connsiteY165" fmla="*/ 2142355 h 2323145"/>
              <a:gd name="connsiteX166" fmla="*/ 3888539 w 11269336"/>
              <a:gd name="connsiteY166" fmla="*/ 2140476 h 2323145"/>
              <a:gd name="connsiteX167" fmla="*/ 3885662 w 11269336"/>
              <a:gd name="connsiteY167" fmla="*/ 2138740 h 2323145"/>
              <a:gd name="connsiteX168" fmla="*/ 3868627 w 11269336"/>
              <a:gd name="connsiteY168" fmla="*/ 2130023 h 2323145"/>
              <a:gd name="connsiteX169" fmla="*/ 3819177 w 11269336"/>
              <a:gd name="connsiteY169" fmla="*/ 2142111 h 2323145"/>
              <a:gd name="connsiteX170" fmla="*/ 3769100 w 11269336"/>
              <a:gd name="connsiteY170" fmla="*/ 2131731 h 2323145"/>
              <a:gd name="connsiteX171" fmla="*/ 3562752 w 11269336"/>
              <a:gd name="connsiteY171" fmla="*/ 2131785 h 2323145"/>
              <a:gd name="connsiteX172" fmla="*/ 3541402 w 11269336"/>
              <a:gd name="connsiteY172" fmla="*/ 2106821 h 2323145"/>
              <a:gd name="connsiteX173" fmla="*/ 3365341 w 11269336"/>
              <a:gd name="connsiteY173" fmla="*/ 2077638 h 2323145"/>
              <a:gd name="connsiteX174" fmla="*/ 3170922 w 11269336"/>
              <a:gd name="connsiteY174" fmla="*/ 2115957 h 2323145"/>
              <a:gd name="connsiteX175" fmla="*/ 3156256 w 11269336"/>
              <a:gd name="connsiteY175" fmla="*/ 2124773 h 2323145"/>
              <a:gd name="connsiteX176" fmla="*/ 3140298 w 11269336"/>
              <a:gd name="connsiteY176" fmla="*/ 2129182 h 2323145"/>
              <a:gd name="connsiteX177" fmla="*/ 3138514 w 11269336"/>
              <a:gd name="connsiteY177" fmla="*/ 2128069 h 2323145"/>
              <a:gd name="connsiteX178" fmla="*/ 3120467 w 11269336"/>
              <a:gd name="connsiteY178" fmla="*/ 2128281 h 2323145"/>
              <a:gd name="connsiteX179" fmla="*/ 3116175 w 11269336"/>
              <a:gd name="connsiteY179" fmla="*/ 2131633 h 2323145"/>
              <a:gd name="connsiteX180" fmla="*/ 3103685 w 11269336"/>
              <a:gd name="connsiteY180" fmla="*/ 2132814 h 2323145"/>
              <a:gd name="connsiteX181" fmla="*/ 3078794 w 11269336"/>
              <a:gd name="connsiteY181" fmla="*/ 2137935 h 2323145"/>
              <a:gd name="connsiteX182" fmla="*/ 3074407 w 11269336"/>
              <a:gd name="connsiteY182" fmla="*/ 2136274 h 2323145"/>
              <a:gd name="connsiteX183" fmla="*/ 3037285 w 11269336"/>
              <a:gd name="connsiteY183" fmla="*/ 2139919 h 2323145"/>
              <a:gd name="connsiteX184" fmla="*/ 3036901 w 11269336"/>
              <a:gd name="connsiteY184" fmla="*/ 2138726 h 2323145"/>
              <a:gd name="connsiteX185" fmla="*/ 3026996 w 11269336"/>
              <a:gd name="connsiteY185" fmla="*/ 2134322 h 2323145"/>
              <a:gd name="connsiteX186" fmla="*/ 3007772 w 11269336"/>
              <a:gd name="connsiteY186" fmla="*/ 2128742 h 2323145"/>
              <a:gd name="connsiteX187" fmla="*/ 2965030 w 11269336"/>
              <a:gd name="connsiteY187" fmla="*/ 2100494 h 2323145"/>
              <a:gd name="connsiteX188" fmla="*/ 2926342 w 11269336"/>
              <a:gd name="connsiteY188" fmla="*/ 2104155 h 2323145"/>
              <a:gd name="connsiteX189" fmla="*/ 2918608 w 11269336"/>
              <a:gd name="connsiteY189" fmla="*/ 2104215 h 2323145"/>
              <a:gd name="connsiteX190" fmla="*/ 2918475 w 11269336"/>
              <a:gd name="connsiteY190" fmla="*/ 2103937 h 2323145"/>
              <a:gd name="connsiteX191" fmla="*/ 2910360 w 11269336"/>
              <a:gd name="connsiteY191" fmla="*/ 2103444 h 2323145"/>
              <a:gd name="connsiteX192" fmla="*/ 2904507 w 11269336"/>
              <a:gd name="connsiteY192" fmla="*/ 2104326 h 2323145"/>
              <a:gd name="connsiteX193" fmla="*/ 2889503 w 11269336"/>
              <a:gd name="connsiteY193" fmla="*/ 2104443 h 2323145"/>
              <a:gd name="connsiteX194" fmla="*/ 2884480 w 11269336"/>
              <a:gd name="connsiteY194" fmla="*/ 2102626 h 2323145"/>
              <a:gd name="connsiteX195" fmla="*/ 2882689 w 11269336"/>
              <a:gd name="connsiteY195" fmla="*/ 2099228 h 2323145"/>
              <a:gd name="connsiteX196" fmla="*/ 2881291 w 11269336"/>
              <a:gd name="connsiteY196" fmla="*/ 2099618 h 2323145"/>
              <a:gd name="connsiteX197" fmla="*/ 2853979 w 11269336"/>
              <a:gd name="connsiteY197" fmla="*/ 2090388 h 2323145"/>
              <a:gd name="connsiteX198" fmla="*/ 2791790 w 11269336"/>
              <a:gd name="connsiteY198" fmla="*/ 2080332 h 2323145"/>
              <a:gd name="connsiteX199" fmla="*/ 2755844 w 11269336"/>
              <a:gd name="connsiteY199" fmla="*/ 2078874 h 2323145"/>
              <a:gd name="connsiteX200" fmla="*/ 2657742 w 11269336"/>
              <a:gd name="connsiteY200" fmla="*/ 2070179 h 2323145"/>
              <a:gd name="connsiteX201" fmla="*/ 2559549 w 11269336"/>
              <a:gd name="connsiteY201" fmla="*/ 2057873 h 2323145"/>
              <a:gd name="connsiteX202" fmla="*/ 2512054 w 11269336"/>
              <a:gd name="connsiteY202" fmla="*/ 2031671 h 2323145"/>
              <a:gd name="connsiteX203" fmla="*/ 2506437 w 11269336"/>
              <a:gd name="connsiteY203" fmla="*/ 2030918 h 2323145"/>
              <a:gd name="connsiteX204" fmla="*/ 2491752 w 11269336"/>
              <a:gd name="connsiteY204" fmla="*/ 2033906 h 2323145"/>
              <a:gd name="connsiteX205" fmla="*/ 2486338 w 11269336"/>
              <a:gd name="connsiteY205" fmla="*/ 2035862 h 2323145"/>
              <a:gd name="connsiteX206" fmla="*/ 2478186 w 11269336"/>
              <a:gd name="connsiteY206" fmla="*/ 2036953 h 2323145"/>
              <a:gd name="connsiteX207" fmla="*/ 2477950 w 11269336"/>
              <a:gd name="connsiteY207" fmla="*/ 2036715 h 2323145"/>
              <a:gd name="connsiteX208" fmla="*/ 2470381 w 11269336"/>
              <a:gd name="connsiteY208" fmla="*/ 2038256 h 2323145"/>
              <a:gd name="connsiteX209" fmla="*/ 2433781 w 11269336"/>
              <a:gd name="connsiteY209" fmla="*/ 2049140 h 2323145"/>
              <a:gd name="connsiteX210" fmla="*/ 2381172 w 11269336"/>
              <a:gd name="connsiteY210" fmla="*/ 2030645 h 2323145"/>
              <a:gd name="connsiteX211" fmla="*/ 2360198 w 11269336"/>
              <a:gd name="connsiteY211" fmla="*/ 2029059 h 2323145"/>
              <a:gd name="connsiteX212" fmla="*/ 2348815 w 11269336"/>
              <a:gd name="connsiteY212" fmla="*/ 2026798 h 2323145"/>
              <a:gd name="connsiteX213" fmla="*/ 2347988 w 11269336"/>
              <a:gd name="connsiteY213" fmla="*/ 2025745 h 2323145"/>
              <a:gd name="connsiteX214" fmla="*/ 2312920 w 11269336"/>
              <a:gd name="connsiteY214" fmla="*/ 2036311 h 2323145"/>
              <a:gd name="connsiteX215" fmla="*/ 2307986 w 11269336"/>
              <a:gd name="connsiteY215" fmla="*/ 2035583 h 2323145"/>
              <a:gd name="connsiteX216" fmla="*/ 2285481 w 11269336"/>
              <a:gd name="connsiteY216" fmla="*/ 2045197 h 2323145"/>
              <a:gd name="connsiteX217" fmla="*/ 2273666 w 11269336"/>
              <a:gd name="connsiteY217" fmla="*/ 2048710 h 2323145"/>
              <a:gd name="connsiteX218" fmla="*/ 2270719 w 11269336"/>
              <a:gd name="connsiteY218" fmla="*/ 2052702 h 2323145"/>
              <a:gd name="connsiteX219" fmla="*/ 2253080 w 11269336"/>
              <a:gd name="connsiteY219" fmla="*/ 2056363 h 2323145"/>
              <a:gd name="connsiteX220" fmla="*/ 2250906 w 11269336"/>
              <a:gd name="connsiteY220" fmla="*/ 2055654 h 2323145"/>
              <a:gd name="connsiteX221" fmla="*/ 2236905 w 11269336"/>
              <a:gd name="connsiteY221" fmla="*/ 2062882 h 2323145"/>
              <a:gd name="connsiteX222" fmla="*/ 2225830 w 11269336"/>
              <a:gd name="connsiteY222" fmla="*/ 2074027 h 2323145"/>
              <a:gd name="connsiteX223" fmla="*/ 2073776 w 11269336"/>
              <a:gd name="connsiteY223" fmla="*/ 2089244 h 2323145"/>
              <a:gd name="connsiteX224" fmla="*/ 1948256 w 11269336"/>
              <a:gd name="connsiteY224" fmla="*/ 2146616 h 2323145"/>
              <a:gd name="connsiteX225" fmla="*/ 1865582 w 11269336"/>
              <a:gd name="connsiteY225" fmla="*/ 2153738 h 2323145"/>
              <a:gd name="connsiteX226" fmla="*/ 1835210 w 11269336"/>
              <a:gd name="connsiteY226" fmla="*/ 2134244 h 2323145"/>
              <a:gd name="connsiteX227" fmla="*/ 1632661 w 11269336"/>
              <a:gd name="connsiteY227" fmla="*/ 2173882 h 2323145"/>
              <a:gd name="connsiteX228" fmla="*/ 1579590 w 11269336"/>
              <a:gd name="connsiteY228" fmla="*/ 2173680 h 2323145"/>
              <a:gd name="connsiteX229" fmla="*/ 1535601 w 11269336"/>
              <a:gd name="connsiteY229" fmla="*/ 2194590 h 2323145"/>
              <a:gd name="connsiteX230" fmla="*/ 1515594 w 11269336"/>
              <a:gd name="connsiteY230" fmla="*/ 2189622 h 2323145"/>
              <a:gd name="connsiteX231" fmla="*/ 1512113 w 11269336"/>
              <a:gd name="connsiteY231" fmla="*/ 2188534 h 2323145"/>
              <a:gd name="connsiteX232" fmla="*/ 1498838 w 11269336"/>
              <a:gd name="connsiteY232" fmla="*/ 2189213 h 2323145"/>
              <a:gd name="connsiteX233" fmla="*/ 1494279 w 11269336"/>
              <a:gd name="connsiteY233" fmla="*/ 2183112 h 2323145"/>
              <a:gd name="connsiteX234" fmla="*/ 1473714 w 11269336"/>
              <a:gd name="connsiteY234" fmla="*/ 2179625 h 2323145"/>
              <a:gd name="connsiteX235" fmla="*/ 1449503 w 11269336"/>
              <a:gd name="connsiteY235" fmla="*/ 2182633 h 2323145"/>
              <a:gd name="connsiteX236" fmla="*/ 1266687 w 11269336"/>
              <a:gd name="connsiteY236" fmla="*/ 2212688 h 2323145"/>
              <a:gd name="connsiteX237" fmla="*/ 1239614 w 11269336"/>
              <a:gd name="connsiteY237" fmla="*/ 2209727 h 2323145"/>
              <a:gd name="connsiteX238" fmla="*/ 1202436 w 11269336"/>
              <a:gd name="connsiteY238" fmla="*/ 2209817 h 2323145"/>
              <a:gd name="connsiteX239" fmla="*/ 1136097 w 11269336"/>
              <a:gd name="connsiteY239" fmla="*/ 2205112 h 2323145"/>
              <a:gd name="connsiteX240" fmla="*/ 988232 w 11269336"/>
              <a:gd name="connsiteY240" fmla="*/ 2235635 h 2323145"/>
              <a:gd name="connsiteX241" fmla="*/ 981959 w 11269336"/>
              <a:gd name="connsiteY241" fmla="*/ 2231607 h 2323145"/>
              <a:gd name="connsiteX242" fmla="*/ 938600 w 11269336"/>
              <a:gd name="connsiteY242" fmla="*/ 2238113 h 2323145"/>
              <a:gd name="connsiteX243" fmla="*/ 791788 w 11269336"/>
              <a:gd name="connsiteY243" fmla="*/ 2293224 h 2323145"/>
              <a:gd name="connsiteX244" fmla="*/ 706914 w 11269336"/>
              <a:gd name="connsiteY244" fmla="*/ 2305046 h 2323145"/>
              <a:gd name="connsiteX245" fmla="*/ 675971 w 11269336"/>
              <a:gd name="connsiteY245" fmla="*/ 2304030 h 2323145"/>
              <a:gd name="connsiteX246" fmla="*/ 624180 w 11269336"/>
              <a:gd name="connsiteY246" fmla="*/ 2302650 h 2323145"/>
              <a:gd name="connsiteX247" fmla="*/ 583453 w 11269336"/>
              <a:gd name="connsiteY247" fmla="*/ 2288788 h 2323145"/>
              <a:gd name="connsiteX248" fmla="*/ 540946 w 11269336"/>
              <a:gd name="connsiteY248" fmla="*/ 2292721 h 2323145"/>
              <a:gd name="connsiteX249" fmla="*/ 533680 w 11269336"/>
              <a:gd name="connsiteY249" fmla="*/ 2310233 h 2323145"/>
              <a:gd name="connsiteX250" fmla="*/ 487366 w 11269336"/>
              <a:gd name="connsiteY250" fmla="*/ 2309053 h 2323145"/>
              <a:gd name="connsiteX251" fmla="*/ 416820 w 11269336"/>
              <a:gd name="connsiteY251" fmla="*/ 2305443 h 2323145"/>
              <a:gd name="connsiteX252" fmla="*/ 376805 w 11269336"/>
              <a:gd name="connsiteY252" fmla="*/ 2307647 h 2323145"/>
              <a:gd name="connsiteX253" fmla="*/ 266777 w 11269336"/>
              <a:gd name="connsiteY253" fmla="*/ 2309012 h 2323145"/>
              <a:gd name="connsiteX254" fmla="*/ 156013 w 11269336"/>
              <a:gd name="connsiteY254" fmla="*/ 2306832 h 2323145"/>
              <a:gd name="connsiteX255" fmla="*/ 87258 w 11269336"/>
              <a:gd name="connsiteY255" fmla="*/ 2285511 h 2323145"/>
              <a:gd name="connsiteX256" fmla="*/ 23798 w 11269336"/>
              <a:gd name="connsiteY256" fmla="*/ 2281822 h 2323145"/>
              <a:gd name="connsiteX257" fmla="*/ 0 w 11269336"/>
              <a:gd name="connsiteY257" fmla="*/ 2285369 h 2323145"/>
              <a:gd name="connsiteX258" fmla="*/ 0 w 11269336"/>
              <a:gd name="connsiteY258"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561575 w 11269336"/>
              <a:gd name="connsiteY19" fmla="*/ 559978 h 2323145"/>
              <a:gd name="connsiteX20" fmla="*/ 9162278 w 11269336"/>
              <a:gd name="connsiteY20" fmla="*/ 704724 h 2323145"/>
              <a:gd name="connsiteX21" fmla="*/ 9062863 w 11269336"/>
              <a:gd name="connsiteY21" fmla="*/ 754656 h 2323145"/>
              <a:gd name="connsiteX22" fmla="*/ 8914746 w 11269336"/>
              <a:gd name="connsiteY22" fmla="*/ 826428 h 2323145"/>
              <a:gd name="connsiteX23" fmla="*/ 8917778 w 11269336"/>
              <a:gd name="connsiteY23" fmla="*/ 835198 h 2323145"/>
              <a:gd name="connsiteX24" fmla="*/ 8905560 w 11269336"/>
              <a:gd name="connsiteY24" fmla="*/ 838358 h 2323145"/>
              <a:gd name="connsiteX25" fmla="*/ 8897564 w 11269336"/>
              <a:gd name="connsiteY25" fmla="*/ 834287 h 2323145"/>
              <a:gd name="connsiteX26" fmla="*/ 8878040 w 11269336"/>
              <a:gd name="connsiteY26" fmla="*/ 844150 h 2323145"/>
              <a:gd name="connsiteX27" fmla="*/ 8795998 w 11269336"/>
              <a:gd name="connsiteY27" fmla="*/ 863337 h 2323145"/>
              <a:gd name="connsiteX28" fmla="*/ 8776970 w 11269336"/>
              <a:gd name="connsiteY28" fmla="*/ 885177 h 2323145"/>
              <a:gd name="connsiteX29" fmla="*/ 8755719 w 11269336"/>
              <a:gd name="connsiteY29" fmla="*/ 889754 h 2323145"/>
              <a:gd name="connsiteX30" fmla="*/ 8743257 w 11269336"/>
              <a:gd name="connsiteY30" fmla="*/ 904723 h 2323145"/>
              <a:gd name="connsiteX31" fmla="*/ 8721366 w 11269336"/>
              <a:gd name="connsiteY31" fmla="*/ 904711 h 2323145"/>
              <a:gd name="connsiteX32" fmla="*/ 8678353 w 11269336"/>
              <a:gd name="connsiteY32" fmla="*/ 926318 h 2323145"/>
              <a:gd name="connsiteX33" fmla="*/ 8636849 w 11269336"/>
              <a:gd name="connsiteY33" fmla="*/ 937900 h 2323145"/>
              <a:gd name="connsiteX34" fmla="*/ 8620213 w 11269336"/>
              <a:gd name="connsiteY34" fmla="*/ 943068 h 2323145"/>
              <a:gd name="connsiteX35" fmla="*/ 8612581 w 11269336"/>
              <a:gd name="connsiteY35" fmla="*/ 952695 h 2323145"/>
              <a:gd name="connsiteX36" fmla="*/ 8589038 w 11269336"/>
              <a:gd name="connsiteY36" fmla="*/ 963892 h 2323145"/>
              <a:gd name="connsiteX37" fmla="*/ 8579950 w 11269336"/>
              <a:gd name="connsiteY37" fmla="*/ 960899 h 2323145"/>
              <a:gd name="connsiteX38" fmla="*/ 8579319 w 11269336"/>
              <a:gd name="connsiteY38" fmla="*/ 965630 h 2323145"/>
              <a:gd name="connsiteX39" fmla="*/ 8547429 w 11269336"/>
              <a:gd name="connsiteY39" fmla="*/ 984506 h 2323145"/>
              <a:gd name="connsiteX40" fmla="*/ 8478704 w 11269336"/>
              <a:gd name="connsiteY40" fmla="*/ 1025490 h 2323145"/>
              <a:gd name="connsiteX41" fmla="*/ 8461421 w 11269336"/>
              <a:gd name="connsiteY41" fmla="*/ 1035512 h 2323145"/>
              <a:gd name="connsiteX42" fmla="*/ 8445003 w 11269336"/>
              <a:gd name="connsiteY42" fmla="*/ 1036851 h 2323145"/>
              <a:gd name="connsiteX43" fmla="*/ 8357350 w 11269336"/>
              <a:gd name="connsiteY43" fmla="*/ 1060213 h 2323145"/>
              <a:gd name="connsiteX44" fmla="*/ 8335565 w 11269336"/>
              <a:gd name="connsiteY44" fmla="*/ 1061151 h 2323145"/>
              <a:gd name="connsiteX45" fmla="*/ 8325267 w 11269336"/>
              <a:gd name="connsiteY45" fmla="*/ 1055919 h 2323145"/>
              <a:gd name="connsiteX46" fmla="*/ 8293586 w 11269336"/>
              <a:gd name="connsiteY46" fmla="*/ 1076144 h 2323145"/>
              <a:gd name="connsiteX47" fmla="*/ 8242405 w 11269336"/>
              <a:gd name="connsiteY47" fmla="*/ 1095960 h 2323145"/>
              <a:gd name="connsiteX48" fmla="*/ 8197391 w 11269336"/>
              <a:gd name="connsiteY48" fmla="*/ 1107746 h 2323145"/>
              <a:gd name="connsiteX49" fmla="*/ 8081474 w 11269336"/>
              <a:gd name="connsiteY49" fmla="*/ 1130125 h 2323145"/>
              <a:gd name="connsiteX50" fmla="*/ 8053585 w 11269336"/>
              <a:gd name="connsiteY50" fmla="*/ 1129169 h 2323145"/>
              <a:gd name="connsiteX51" fmla="*/ 8038422 w 11269336"/>
              <a:gd name="connsiteY51" fmla="*/ 1119092 h 2323145"/>
              <a:gd name="connsiteX52" fmla="*/ 8029450 w 11269336"/>
              <a:gd name="connsiteY52" fmla="*/ 1125592 h 2323145"/>
              <a:gd name="connsiteX53" fmla="*/ 7959552 w 11269336"/>
              <a:gd name="connsiteY53" fmla="*/ 1140188 h 2323145"/>
              <a:gd name="connsiteX54" fmla="*/ 7914188 w 11269336"/>
              <a:gd name="connsiteY54" fmla="*/ 1150862 h 2323145"/>
              <a:gd name="connsiteX55" fmla="*/ 7914918 w 11269336"/>
              <a:gd name="connsiteY55" fmla="*/ 1168758 h 2323145"/>
              <a:gd name="connsiteX56" fmla="*/ 7875510 w 11269336"/>
              <a:gd name="connsiteY56" fmla="*/ 1183153 h 2323145"/>
              <a:gd name="connsiteX57" fmla="*/ 7829932 w 11269336"/>
              <a:gd name="connsiteY57" fmla="*/ 1180782 h 2323145"/>
              <a:gd name="connsiteX58" fmla="*/ 7779182 w 11269336"/>
              <a:gd name="connsiteY58" fmla="*/ 1192665 h 2323145"/>
              <a:gd name="connsiteX59" fmla="*/ 7748774 w 11269336"/>
              <a:gd name="connsiteY59" fmla="*/ 1199586 h 2323145"/>
              <a:gd name="connsiteX60" fmla="*/ 7671846 w 11269336"/>
              <a:gd name="connsiteY60" fmla="*/ 1231966 h 2323145"/>
              <a:gd name="connsiteX61" fmla="*/ 7554146 w 11269336"/>
              <a:gd name="connsiteY61" fmla="*/ 1319748 h 2323145"/>
              <a:gd name="connsiteX62" fmla="*/ 7515052 w 11269336"/>
              <a:gd name="connsiteY62" fmla="*/ 1336718 h 2323145"/>
              <a:gd name="connsiteX63" fmla="*/ 7507193 w 11269336"/>
              <a:gd name="connsiteY63" fmla="*/ 1334617 h 2323145"/>
              <a:gd name="connsiteX64" fmla="*/ 7461694 w 11269336"/>
              <a:gd name="connsiteY64" fmla="*/ 1375866 h 2323145"/>
              <a:gd name="connsiteX65" fmla="*/ 7377571 w 11269336"/>
              <a:gd name="connsiteY65" fmla="*/ 1400128 h 2323145"/>
              <a:gd name="connsiteX66" fmla="*/ 7311261 w 11269336"/>
              <a:gd name="connsiteY66" fmla="*/ 1412652 h 2323145"/>
              <a:gd name="connsiteX67" fmla="*/ 7275307 w 11269336"/>
              <a:gd name="connsiteY67" fmla="*/ 1422171 h 2323145"/>
              <a:gd name="connsiteX68" fmla="*/ 7247783 w 11269336"/>
              <a:gd name="connsiteY68" fmla="*/ 1426330 h 2323145"/>
              <a:gd name="connsiteX69" fmla="*/ 7185047 w 11269336"/>
              <a:gd name="connsiteY69" fmla="*/ 1451812 h 2323145"/>
              <a:gd name="connsiteX70" fmla="*/ 7084117 w 11269336"/>
              <a:gd name="connsiteY70" fmla="*/ 1500281 h 2323145"/>
              <a:gd name="connsiteX71" fmla="*/ 7062011 w 11269336"/>
              <a:gd name="connsiteY71" fmla="*/ 1509183 h 2323145"/>
              <a:gd name="connsiteX72" fmla="*/ 7040555 w 11269336"/>
              <a:gd name="connsiteY72" fmla="*/ 1511207 h 2323145"/>
              <a:gd name="connsiteX73" fmla="*/ 7033438 w 11269336"/>
              <a:gd name="connsiteY73" fmla="*/ 1506772 h 2323145"/>
              <a:gd name="connsiteX74" fmla="*/ 7020886 w 11269336"/>
              <a:gd name="connsiteY74" fmla="*/ 1510764 h 2323145"/>
              <a:gd name="connsiteX75" fmla="*/ 7017033 w 11269336"/>
              <a:gd name="connsiteY75" fmla="*/ 1510650 h 2323145"/>
              <a:gd name="connsiteX76" fmla="*/ 6995460 w 11269336"/>
              <a:gd name="connsiteY76" fmla="*/ 1511173 h 2323145"/>
              <a:gd name="connsiteX77" fmla="*/ 6962144 w 11269336"/>
              <a:gd name="connsiteY77" fmla="*/ 1541508 h 2323145"/>
              <a:gd name="connsiteX78" fmla="*/ 6910674 w 11269336"/>
              <a:gd name="connsiteY78" fmla="*/ 1554793 h 2323145"/>
              <a:gd name="connsiteX79" fmla="*/ 6732152 w 11269336"/>
              <a:gd name="connsiteY79" fmla="*/ 1642538 h 2323145"/>
              <a:gd name="connsiteX80" fmla="*/ 6694106 w 11269336"/>
              <a:gd name="connsiteY80" fmla="*/ 1632377 h 2323145"/>
              <a:gd name="connsiteX81" fmla="*/ 6617223 w 11269336"/>
              <a:gd name="connsiteY81" fmla="*/ 1659889 h 2323145"/>
              <a:gd name="connsiteX82" fmla="*/ 6521138 w 11269336"/>
              <a:gd name="connsiteY82" fmla="*/ 1744340 h 2323145"/>
              <a:gd name="connsiteX83" fmla="*/ 6380677 w 11269336"/>
              <a:gd name="connsiteY83" fmla="*/ 1796883 h 2323145"/>
              <a:gd name="connsiteX84" fmla="*/ 6374897 w 11269336"/>
              <a:gd name="connsiteY84" fmla="*/ 1809910 h 2323145"/>
              <a:gd name="connsiteX85" fmla="*/ 6364545 w 11269336"/>
              <a:gd name="connsiteY85" fmla="*/ 1820090 h 2323145"/>
              <a:gd name="connsiteX86" fmla="*/ 6362126 w 11269336"/>
              <a:gd name="connsiteY86" fmla="*/ 1819991 h 2323145"/>
              <a:gd name="connsiteX87" fmla="*/ 6346673 w 11269336"/>
              <a:gd name="connsiteY87" fmla="*/ 1827824 h 2323145"/>
              <a:gd name="connsiteX88" fmla="*/ 6345588 w 11269336"/>
              <a:gd name="connsiteY88" fmla="*/ 1832232 h 2323145"/>
              <a:gd name="connsiteX89" fmla="*/ 6335708 w 11269336"/>
              <a:gd name="connsiteY89" fmla="*/ 1838451 h 2323145"/>
              <a:gd name="connsiteX90" fmla="*/ 6318182 w 11269336"/>
              <a:gd name="connsiteY90" fmla="*/ 1852975 h 2323145"/>
              <a:gd name="connsiteX91" fmla="*/ 6313084 w 11269336"/>
              <a:gd name="connsiteY91" fmla="*/ 1853561 h 2323145"/>
              <a:gd name="connsiteX92" fmla="*/ 6283816 w 11269336"/>
              <a:gd name="connsiteY92" fmla="*/ 1872148 h 2323145"/>
              <a:gd name="connsiteX93" fmla="*/ 6282550 w 11269336"/>
              <a:gd name="connsiteY93" fmla="*/ 1871392 h 2323145"/>
              <a:gd name="connsiteX94" fmla="*/ 6270527 w 11269336"/>
              <a:gd name="connsiteY94" fmla="*/ 1872208 h 2323145"/>
              <a:gd name="connsiteX95" fmla="*/ 6249518 w 11269336"/>
              <a:gd name="connsiteY95" fmla="*/ 1876079 h 2323145"/>
              <a:gd name="connsiteX96" fmla="*/ 6190386 w 11269336"/>
              <a:gd name="connsiteY96" fmla="*/ 1872478 h 2323145"/>
              <a:gd name="connsiteX97" fmla="*/ 6159777 w 11269336"/>
              <a:gd name="connsiteY97" fmla="*/ 1891745 h 2323145"/>
              <a:gd name="connsiteX98" fmla="*/ 6153131 w 11269336"/>
              <a:gd name="connsiteY98" fmla="*/ 1895079 h 2323145"/>
              <a:gd name="connsiteX99" fmla="*/ 6152798 w 11269336"/>
              <a:gd name="connsiteY99" fmla="*/ 1894920 h 2323145"/>
              <a:gd name="connsiteX100" fmla="*/ 6145388 w 11269336"/>
              <a:gd name="connsiteY100" fmla="*/ 1897990 h 2323145"/>
              <a:gd name="connsiteX101" fmla="*/ 6141014 w 11269336"/>
              <a:gd name="connsiteY101" fmla="*/ 1901155 h 2323145"/>
              <a:gd name="connsiteX102" fmla="*/ 6128122 w 11269336"/>
              <a:gd name="connsiteY102" fmla="*/ 1907623 h 2323145"/>
              <a:gd name="connsiteX103" fmla="*/ 6122351 w 11269336"/>
              <a:gd name="connsiteY103" fmla="*/ 1908359 h 2323145"/>
              <a:gd name="connsiteX104" fmla="*/ 6064750 w 11269336"/>
              <a:gd name="connsiteY104" fmla="*/ 1896394 h 2323145"/>
              <a:gd name="connsiteX105" fmla="*/ 5964230 w 11269336"/>
              <a:gd name="connsiteY105" fmla="*/ 1910038 h 2323145"/>
              <a:gd name="connsiteX106" fmla="*/ 5865399 w 11269336"/>
              <a:gd name="connsiteY106" fmla="*/ 1926966 h 2323145"/>
              <a:gd name="connsiteX107" fmla="*/ 5829951 w 11269336"/>
              <a:gd name="connsiteY107" fmla="*/ 1934755 h 2323145"/>
              <a:gd name="connsiteX108" fmla="*/ 5765285 w 11269336"/>
              <a:gd name="connsiteY108" fmla="*/ 1941322 h 2323145"/>
              <a:gd name="connsiteX109" fmla="*/ 5734750 w 11269336"/>
              <a:gd name="connsiteY109" fmla="*/ 1939793 h 2323145"/>
              <a:gd name="connsiteX110" fmla="*/ 5733569 w 11269336"/>
              <a:gd name="connsiteY110" fmla="*/ 1940505 h 2323145"/>
              <a:gd name="connsiteX111" fmla="*/ 5730329 w 11269336"/>
              <a:gd name="connsiteY111" fmla="*/ 1937845 h 2323145"/>
              <a:gd name="connsiteX112" fmla="*/ 5724661 w 11269336"/>
              <a:gd name="connsiteY112" fmla="*/ 1937455 h 2323145"/>
              <a:gd name="connsiteX113" fmla="*/ 5710186 w 11269336"/>
              <a:gd name="connsiteY113" fmla="*/ 1941370 h 2323145"/>
              <a:gd name="connsiteX114" fmla="*/ 5704910 w 11269336"/>
              <a:gd name="connsiteY114" fmla="*/ 1943663 h 2323145"/>
              <a:gd name="connsiteX115" fmla="*/ 5696836 w 11269336"/>
              <a:gd name="connsiteY115" fmla="*/ 1945271 h 2323145"/>
              <a:gd name="connsiteX116" fmla="*/ 5696583 w 11269336"/>
              <a:gd name="connsiteY116" fmla="*/ 1945050 h 2323145"/>
              <a:gd name="connsiteX117" fmla="*/ 5689123 w 11269336"/>
              <a:gd name="connsiteY117" fmla="*/ 1947067 h 2323145"/>
              <a:gd name="connsiteX118" fmla="*/ 5653291 w 11269336"/>
              <a:gd name="connsiteY118" fmla="*/ 1960245 h 2323145"/>
              <a:gd name="connsiteX119" fmla="*/ 5599385 w 11269336"/>
              <a:gd name="connsiteY119" fmla="*/ 1945198 h 2323145"/>
              <a:gd name="connsiteX120" fmla="*/ 5578300 w 11269336"/>
              <a:gd name="connsiteY120" fmla="*/ 1944963 h 2323145"/>
              <a:gd name="connsiteX121" fmla="*/ 5566758 w 11269336"/>
              <a:gd name="connsiteY121" fmla="*/ 1943441 h 2323145"/>
              <a:gd name="connsiteX122" fmla="*/ 5565857 w 11269336"/>
              <a:gd name="connsiteY122" fmla="*/ 1942445 h 2323145"/>
              <a:gd name="connsiteX123" fmla="*/ 5531534 w 11269336"/>
              <a:gd name="connsiteY123" fmla="*/ 1955208 h 2323145"/>
              <a:gd name="connsiteX124" fmla="*/ 5526552 w 11269336"/>
              <a:gd name="connsiteY124" fmla="*/ 1954799 h 2323145"/>
              <a:gd name="connsiteX125" fmla="*/ 5504723 w 11269336"/>
              <a:gd name="connsiteY125" fmla="*/ 1965811 h 2323145"/>
              <a:gd name="connsiteX126" fmla="*/ 5493156 w 11269336"/>
              <a:gd name="connsiteY126" fmla="*/ 1970063 h 2323145"/>
              <a:gd name="connsiteX127" fmla="*/ 5490486 w 11269336"/>
              <a:gd name="connsiteY127" fmla="*/ 1974227 h 2323145"/>
              <a:gd name="connsiteX128" fmla="*/ 5473107 w 11269336"/>
              <a:gd name="connsiteY128" fmla="*/ 1979001 h 2323145"/>
              <a:gd name="connsiteX129" fmla="*/ 5470885 w 11269336"/>
              <a:gd name="connsiteY129" fmla="*/ 1978432 h 2323145"/>
              <a:gd name="connsiteX130" fmla="*/ 5457393 w 11269336"/>
              <a:gd name="connsiteY130" fmla="*/ 1986525 h 2323145"/>
              <a:gd name="connsiteX131" fmla="*/ 5447102 w 11269336"/>
              <a:gd name="connsiteY131" fmla="*/ 1998329 h 2323145"/>
              <a:gd name="connsiteX132" fmla="*/ 5159151 w 11269336"/>
              <a:gd name="connsiteY132" fmla="*/ 2029640 h 2323145"/>
              <a:gd name="connsiteX133" fmla="*/ 5098838 w 11269336"/>
              <a:gd name="connsiteY133" fmla="*/ 2062961 h 2323145"/>
              <a:gd name="connsiteX134" fmla="*/ 4860988 w 11269336"/>
              <a:gd name="connsiteY134" fmla="*/ 2135698 h 2323145"/>
              <a:gd name="connsiteX135" fmla="*/ 4765388 w 11269336"/>
              <a:gd name="connsiteY135" fmla="*/ 2162525 h 2323145"/>
              <a:gd name="connsiteX136" fmla="*/ 4745033 w 11269336"/>
              <a:gd name="connsiteY136" fmla="*/ 2158859 h 2323145"/>
              <a:gd name="connsiteX137" fmla="*/ 4741475 w 11269336"/>
              <a:gd name="connsiteY137" fmla="*/ 2157998 h 2323145"/>
              <a:gd name="connsiteX138" fmla="*/ 4728247 w 11269336"/>
              <a:gd name="connsiteY138" fmla="*/ 2159526 h 2323145"/>
              <a:gd name="connsiteX139" fmla="*/ 4723263 w 11269336"/>
              <a:gd name="connsiteY139" fmla="*/ 2153742 h 2323145"/>
              <a:gd name="connsiteX140" fmla="*/ 4593061 w 11269336"/>
              <a:gd name="connsiteY140" fmla="*/ 2171597 h 2323145"/>
              <a:gd name="connsiteX141" fmla="*/ 4533444 w 11269336"/>
              <a:gd name="connsiteY141" fmla="*/ 2181200 h 2323145"/>
              <a:gd name="connsiteX142" fmla="*/ 4492832 w 11269336"/>
              <a:gd name="connsiteY142" fmla="*/ 2188033 h 2323145"/>
              <a:gd name="connsiteX143" fmla="*/ 4467257 w 11269336"/>
              <a:gd name="connsiteY143" fmla="*/ 2196121 h 2323145"/>
              <a:gd name="connsiteX144" fmla="*/ 4459937 w 11269336"/>
              <a:gd name="connsiteY144" fmla="*/ 2195182 h 2323145"/>
              <a:gd name="connsiteX145" fmla="*/ 4433312 w 11269336"/>
              <a:gd name="connsiteY145" fmla="*/ 2199004 h 2323145"/>
              <a:gd name="connsiteX146" fmla="*/ 4420601 w 11269336"/>
              <a:gd name="connsiteY146" fmla="*/ 2205158 h 2323145"/>
              <a:gd name="connsiteX147" fmla="*/ 4405765 w 11269336"/>
              <a:gd name="connsiteY147" fmla="*/ 2199902 h 2323145"/>
              <a:gd name="connsiteX148" fmla="*/ 4401354 w 11269336"/>
              <a:gd name="connsiteY148" fmla="*/ 2194745 h 2323145"/>
              <a:gd name="connsiteX149" fmla="*/ 4366646 w 11269336"/>
              <a:gd name="connsiteY149" fmla="*/ 2198564 h 2323145"/>
              <a:gd name="connsiteX150" fmla="*/ 4354009 w 11269336"/>
              <a:gd name="connsiteY150" fmla="*/ 2204984 h 2323145"/>
              <a:gd name="connsiteX151" fmla="*/ 4348284 w 11269336"/>
              <a:gd name="connsiteY151" fmla="*/ 2205270 h 2323145"/>
              <a:gd name="connsiteX152" fmla="*/ 4333906 w 11269336"/>
              <a:gd name="connsiteY152" fmla="*/ 2205251 h 2323145"/>
              <a:gd name="connsiteX153" fmla="*/ 4308819 w 11269336"/>
              <a:gd name="connsiteY153" fmla="*/ 2203822 h 2323145"/>
              <a:gd name="connsiteX154" fmla="*/ 4301210 w 11269336"/>
              <a:gd name="connsiteY154" fmla="*/ 2204456 h 2323145"/>
              <a:gd name="connsiteX155" fmla="*/ 4283095 w 11269336"/>
              <a:gd name="connsiteY155" fmla="*/ 2198177 h 2323145"/>
              <a:gd name="connsiteX156" fmla="*/ 4250119 w 11269336"/>
              <a:gd name="connsiteY156" fmla="*/ 2196342 h 2323145"/>
              <a:gd name="connsiteX157" fmla="*/ 4189203 w 11269336"/>
              <a:gd name="connsiteY157" fmla="*/ 2178994 h 2323145"/>
              <a:gd name="connsiteX158" fmla="*/ 4154035 w 11269336"/>
              <a:gd name="connsiteY158" fmla="*/ 2171950 h 2323145"/>
              <a:gd name="connsiteX159" fmla="*/ 4129569 w 11269336"/>
              <a:gd name="connsiteY159" fmla="*/ 2163850 h 2323145"/>
              <a:gd name="connsiteX160" fmla="*/ 4061250 w 11269336"/>
              <a:gd name="connsiteY160" fmla="*/ 2159236 h 2323145"/>
              <a:gd name="connsiteX161" fmla="*/ 3945480 w 11269336"/>
              <a:gd name="connsiteY161" fmla="*/ 2158279 h 2323145"/>
              <a:gd name="connsiteX162" fmla="*/ 3921468 w 11269336"/>
              <a:gd name="connsiteY162" fmla="*/ 2156588 h 2323145"/>
              <a:gd name="connsiteX163" fmla="*/ 3903348 w 11269336"/>
              <a:gd name="connsiteY163" fmla="*/ 2149220 h 2323145"/>
              <a:gd name="connsiteX164" fmla="*/ 3901342 w 11269336"/>
              <a:gd name="connsiteY164" fmla="*/ 2142355 h 2323145"/>
              <a:gd name="connsiteX165" fmla="*/ 3888539 w 11269336"/>
              <a:gd name="connsiteY165" fmla="*/ 2140476 h 2323145"/>
              <a:gd name="connsiteX166" fmla="*/ 3885662 w 11269336"/>
              <a:gd name="connsiteY166" fmla="*/ 2138740 h 2323145"/>
              <a:gd name="connsiteX167" fmla="*/ 3868627 w 11269336"/>
              <a:gd name="connsiteY167" fmla="*/ 2130023 h 2323145"/>
              <a:gd name="connsiteX168" fmla="*/ 3819177 w 11269336"/>
              <a:gd name="connsiteY168" fmla="*/ 2142111 h 2323145"/>
              <a:gd name="connsiteX169" fmla="*/ 3769100 w 11269336"/>
              <a:gd name="connsiteY169" fmla="*/ 2131731 h 2323145"/>
              <a:gd name="connsiteX170" fmla="*/ 3562752 w 11269336"/>
              <a:gd name="connsiteY170" fmla="*/ 2131785 h 2323145"/>
              <a:gd name="connsiteX171" fmla="*/ 3541402 w 11269336"/>
              <a:gd name="connsiteY171" fmla="*/ 2106821 h 2323145"/>
              <a:gd name="connsiteX172" fmla="*/ 3365341 w 11269336"/>
              <a:gd name="connsiteY172" fmla="*/ 2077638 h 2323145"/>
              <a:gd name="connsiteX173" fmla="*/ 3170922 w 11269336"/>
              <a:gd name="connsiteY173" fmla="*/ 2115957 h 2323145"/>
              <a:gd name="connsiteX174" fmla="*/ 3156256 w 11269336"/>
              <a:gd name="connsiteY174" fmla="*/ 2124773 h 2323145"/>
              <a:gd name="connsiteX175" fmla="*/ 3140298 w 11269336"/>
              <a:gd name="connsiteY175" fmla="*/ 2129182 h 2323145"/>
              <a:gd name="connsiteX176" fmla="*/ 3138514 w 11269336"/>
              <a:gd name="connsiteY176" fmla="*/ 2128069 h 2323145"/>
              <a:gd name="connsiteX177" fmla="*/ 3120467 w 11269336"/>
              <a:gd name="connsiteY177" fmla="*/ 2128281 h 2323145"/>
              <a:gd name="connsiteX178" fmla="*/ 3116175 w 11269336"/>
              <a:gd name="connsiteY178" fmla="*/ 2131633 h 2323145"/>
              <a:gd name="connsiteX179" fmla="*/ 3103685 w 11269336"/>
              <a:gd name="connsiteY179" fmla="*/ 2132814 h 2323145"/>
              <a:gd name="connsiteX180" fmla="*/ 3078794 w 11269336"/>
              <a:gd name="connsiteY180" fmla="*/ 2137935 h 2323145"/>
              <a:gd name="connsiteX181" fmla="*/ 3074407 w 11269336"/>
              <a:gd name="connsiteY181" fmla="*/ 2136274 h 2323145"/>
              <a:gd name="connsiteX182" fmla="*/ 3037285 w 11269336"/>
              <a:gd name="connsiteY182" fmla="*/ 2139919 h 2323145"/>
              <a:gd name="connsiteX183" fmla="*/ 3036901 w 11269336"/>
              <a:gd name="connsiteY183" fmla="*/ 2138726 h 2323145"/>
              <a:gd name="connsiteX184" fmla="*/ 3026996 w 11269336"/>
              <a:gd name="connsiteY184" fmla="*/ 2134322 h 2323145"/>
              <a:gd name="connsiteX185" fmla="*/ 3007772 w 11269336"/>
              <a:gd name="connsiteY185" fmla="*/ 2128742 h 2323145"/>
              <a:gd name="connsiteX186" fmla="*/ 2965030 w 11269336"/>
              <a:gd name="connsiteY186" fmla="*/ 2100494 h 2323145"/>
              <a:gd name="connsiteX187" fmla="*/ 2926342 w 11269336"/>
              <a:gd name="connsiteY187" fmla="*/ 2104155 h 2323145"/>
              <a:gd name="connsiteX188" fmla="*/ 2918608 w 11269336"/>
              <a:gd name="connsiteY188" fmla="*/ 2104215 h 2323145"/>
              <a:gd name="connsiteX189" fmla="*/ 2918475 w 11269336"/>
              <a:gd name="connsiteY189" fmla="*/ 2103937 h 2323145"/>
              <a:gd name="connsiteX190" fmla="*/ 2910360 w 11269336"/>
              <a:gd name="connsiteY190" fmla="*/ 2103444 h 2323145"/>
              <a:gd name="connsiteX191" fmla="*/ 2904507 w 11269336"/>
              <a:gd name="connsiteY191" fmla="*/ 2104326 h 2323145"/>
              <a:gd name="connsiteX192" fmla="*/ 2889503 w 11269336"/>
              <a:gd name="connsiteY192" fmla="*/ 2104443 h 2323145"/>
              <a:gd name="connsiteX193" fmla="*/ 2884480 w 11269336"/>
              <a:gd name="connsiteY193" fmla="*/ 2102626 h 2323145"/>
              <a:gd name="connsiteX194" fmla="*/ 2882689 w 11269336"/>
              <a:gd name="connsiteY194" fmla="*/ 2099228 h 2323145"/>
              <a:gd name="connsiteX195" fmla="*/ 2881291 w 11269336"/>
              <a:gd name="connsiteY195" fmla="*/ 2099618 h 2323145"/>
              <a:gd name="connsiteX196" fmla="*/ 2853979 w 11269336"/>
              <a:gd name="connsiteY196" fmla="*/ 2090388 h 2323145"/>
              <a:gd name="connsiteX197" fmla="*/ 2791790 w 11269336"/>
              <a:gd name="connsiteY197" fmla="*/ 2080332 h 2323145"/>
              <a:gd name="connsiteX198" fmla="*/ 2755844 w 11269336"/>
              <a:gd name="connsiteY198" fmla="*/ 2078874 h 2323145"/>
              <a:gd name="connsiteX199" fmla="*/ 2657742 w 11269336"/>
              <a:gd name="connsiteY199" fmla="*/ 2070179 h 2323145"/>
              <a:gd name="connsiteX200" fmla="*/ 2559549 w 11269336"/>
              <a:gd name="connsiteY200" fmla="*/ 2057873 h 2323145"/>
              <a:gd name="connsiteX201" fmla="*/ 2512054 w 11269336"/>
              <a:gd name="connsiteY201" fmla="*/ 2031671 h 2323145"/>
              <a:gd name="connsiteX202" fmla="*/ 2506437 w 11269336"/>
              <a:gd name="connsiteY202" fmla="*/ 2030918 h 2323145"/>
              <a:gd name="connsiteX203" fmla="*/ 2491752 w 11269336"/>
              <a:gd name="connsiteY203" fmla="*/ 2033906 h 2323145"/>
              <a:gd name="connsiteX204" fmla="*/ 2486338 w 11269336"/>
              <a:gd name="connsiteY204" fmla="*/ 2035862 h 2323145"/>
              <a:gd name="connsiteX205" fmla="*/ 2478186 w 11269336"/>
              <a:gd name="connsiteY205" fmla="*/ 2036953 h 2323145"/>
              <a:gd name="connsiteX206" fmla="*/ 2477950 w 11269336"/>
              <a:gd name="connsiteY206" fmla="*/ 2036715 h 2323145"/>
              <a:gd name="connsiteX207" fmla="*/ 2470381 w 11269336"/>
              <a:gd name="connsiteY207" fmla="*/ 2038256 h 2323145"/>
              <a:gd name="connsiteX208" fmla="*/ 2433781 w 11269336"/>
              <a:gd name="connsiteY208" fmla="*/ 2049140 h 2323145"/>
              <a:gd name="connsiteX209" fmla="*/ 2381172 w 11269336"/>
              <a:gd name="connsiteY209" fmla="*/ 2030645 h 2323145"/>
              <a:gd name="connsiteX210" fmla="*/ 2360198 w 11269336"/>
              <a:gd name="connsiteY210" fmla="*/ 2029059 h 2323145"/>
              <a:gd name="connsiteX211" fmla="*/ 2348815 w 11269336"/>
              <a:gd name="connsiteY211" fmla="*/ 2026798 h 2323145"/>
              <a:gd name="connsiteX212" fmla="*/ 2347988 w 11269336"/>
              <a:gd name="connsiteY212" fmla="*/ 2025745 h 2323145"/>
              <a:gd name="connsiteX213" fmla="*/ 2312920 w 11269336"/>
              <a:gd name="connsiteY213" fmla="*/ 2036311 h 2323145"/>
              <a:gd name="connsiteX214" fmla="*/ 2307986 w 11269336"/>
              <a:gd name="connsiteY214" fmla="*/ 2035583 h 2323145"/>
              <a:gd name="connsiteX215" fmla="*/ 2285481 w 11269336"/>
              <a:gd name="connsiteY215" fmla="*/ 2045197 h 2323145"/>
              <a:gd name="connsiteX216" fmla="*/ 2273666 w 11269336"/>
              <a:gd name="connsiteY216" fmla="*/ 2048710 h 2323145"/>
              <a:gd name="connsiteX217" fmla="*/ 2270719 w 11269336"/>
              <a:gd name="connsiteY217" fmla="*/ 2052702 h 2323145"/>
              <a:gd name="connsiteX218" fmla="*/ 2253080 w 11269336"/>
              <a:gd name="connsiteY218" fmla="*/ 2056363 h 2323145"/>
              <a:gd name="connsiteX219" fmla="*/ 2250906 w 11269336"/>
              <a:gd name="connsiteY219" fmla="*/ 2055654 h 2323145"/>
              <a:gd name="connsiteX220" fmla="*/ 2236905 w 11269336"/>
              <a:gd name="connsiteY220" fmla="*/ 2062882 h 2323145"/>
              <a:gd name="connsiteX221" fmla="*/ 2225830 w 11269336"/>
              <a:gd name="connsiteY221" fmla="*/ 2074027 h 2323145"/>
              <a:gd name="connsiteX222" fmla="*/ 2073776 w 11269336"/>
              <a:gd name="connsiteY222" fmla="*/ 2089244 h 2323145"/>
              <a:gd name="connsiteX223" fmla="*/ 1948256 w 11269336"/>
              <a:gd name="connsiteY223" fmla="*/ 2146616 h 2323145"/>
              <a:gd name="connsiteX224" fmla="*/ 1865582 w 11269336"/>
              <a:gd name="connsiteY224" fmla="*/ 2153738 h 2323145"/>
              <a:gd name="connsiteX225" fmla="*/ 1835210 w 11269336"/>
              <a:gd name="connsiteY225" fmla="*/ 2134244 h 2323145"/>
              <a:gd name="connsiteX226" fmla="*/ 1632661 w 11269336"/>
              <a:gd name="connsiteY226" fmla="*/ 2173882 h 2323145"/>
              <a:gd name="connsiteX227" fmla="*/ 1579590 w 11269336"/>
              <a:gd name="connsiteY227" fmla="*/ 2173680 h 2323145"/>
              <a:gd name="connsiteX228" fmla="*/ 1535601 w 11269336"/>
              <a:gd name="connsiteY228" fmla="*/ 2194590 h 2323145"/>
              <a:gd name="connsiteX229" fmla="*/ 1515594 w 11269336"/>
              <a:gd name="connsiteY229" fmla="*/ 2189622 h 2323145"/>
              <a:gd name="connsiteX230" fmla="*/ 1512113 w 11269336"/>
              <a:gd name="connsiteY230" fmla="*/ 2188534 h 2323145"/>
              <a:gd name="connsiteX231" fmla="*/ 1498838 w 11269336"/>
              <a:gd name="connsiteY231" fmla="*/ 2189213 h 2323145"/>
              <a:gd name="connsiteX232" fmla="*/ 1494279 w 11269336"/>
              <a:gd name="connsiteY232" fmla="*/ 2183112 h 2323145"/>
              <a:gd name="connsiteX233" fmla="*/ 1473714 w 11269336"/>
              <a:gd name="connsiteY233" fmla="*/ 2179625 h 2323145"/>
              <a:gd name="connsiteX234" fmla="*/ 1449503 w 11269336"/>
              <a:gd name="connsiteY234" fmla="*/ 2182633 h 2323145"/>
              <a:gd name="connsiteX235" fmla="*/ 1266687 w 11269336"/>
              <a:gd name="connsiteY235" fmla="*/ 2212688 h 2323145"/>
              <a:gd name="connsiteX236" fmla="*/ 1239614 w 11269336"/>
              <a:gd name="connsiteY236" fmla="*/ 2209727 h 2323145"/>
              <a:gd name="connsiteX237" fmla="*/ 1202436 w 11269336"/>
              <a:gd name="connsiteY237" fmla="*/ 2209817 h 2323145"/>
              <a:gd name="connsiteX238" fmla="*/ 1136097 w 11269336"/>
              <a:gd name="connsiteY238" fmla="*/ 2205112 h 2323145"/>
              <a:gd name="connsiteX239" fmla="*/ 988232 w 11269336"/>
              <a:gd name="connsiteY239" fmla="*/ 2235635 h 2323145"/>
              <a:gd name="connsiteX240" fmla="*/ 981959 w 11269336"/>
              <a:gd name="connsiteY240" fmla="*/ 2231607 h 2323145"/>
              <a:gd name="connsiteX241" fmla="*/ 938600 w 11269336"/>
              <a:gd name="connsiteY241" fmla="*/ 2238113 h 2323145"/>
              <a:gd name="connsiteX242" fmla="*/ 791788 w 11269336"/>
              <a:gd name="connsiteY242" fmla="*/ 2293224 h 2323145"/>
              <a:gd name="connsiteX243" fmla="*/ 706914 w 11269336"/>
              <a:gd name="connsiteY243" fmla="*/ 2305046 h 2323145"/>
              <a:gd name="connsiteX244" fmla="*/ 675971 w 11269336"/>
              <a:gd name="connsiteY244" fmla="*/ 2304030 h 2323145"/>
              <a:gd name="connsiteX245" fmla="*/ 624180 w 11269336"/>
              <a:gd name="connsiteY245" fmla="*/ 2302650 h 2323145"/>
              <a:gd name="connsiteX246" fmla="*/ 583453 w 11269336"/>
              <a:gd name="connsiteY246" fmla="*/ 2288788 h 2323145"/>
              <a:gd name="connsiteX247" fmla="*/ 540946 w 11269336"/>
              <a:gd name="connsiteY247" fmla="*/ 2292721 h 2323145"/>
              <a:gd name="connsiteX248" fmla="*/ 533680 w 11269336"/>
              <a:gd name="connsiteY248" fmla="*/ 2310233 h 2323145"/>
              <a:gd name="connsiteX249" fmla="*/ 487366 w 11269336"/>
              <a:gd name="connsiteY249" fmla="*/ 2309053 h 2323145"/>
              <a:gd name="connsiteX250" fmla="*/ 416820 w 11269336"/>
              <a:gd name="connsiteY250" fmla="*/ 2305443 h 2323145"/>
              <a:gd name="connsiteX251" fmla="*/ 376805 w 11269336"/>
              <a:gd name="connsiteY251" fmla="*/ 2307647 h 2323145"/>
              <a:gd name="connsiteX252" fmla="*/ 266777 w 11269336"/>
              <a:gd name="connsiteY252" fmla="*/ 2309012 h 2323145"/>
              <a:gd name="connsiteX253" fmla="*/ 156013 w 11269336"/>
              <a:gd name="connsiteY253" fmla="*/ 2306832 h 2323145"/>
              <a:gd name="connsiteX254" fmla="*/ 87258 w 11269336"/>
              <a:gd name="connsiteY254" fmla="*/ 2285511 h 2323145"/>
              <a:gd name="connsiteX255" fmla="*/ 23798 w 11269336"/>
              <a:gd name="connsiteY255" fmla="*/ 2281822 h 2323145"/>
              <a:gd name="connsiteX256" fmla="*/ 0 w 11269336"/>
              <a:gd name="connsiteY256" fmla="*/ 2285369 h 2323145"/>
              <a:gd name="connsiteX257" fmla="*/ 0 w 11269336"/>
              <a:gd name="connsiteY257"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561575 w 11269336"/>
              <a:gd name="connsiteY19" fmla="*/ 559978 h 2323145"/>
              <a:gd name="connsiteX20" fmla="*/ 9162278 w 11269336"/>
              <a:gd name="connsiteY20" fmla="*/ 704724 h 2323145"/>
              <a:gd name="connsiteX21" fmla="*/ 9062863 w 11269336"/>
              <a:gd name="connsiteY21" fmla="*/ 754656 h 2323145"/>
              <a:gd name="connsiteX22" fmla="*/ 8914746 w 11269336"/>
              <a:gd name="connsiteY22" fmla="*/ 826428 h 2323145"/>
              <a:gd name="connsiteX23" fmla="*/ 8917778 w 11269336"/>
              <a:gd name="connsiteY23" fmla="*/ 835198 h 2323145"/>
              <a:gd name="connsiteX24" fmla="*/ 8905560 w 11269336"/>
              <a:gd name="connsiteY24" fmla="*/ 838358 h 2323145"/>
              <a:gd name="connsiteX25" fmla="*/ 8897564 w 11269336"/>
              <a:gd name="connsiteY25" fmla="*/ 834287 h 2323145"/>
              <a:gd name="connsiteX26" fmla="*/ 8878040 w 11269336"/>
              <a:gd name="connsiteY26" fmla="*/ 844150 h 2323145"/>
              <a:gd name="connsiteX27" fmla="*/ 8795998 w 11269336"/>
              <a:gd name="connsiteY27" fmla="*/ 863337 h 2323145"/>
              <a:gd name="connsiteX28" fmla="*/ 8776970 w 11269336"/>
              <a:gd name="connsiteY28" fmla="*/ 885177 h 2323145"/>
              <a:gd name="connsiteX29" fmla="*/ 8755719 w 11269336"/>
              <a:gd name="connsiteY29" fmla="*/ 889754 h 2323145"/>
              <a:gd name="connsiteX30" fmla="*/ 8743257 w 11269336"/>
              <a:gd name="connsiteY30" fmla="*/ 904723 h 2323145"/>
              <a:gd name="connsiteX31" fmla="*/ 8721366 w 11269336"/>
              <a:gd name="connsiteY31" fmla="*/ 904711 h 2323145"/>
              <a:gd name="connsiteX32" fmla="*/ 8678353 w 11269336"/>
              <a:gd name="connsiteY32" fmla="*/ 926318 h 2323145"/>
              <a:gd name="connsiteX33" fmla="*/ 8636849 w 11269336"/>
              <a:gd name="connsiteY33" fmla="*/ 937900 h 2323145"/>
              <a:gd name="connsiteX34" fmla="*/ 8620213 w 11269336"/>
              <a:gd name="connsiteY34" fmla="*/ 943068 h 2323145"/>
              <a:gd name="connsiteX35" fmla="*/ 8612581 w 11269336"/>
              <a:gd name="connsiteY35" fmla="*/ 952695 h 2323145"/>
              <a:gd name="connsiteX36" fmla="*/ 8589038 w 11269336"/>
              <a:gd name="connsiteY36" fmla="*/ 963892 h 2323145"/>
              <a:gd name="connsiteX37" fmla="*/ 8579950 w 11269336"/>
              <a:gd name="connsiteY37" fmla="*/ 960899 h 2323145"/>
              <a:gd name="connsiteX38" fmla="*/ 8579319 w 11269336"/>
              <a:gd name="connsiteY38" fmla="*/ 965630 h 2323145"/>
              <a:gd name="connsiteX39" fmla="*/ 8547429 w 11269336"/>
              <a:gd name="connsiteY39" fmla="*/ 984506 h 2323145"/>
              <a:gd name="connsiteX40" fmla="*/ 8478704 w 11269336"/>
              <a:gd name="connsiteY40" fmla="*/ 1025490 h 2323145"/>
              <a:gd name="connsiteX41" fmla="*/ 8461421 w 11269336"/>
              <a:gd name="connsiteY41" fmla="*/ 1035512 h 2323145"/>
              <a:gd name="connsiteX42" fmla="*/ 8445003 w 11269336"/>
              <a:gd name="connsiteY42" fmla="*/ 1036851 h 2323145"/>
              <a:gd name="connsiteX43" fmla="*/ 8357350 w 11269336"/>
              <a:gd name="connsiteY43" fmla="*/ 1060213 h 2323145"/>
              <a:gd name="connsiteX44" fmla="*/ 8335565 w 11269336"/>
              <a:gd name="connsiteY44" fmla="*/ 1061151 h 2323145"/>
              <a:gd name="connsiteX45" fmla="*/ 8325267 w 11269336"/>
              <a:gd name="connsiteY45" fmla="*/ 1055919 h 2323145"/>
              <a:gd name="connsiteX46" fmla="*/ 8293586 w 11269336"/>
              <a:gd name="connsiteY46" fmla="*/ 1076144 h 2323145"/>
              <a:gd name="connsiteX47" fmla="*/ 8242405 w 11269336"/>
              <a:gd name="connsiteY47" fmla="*/ 1095960 h 2323145"/>
              <a:gd name="connsiteX48" fmla="*/ 8197391 w 11269336"/>
              <a:gd name="connsiteY48" fmla="*/ 1107746 h 2323145"/>
              <a:gd name="connsiteX49" fmla="*/ 8081474 w 11269336"/>
              <a:gd name="connsiteY49" fmla="*/ 1130125 h 2323145"/>
              <a:gd name="connsiteX50" fmla="*/ 8053585 w 11269336"/>
              <a:gd name="connsiteY50" fmla="*/ 1129169 h 2323145"/>
              <a:gd name="connsiteX51" fmla="*/ 8038422 w 11269336"/>
              <a:gd name="connsiteY51" fmla="*/ 1119092 h 2323145"/>
              <a:gd name="connsiteX52" fmla="*/ 8029450 w 11269336"/>
              <a:gd name="connsiteY52" fmla="*/ 1125592 h 2323145"/>
              <a:gd name="connsiteX53" fmla="*/ 7959552 w 11269336"/>
              <a:gd name="connsiteY53" fmla="*/ 1140188 h 2323145"/>
              <a:gd name="connsiteX54" fmla="*/ 7914188 w 11269336"/>
              <a:gd name="connsiteY54" fmla="*/ 1150862 h 2323145"/>
              <a:gd name="connsiteX55" fmla="*/ 7914918 w 11269336"/>
              <a:gd name="connsiteY55" fmla="*/ 1168758 h 2323145"/>
              <a:gd name="connsiteX56" fmla="*/ 7875510 w 11269336"/>
              <a:gd name="connsiteY56" fmla="*/ 1183153 h 2323145"/>
              <a:gd name="connsiteX57" fmla="*/ 7829932 w 11269336"/>
              <a:gd name="connsiteY57" fmla="*/ 1180782 h 2323145"/>
              <a:gd name="connsiteX58" fmla="*/ 7779182 w 11269336"/>
              <a:gd name="connsiteY58" fmla="*/ 1192665 h 2323145"/>
              <a:gd name="connsiteX59" fmla="*/ 7748774 w 11269336"/>
              <a:gd name="connsiteY59" fmla="*/ 1199586 h 2323145"/>
              <a:gd name="connsiteX60" fmla="*/ 7671846 w 11269336"/>
              <a:gd name="connsiteY60" fmla="*/ 1231966 h 2323145"/>
              <a:gd name="connsiteX61" fmla="*/ 7554146 w 11269336"/>
              <a:gd name="connsiteY61" fmla="*/ 1319748 h 2323145"/>
              <a:gd name="connsiteX62" fmla="*/ 7515052 w 11269336"/>
              <a:gd name="connsiteY62" fmla="*/ 1336718 h 2323145"/>
              <a:gd name="connsiteX63" fmla="*/ 7507193 w 11269336"/>
              <a:gd name="connsiteY63" fmla="*/ 1334617 h 2323145"/>
              <a:gd name="connsiteX64" fmla="*/ 7461694 w 11269336"/>
              <a:gd name="connsiteY64" fmla="*/ 1375866 h 2323145"/>
              <a:gd name="connsiteX65" fmla="*/ 7377571 w 11269336"/>
              <a:gd name="connsiteY65" fmla="*/ 1400128 h 2323145"/>
              <a:gd name="connsiteX66" fmla="*/ 7311261 w 11269336"/>
              <a:gd name="connsiteY66" fmla="*/ 1412652 h 2323145"/>
              <a:gd name="connsiteX67" fmla="*/ 7275307 w 11269336"/>
              <a:gd name="connsiteY67" fmla="*/ 1422171 h 2323145"/>
              <a:gd name="connsiteX68" fmla="*/ 7247783 w 11269336"/>
              <a:gd name="connsiteY68" fmla="*/ 1426330 h 2323145"/>
              <a:gd name="connsiteX69" fmla="*/ 7185047 w 11269336"/>
              <a:gd name="connsiteY69" fmla="*/ 1451812 h 2323145"/>
              <a:gd name="connsiteX70" fmla="*/ 7084117 w 11269336"/>
              <a:gd name="connsiteY70" fmla="*/ 1500281 h 2323145"/>
              <a:gd name="connsiteX71" fmla="*/ 7062011 w 11269336"/>
              <a:gd name="connsiteY71" fmla="*/ 1509183 h 2323145"/>
              <a:gd name="connsiteX72" fmla="*/ 7040555 w 11269336"/>
              <a:gd name="connsiteY72" fmla="*/ 1511207 h 2323145"/>
              <a:gd name="connsiteX73" fmla="*/ 7033438 w 11269336"/>
              <a:gd name="connsiteY73" fmla="*/ 1506772 h 2323145"/>
              <a:gd name="connsiteX74" fmla="*/ 7020886 w 11269336"/>
              <a:gd name="connsiteY74" fmla="*/ 1510764 h 2323145"/>
              <a:gd name="connsiteX75" fmla="*/ 7017033 w 11269336"/>
              <a:gd name="connsiteY75" fmla="*/ 1510650 h 2323145"/>
              <a:gd name="connsiteX76" fmla="*/ 6995460 w 11269336"/>
              <a:gd name="connsiteY76" fmla="*/ 1511173 h 2323145"/>
              <a:gd name="connsiteX77" fmla="*/ 6962144 w 11269336"/>
              <a:gd name="connsiteY77" fmla="*/ 1541508 h 2323145"/>
              <a:gd name="connsiteX78" fmla="*/ 6910674 w 11269336"/>
              <a:gd name="connsiteY78" fmla="*/ 1554793 h 2323145"/>
              <a:gd name="connsiteX79" fmla="*/ 6732152 w 11269336"/>
              <a:gd name="connsiteY79" fmla="*/ 1642538 h 2323145"/>
              <a:gd name="connsiteX80" fmla="*/ 6694106 w 11269336"/>
              <a:gd name="connsiteY80" fmla="*/ 1632377 h 2323145"/>
              <a:gd name="connsiteX81" fmla="*/ 6617223 w 11269336"/>
              <a:gd name="connsiteY81" fmla="*/ 1659889 h 2323145"/>
              <a:gd name="connsiteX82" fmla="*/ 6521138 w 11269336"/>
              <a:gd name="connsiteY82" fmla="*/ 1744340 h 2323145"/>
              <a:gd name="connsiteX83" fmla="*/ 6380677 w 11269336"/>
              <a:gd name="connsiteY83" fmla="*/ 1796883 h 2323145"/>
              <a:gd name="connsiteX84" fmla="*/ 6374897 w 11269336"/>
              <a:gd name="connsiteY84" fmla="*/ 1809910 h 2323145"/>
              <a:gd name="connsiteX85" fmla="*/ 6364545 w 11269336"/>
              <a:gd name="connsiteY85" fmla="*/ 1820090 h 2323145"/>
              <a:gd name="connsiteX86" fmla="*/ 6362126 w 11269336"/>
              <a:gd name="connsiteY86" fmla="*/ 1819991 h 2323145"/>
              <a:gd name="connsiteX87" fmla="*/ 6346673 w 11269336"/>
              <a:gd name="connsiteY87" fmla="*/ 1827824 h 2323145"/>
              <a:gd name="connsiteX88" fmla="*/ 6345588 w 11269336"/>
              <a:gd name="connsiteY88" fmla="*/ 1832232 h 2323145"/>
              <a:gd name="connsiteX89" fmla="*/ 6335708 w 11269336"/>
              <a:gd name="connsiteY89" fmla="*/ 1838451 h 2323145"/>
              <a:gd name="connsiteX90" fmla="*/ 6318182 w 11269336"/>
              <a:gd name="connsiteY90" fmla="*/ 1852975 h 2323145"/>
              <a:gd name="connsiteX91" fmla="*/ 6313084 w 11269336"/>
              <a:gd name="connsiteY91" fmla="*/ 1853561 h 2323145"/>
              <a:gd name="connsiteX92" fmla="*/ 6283816 w 11269336"/>
              <a:gd name="connsiteY92" fmla="*/ 1872148 h 2323145"/>
              <a:gd name="connsiteX93" fmla="*/ 6282550 w 11269336"/>
              <a:gd name="connsiteY93" fmla="*/ 1871392 h 2323145"/>
              <a:gd name="connsiteX94" fmla="*/ 6270527 w 11269336"/>
              <a:gd name="connsiteY94" fmla="*/ 1872208 h 2323145"/>
              <a:gd name="connsiteX95" fmla="*/ 6249518 w 11269336"/>
              <a:gd name="connsiteY95" fmla="*/ 1876079 h 2323145"/>
              <a:gd name="connsiteX96" fmla="*/ 6190386 w 11269336"/>
              <a:gd name="connsiteY96" fmla="*/ 1872478 h 2323145"/>
              <a:gd name="connsiteX97" fmla="*/ 6159777 w 11269336"/>
              <a:gd name="connsiteY97" fmla="*/ 1891745 h 2323145"/>
              <a:gd name="connsiteX98" fmla="*/ 6153131 w 11269336"/>
              <a:gd name="connsiteY98" fmla="*/ 1895079 h 2323145"/>
              <a:gd name="connsiteX99" fmla="*/ 6152798 w 11269336"/>
              <a:gd name="connsiteY99" fmla="*/ 1894920 h 2323145"/>
              <a:gd name="connsiteX100" fmla="*/ 6145388 w 11269336"/>
              <a:gd name="connsiteY100" fmla="*/ 1897990 h 2323145"/>
              <a:gd name="connsiteX101" fmla="*/ 6141014 w 11269336"/>
              <a:gd name="connsiteY101" fmla="*/ 1901155 h 2323145"/>
              <a:gd name="connsiteX102" fmla="*/ 6128122 w 11269336"/>
              <a:gd name="connsiteY102" fmla="*/ 1907623 h 2323145"/>
              <a:gd name="connsiteX103" fmla="*/ 6122351 w 11269336"/>
              <a:gd name="connsiteY103" fmla="*/ 1908359 h 2323145"/>
              <a:gd name="connsiteX104" fmla="*/ 6064750 w 11269336"/>
              <a:gd name="connsiteY104" fmla="*/ 1896394 h 2323145"/>
              <a:gd name="connsiteX105" fmla="*/ 5964230 w 11269336"/>
              <a:gd name="connsiteY105" fmla="*/ 1910038 h 2323145"/>
              <a:gd name="connsiteX106" fmla="*/ 5865399 w 11269336"/>
              <a:gd name="connsiteY106" fmla="*/ 1926966 h 2323145"/>
              <a:gd name="connsiteX107" fmla="*/ 5829951 w 11269336"/>
              <a:gd name="connsiteY107" fmla="*/ 1934755 h 2323145"/>
              <a:gd name="connsiteX108" fmla="*/ 5765285 w 11269336"/>
              <a:gd name="connsiteY108" fmla="*/ 1941322 h 2323145"/>
              <a:gd name="connsiteX109" fmla="*/ 5734750 w 11269336"/>
              <a:gd name="connsiteY109" fmla="*/ 1939793 h 2323145"/>
              <a:gd name="connsiteX110" fmla="*/ 5733569 w 11269336"/>
              <a:gd name="connsiteY110" fmla="*/ 1940505 h 2323145"/>
              <a:gd name="connsiteX111" fmla="*/ 5730329 w 11269336"/>
              <a:gd name="connsiteY111" fmla="*/ 1937845 h 2323145"/>
              <a:gd name="connsiteX112" fmla="*/ 5724661 w 11269336"/>
              <a:gd name="connsiteY112" fmla="*/ 1937455 h 2323145"/>
              <a:gd name="connsiteX113" fmla="*/ 5710186 w 11269336"/>
              <a:gd name="connsiteY113" fmla="*/ 1941370 h 2323145"/>
              <a:gd name="connsiteX114" fmla="*/ 5704910 w 11269336"/>
              <a:gd name="connsiteY114" fmla="*/ 1943663 h 2323145"/>
              <a:gd name="connsiteX115" fmla="*/ 5696836 w 11269336"/>
              <a:gd name="connsiteY115" fmla="*/ 1945271 h 2323145"/>
              <a:gd name="connsiteX116" fmla="*/ 5696583 w 11269336"/>
              <a:gd name="connsiteY116" fmla="*/ 1945050 h 2323145"/>
              <a:gd name="connsiteX117" fmla="*/ 5689123 w 11269336"/>
              <a:gd name="connsiteY117" fmla="*/ 1947067 h 2323145"/>
              <a:gd name="connsiteX118" fmla="*/ 5653291 w 11269336"/>
              <a:gd name="connsiteY118" fmla="*/ 1960245 h 2323145"/>
              <a:gd name="connsiteX119" fmla="*/ 5599385 w 11269336"/>
              <a:gd name="connsiteY119" fmla="*/ 1945198 h 2323145"/>
              <a:gd name="connsiteX120" fmla="*/ 5578300 w 11269336"/>
              <a:gd name="connsiteY120" fmla="*/ 1944963 h 2323145"/>
              <a:gd name="connsiteX121" fmla="*/ 5566758 w 11269336"/>
              <a:gd name="connsiteY121" fmla="*/ 1943441 h 2323145"/>
              <a:gd name="connsiteX122" fmla="*/ 5565857 w 11269336"/>
              <a:gd name="connsiteY122" fmla="*/ 1942445 h 2323145"/>
              <a:gd name="connsiteX123" fmla="*/ 5531534 w 11269336"/>
              <a:gd name="connsiteY123" fmla="*/ 1955208 h 2323145"/>
              <a:gd name="connsiteX124" fmla="*/ 5526552 w 11269336"/>
              <a:gd name="connsiteY124" fmla="*/ 1954799 h 2323145"/>
              <a:gd name="connsiteX125" fmla="*/ 5504723 w 11269336"/>
              <a:gd name="connsiteY125" fmla="*/ 1965811 h 2323145"/>
              <a:gd name="connsiteX126" fmla="*/ 5493156 w 11269336"/>
              <a:gd name="connsiteY126" fmla="*/ 1970063 h 2323145"/>
              <a:gd name="connsiteX127" fmla="*/ 5490486 w 11269336"/>
              <a:gd name="connsiteY127" fmla="*/ 1974227 h 2323145"/>
              <a:gd name="connsiteX128" fmla="*/ 5473107 w 11269336"/>
              <a:gd name="connsiteY128" fmla="*/ 1979001 h 2323145"/>
              <a:gd name="connsiteX129" fmla="*/ 5470885 w 11269336"/>
              <a:gd name="connsiteY129" fmla="*/ 1978432 h 2323145"/>
              <a:gd name="connsiteX130" fmla="*/ 5457393 w 11269336"/>
              <a:gd name="connsiteY130" fmla="*/ 1986525 h 2323145"/>
              <a:gd name="connsiteX131" fmla="*/ 5447102 w 11269336"/>
              <a:gd name="connsiteY131" fmla="*/ 1998329 h 2323145"/>
              <a:gd name="connsiteX132" fmla="*/ 5159151 w 11269336"/>
              <a:gd name="connsiteY132" fmla="*/ 2029640 h 2323145"/>
              <a:gd name="connsiteX133" fmla="*/ 5098838 w 11269336"/>
              <a:gd name="connsiteY133" fmla="*/ 2062961 h 2323145"/>
              <a:gd name="connsiteX134" fmla="*/ 4860988 w 11269336"/>
              <a:gd name="connsiteY134" fmla="*/ 2135698 h 2323145"/>
              <a:gd name="connsiteX135" fmla="*/ 4765388 w 11269336"/>
              <a:gd name="connsiteY135" fmla="*/ 2162525 h 2323145"/>
              <a:gd name="connsiteX136" fmla="*/ 4745033 w 11269336"/>
              <a:gd name="connsiteY136" fmla="*/ 2158859 h 2323145"/>
              <a:gd name="connsiteX137" fmla="*/ 4741475 w 11269336"/>
              <a:gd name="connsiteY137" fmla="*/ 2157998 h 2323145"/>
              <a:gd name="connsiteX138" fmla="*/ 4728247 w 11269336"/>
              <a:gd name="connsiteY138" fmla="*/ 2159526 h 2323145"/>
              <a:gd name="connsiteX139" fmla="*/ 4723263 w 11269336"/>
              <a:gd name="connsiteY139" fmla="*/ 2153742 h 2323145"/>
              <a:gd name="connsiteX140" fmla="*/ 4593061 w 11269336"/>
              <a:gd name="connsiteY140" fmla="*/ 2171597 h 2323145"/>
              <a:gd name="connsiteX141" fmla="*/ 4533444 w 11269336"/>
              <a:gd name="connsiteY141" fmla="*/ 2181200 h 2323145"/>
              <a:gd name="connsiteX142" fmla="*/ 4492832 w 11269336"/>
              <a:gd name="connsiteY142" fmla="*/ 2188033 h 2323145"/>
              <a:gd name="connsiteX143" fmla="*/ 4467257 w 11269336"/>
              <a:gd name="connsiteY143" fmla="*/ 2196121 h 2323145"/>
              <a:gd name="connsiteX144" fmla="*/ 4459937 w 11269336"/>
              <a:gd name="connsiteY144" fmla="*/ 2195182 h 2323145"/>
              <a:gd name="connsiteX145" fmla="*/ 4433312 w 11269336"/>
              <a:gd name="connsiteY145" fmla="*/ 2199004 h 2323145"/>
              <a:gd name="connsiteX146" fmla="*/ 4405765 w 11269336"/>
              <a:gd name="connsiteY146" fmla="*/ 2199902 h 2323145"/>
              <a:gd name="connsiteX147" fmla="*/ 4401354 w 11269336"/>
              <a:gd name="connsiteY147" fmla="*/ 2194745 h 2323145"/>
              <a:gd name="connsiteX148" fmla="*/ 4366646 w 11269336"/>
              <a:gd name="connsiteY148" fmla="*/ 2198564 h 2323145"/>
              <a:gd name="connsiteX149" fmla="*/ 4354009 w 11269336"/>
              <a:gd name="connsiteY149" fmla="*/ 2204984 h 2323145"/>
              <a:gd name="connsiteX150" fmla="*/ 4348284 w 11269336"/>
              <a:gd name="connsiteY150" fmla="*/ 2205270 h 2323145"/>
              <a:gd name="connsiteX151" fmla="*/ 4333906 w 11269336"/>
              <a:gd name="connsiteY151" fmla="*/ 2205251 h 2323145"/>
              <a:gd name="connsiteX152" fmla="*/ 4308819 w 11269336"/>
              <a:gd name="connsiteY152" fmla="*/ 2203822 h 2323145"/>
              <a:gd name="connsiteX153" fmla="*/ 4301210 w 11269336"/>
              <a:gd name="connsiteY153" fmla="*/ 2204456 h 2323145"/>
              <a:gd name="connsiteX154" fmla="*/ 4283095 w 11269336"/>
              <a:gd name="connsiteY154" fmla="*/ 2198177 h 2323145"/>
              <a:gd name="connsiteX155" fmla="*/ 4250119 w 11269336"/>
              <a:gd name="connsiteY155" fmla="*/ 2196342 h 2323145"/>
              <a:gd name="connsiteX156" fmla="*/ 4189203 w 11269336"/>
              <a:gd name="connsiteY156" fmla="*/ 2178994 h 2323145"/>
              <a:gd name="connsiteX157" fmla="*/ 4154035 w 11269336"/>
              <a:gd name="connsiteY157" fmla="*/ 2171950 h 2323145"/>
              <a:gd name="connsiteX158" fmla="*/ 4129569 w 11269336"/>
              <a:gd name="connsiteY158" fmla="*/ 2163850 h 2323145"/>
              <a:gd name="connsiteX159" fmla="*/ 4061250 w 11269336"/>
              <a:gd name="connsiteY159" fmla="*/ 2159236 h 2323145"/>
              <a:gd name="connsiteX160" fmla="*/ 3945480 w 11269336"/>
              <a:gd name="connsiteY160" fmla="*/ 2158279 h 2323145"/>
              <a:gd name="connsiteX161" fmla="*/ 3921468 w 11269336"/>
              <a:gd name="connsiteY161" fmla="*/ 2156588 h 2323145"/>
              <a:gd name="connsiteX162" fmla="*/ 3903348 w 11269336"/>
              <a:gd name="connsiteY162" fmla="*/ 2149220 h 2323145"/>
              <a:gd name="connsiteX163" fmla="*/ 3901342 w 11269336"/>
              <a:gd name="connsiteY163" fmla="*/ 2142355 h 2323145"/>
              <a:gd name="connsiteX164" fmla="*/ 3888539 w 11269336"/>
              <a:gd name="connsiteY164" fmla="*/ 2140476 h 2323145"/>
              <a:gd name="connsiteX165" fmla="*/ 3885662 w 11269336"/>
              <a:gd name="connsiteY165" fmla="*/ 2138740 h 2323145"/>
              <a:gd name="connsiteX166" fmla="*/ 3868627 w 11269336"/>
              <a:gd name="connsiteY166" fmla="*/ 2130023 h 2323145"/>
              <a:gd name="connsiteX167" fmla="*/ 3819177 w 11269336"/>
              <a:gd name="connsiteY167" fmla="*/ 2142111 h 2323145"/>
              <a:gd name="connsiteX168" fmla="*/ 3769100 w 11269336"/>
              <a:gd name="connsiteY168" fmla="*/ 2131731 h 2323145"/>
              <a:gd name="connsiteX169" fmla="*/ 3562752 w 11269336"/>
              <a:gd name="connsiteY169" fmla="*/ 2131785 h 2323145"/>
              <a:gd name="connsiteX170" fmla="*/ 3541402 w 11269336"/>
              <a:gd name="connsiteY170" fmla="*/ 2106821 h 2323145"/>
              <a:gd name="connsiteX171" fmla="*/ 3365341 w 11269336"/>
              <a:gd name="connsiteY171" fmla="*/ 2077638 h 2323145"/>
              <a:gd name="connsiteX172" fmla="*/ 3170922 w 11269336"/>
              <a:gd name="connsiteY172" fmla="*/ 2115957 h 2323145"/>
              <a:gd name="connsiteX173" fmla="*/ 3156256 w 11269336"/>
              <a:gd name="connsiteY173" fmla="*/ 2124773 h 2323145"/>
              <a:gd name="connsiteX174" fmla="*/ 3140298 w 11269336"/>
              <a:gd name="connsiteY174" fmla="*/ 2129182 h 2323145"/>
              <a:gd name="connsiteX175" fmla="*/ 3138514 w 11269336"/>
              <a:gd name="connsiteY175" fmla="*/ 2128069 h 2323145"/>
              <a:gd name="connsiteX176" fmla="*/ 3120467 w 11269336"/>
              <a:gd name="connsiteY176" fmla="*/ 2128281 h 2323145"/>
              <a:gd name="connsiteX177" fmla="*/ 3116175 w 11269336"/>
              <a:gd name="connsiteY177" fmla="*/ 2131633 h 2323145"/>
              <a:gd name="connsiteX178" fmla="*/ 3103685 w 11269336"/>
              <a:gd name="connsiteY178" fmla="*/ 2132814 h 2323145"/>
              <a:gd name="connsiteX179" fmla="*/ 3078794 w 11269336"/>
              <a:gd name="connsiteY179" fmla="*/ 2137935 h 2323145"/>
              <a:gd name="connsiteX180" fmla="*/ 3074407 w 11269336"/>
              <a:gd name="connsiteY180" fmla="*/ 2136274 h 2323145"/>
              <a:gd name="connsiteX181" fmla="*/ 3037285 w 11269336"/>
              <a:gd name="connsiteY181" fmla="*/ 2139919 h 2323145"/>
              <a:gd name="connsiteX182" fmla="*/ 3036901 w 11269336"/>
              <a:gd name="connsiteY182" fmla="*/ 2138726 h 2323145"/>
              <a:gd name="connsiteX183" fmla="*/ 3026996 w 11269336"/>
              <a:gd name="connsiteY183" fmla="*/ 2134322 h 2323145"/>
              <a:gd name="connsiteX184" fmla="*/ 3007772 w 11269336"/>
              <a:gd name="connsiteY184" fmla="*/ 2128742 h 2323145"/>
              <a:gd name="connsiteX185" fmla="*/ 2965030 w 11269336"/>
              <a:gd name="connsiteY185" fmla="*/ 2100494 h 2323145"/>
              <a:gd name="connsiteX186" fmla="*/ 2926342 w 11269336"/>
              <a:gd name="connsiteY186" fmla="*/ 2104155 h 2323145"/>
              <a:gd name="connsiteX187" fmla="*/ 2918608 w 11269336"/>
              <a:gd name="connsiteY187" fmla="*/ 2104215 h 2323145"/>
              <a:gd name="connsiteX188" fmla="*/ 2918475 w 11269336"/>
              <a:gd name="connsiteY188" fmla="*/ 2103937 h 2323145"/>
              <a:gd name="connsiteX189" fmla="*/ 2910360 w 11269336"/>
              <a:gd name="connsiteY189" fmla="*/ 2103444 h 2323145"/>
              <a:gd name="connsiteX190" fmla="*/ 2904507 w 11269336"/>
              <a:gd name="connsiteY190" fmla="*/ 2104326 h 2323145"/>
              <a:gd name="connsiteX191" fmla="*/ 2889503 w 11269336"/>
              <a:gd name="connsiteY191" fmla="*/ 2104443 h 2323145"/>
              <a:gd name="connsiteX192" fmla="*/ 2884480 w 11269336"/>
              <a:gd name="connsiteY192" fmla="*/ 2102626 h 2323145"/>
              <a:gd name="connsiteX193" fmla="*/ 2882689 w 11269336"/>
              <a:gd name="connsiteY193" fmla="*/ 2099228 h 2323145"/>
              <a:gd name="connsiteX194" fmla="*/ 2881291 w 11269336"/>
              <a:gd name="connsiteY194" fmla="*/ 2099618 h 2323145"/>
              <a:gd name="connsiteX195" fmla="*/ 2853979 w 11269336"/>
              <a:gd name="connsiteY195" fmla="*/ 2090388 h 2323145"/>
              <a:gd name="connsiteX196" fmla="*/ 2791790 w 11269336"/>
              <a:gd name="connsiteY196" fmla="*/ 2080332 h 2323145"/>
              <a:gd name="connsiteX197" fmla="*/ 2755844 w 11269336"/>
              <a:gd name="connsiteY197" fmla="*/ 2078874 h 2323145"/>
              <a:gd name="connsiteX198" fmla="*/ 2657742 w 11269336"/>
              <a:gd name="connsiteY198" fmla="*/ 2070179 h 2323145"/>
              <a:gd name="connsiteX199" fmla="*/ 2559549 w 11269336"/>
              <a:gd name="connsiteY199" fmla="*/ 2057873 h 2323145"/>
              <a:gd name="connsiteX200" fmla="*/ 2512054 w 11269336"/>
              <a:gd name="connsiteY200" fmla="*/ 2031671 h 2323145"/>
              <a:gd name="connsiteX201" fmla="*/ 2506437 w 11269336"/>
              <a:gd name="connsiteY201" fmla="*/ 2030918 h 2323145"/>
              <a:gd name="connsiteX202" fmla="*/ 2491752 w 11269336"/>
              <a:gd name="connsiteY202" fmla="*/ 2033906 h 2323145"/>
              <a:gd name="connsiteX203" fmla="*/ 2486338 w 11269336"/>
              <a:gd name="connsiteY203" fmla="*/ 2035862 h 2323145"/>
              <a:gd name="connsiteX204" fmla="*/ 2478186 w 11269336"/>
              <a:gd name="connsiteY204" fmla="*/ 2036953 h 2323145"/>
              <a:gd name="connsiteX205" fmla="*/ 2477950 w 11269336"/>
              <a:gd name="connsiteY205" fmla="*/ 2036715 h 2323145"/>
              <a:gd name="connsiteX206" fmla="*/ 2470381 w 11269336"/>
              <a:gd name="connsiteY206" fmla="*/ 2038256 h 2323145"/>
              <a:gd name="connsiteX207" fmla="*/ 2433781 w 11269336"/>
              <a:gd name="connsiteY207" fmla="*/ 2049140 h 2323145"/>
              <a:gd name="connsiteX208" fmla="*/ 2381172 w 11269336"/>
              <a:gd name="connsiteY208" fmla="*/ 2030645 h 2323145"/>
              <a:gd name="connsiteX209" fmla="*/ 2360198 w 11269336"/>
              <a:gd name="connsiteY209" fmla="*/ 2029059 h 2323145"/>
              <a:gd name="connsiteX210" fmla="*/ 2348815 w 11269336"/>
              <a:gd name="connsiteY210" fmla="*/ 2026798 h 2323145"/>
              <a:gd name="connsiteX211" fmla="*/ 2347988 w 11269336"/>
              <a:gd name="connsiteY211" fmla="*/ 2025745 h 2323145"/>
              <a:gd name="connsiteX212" fmla="*/ 2312920 w 11269336"/>
              <a:gd name="connsiteY212" fmla="*/ 2036311 h 2323145"/>
              <a:gd name="connsiteX213" fmla="*/ 2307986 w 11269336"/>
              <a:gd name="connsiteY213" fmla="*/ 2035583 h 2323145"/>
              <a:gd name="connsiteX214" fmla="*/ 2285481 w 11269336"/>
              <a:gd name="connsiteY214" fmla="*/ 2045197 h 2323145"/>
              <a:gd name="connsiteX215" fmla="*/ 2273666 w 11269336"/>
              <a:gd name="connsiteY215" fmla="*/ 2048710 h 2323145"/>
              <a:gd name="connsiteX216" fmla="*/ 2270719 w 11269336"/>
              <a:gd name="connsiteY216" fmla="*/ 2052702 h 2323145"/>
              <a:gd name="connsiteX217" fmla="*/ 2253080 w 11269336"/>
              <a:gd name="connsiteY217" fmla="*/ 2056363 h 2323145"/>
              <a:gd name="connsiteX218" fmla="*/ 2250906 w 11269336"/>
              <a:gd name="connsiteY218" fmla="*/ 2055654 h 2323145"/>
              <a:gd name="connsiteX219" fmla="*/ 2236905 w 11269336"/>
              <a:gd name="connsiteY219" fmla="*/ 2062882 h 2323145"/>
              <a:gd name="connsiteX220" fmla="*/ 2225830 w 11269336"/>
              <a:gd name="connsiteY220" fmla="*/ 2074027 h 2323145"/>
              <a:gd name="connsiteX221" fmla="*/ 2073776 w 11269336"/>
              <a:gd name="connsiteY221" fmla="*/ 2089244 h 2323145"/>
              <a:gd name="connsiteX222" fmla="*/ 1948256 w 11269336"/>
              <a:gd name="connsiteY222" fmla="*/ 2146616 h 2323145"/>
              <a:gd name="connsiteX223" fmla="*/ 1865582 w 11269336"/>
              <a:gd name="connsiteY223" fmla="*/ 2153738 h 2323145"/>
              <a:gd name="connsiteX224" fmla="*/ 1835210 w 11269336"/>
              <a:gd name="connsiteY224" fmla="*/ 2134244 h 2323145"/>
              <a:gd name="connsiteX225" fmla="*/ 1632661 w 11269336"/>
              <a:gd name="connsiteY225" fmla="*/ 2173882 h 2323145"/>
              <a:gd name="connsiteX226" fmla="*/ 1579590 w 11269336"/>
              <a:gd name="connsiteY226" fmla="*/ 2173680 h 2323145"/>
              <a:gd name="connsiteX227" fmla="*/ 1535601 w 11269336"/>
              <a:gd name="connsiteY227" fmla="*/ 2194590 h 2323145"/>
              <a:gd name="connsiteX228" fmla="*/ 1515594 w 11269336"/>
              <a:gd name="connsiteY228" fmla="*/ 2189622 h 2323145"/>
              <a:gd name="connsiteX229" fmla="*/ 1512113 w 11269336"/>
              <a:gd name="connsiteY229" fmla="*/ 2188534 h 2323145"/>
              <a:gd name="connsiteX230" fmla="*/ 1498838 w 11269336"/>
              <a:gd name="connsiteY230" fmla="*/ 2189213 h 2323145"/>
              <a:gd name="connsiteX231" fmla="*/ 1494279 w 11269336"/>
              <a:gd name="connsiteY231" fmla="*/ 2183112 h 2323145"/>
              <a:gd name="connsiteX232" fmla="*/ 1473714 w 11269336"/>
              <a:gd name="connsiteY232" fmla="*/ 2179625 h 2323145"/>
              <a:gd name="connsiteX233" fmla="*/ 1449503 w 11269336"/>
              <a:gd name="connsiteY233" fmla="*/ 2182633 h 2323145"/>
              <a:gd name="connsiteX234" fmla="*/ 1266687 w 11269336"/>
              <a:gd name="connsiteY234" fmla="*/ 2212688 h 2323145"/>
              <a:gd name="connsiteX235" fmla="*/ 1239614 w 11269336"/>
              <a:gd name="connsiteY235" fmla="*/ 2209727 h 2323145"/>
              <a:gd name="connsiteX236" fmla="*/ 1202436 w 11269336"/>
              <a:gd name="connsiteY236" fmla="*/ 2209817 h 2323145"/>
              <a:gd name="connsiteX237" fmla="*/ 1136097 w 11269336"/>
              <a:gd name="connsiteY237" fmla="*/ 2205112 h 2323145"/>
              <a:gd name="connsiteX238" fmla="*/ 988232 w 11269336"/>
              <a:gd name="connsiteY238" fmla="*/ 2235635 h 2323145"/>
              <a:gd name="connsiteX239" fmla="*/ 981959 w 11269336"/>
              <a:gd name="connsiteY239" fmla="*/ 2231607 h 2323145"/>
              <a:gd name="connsiteX240" fmla="*/ 938600 w 11269336"/>
              <a:gd name="connsiteY240" fmla="*/ 2238113 h 2323145"/>
              <a:gd name="connsiteX241" fmla="*/ 791788 w 11269336"/>
              <a:gd name="connsiteY241" fmla="*/ 2293224 h 2323145"/>
              <a:gd name="connsiteX242" fmla="*/ 706914 w 11269336"/>
              <a:gd name="connsiteY242" fmla="*/ 2305046 h 2323145"/>
              <a:gd name="connsiteX243" fmla="*/ 675971 w 11269336"/>
              <a:gd name="connsiteY243" fmla="*/ 2304030 h 2323145"/>
              <a:gd name="connsiteX244" fmla="*/ 624180 w 11269336"/>
              <a:gd name="connsiteY244" fmla="*/ 2302650 h 2323145"/>
              <a:gd name="connsiteX245" fmla="*/ 583453 w 11269336"/>
              <a:gd name="connsiteY245" fmla="*/ 2288788 h 2323145"/>
              <a:gd name="connsiteX246" fmla="*/ 540946 w 11269336"/>
              <a:gd name="connsiteY246" fmla="*/ 2292721 h 2323145"/>
              <a:gd name="connsiteX247" fmla="*/ 533680 w 11269336"/>
              <a:gd name="connsiteY247" fmla="*/ 2310233 h 2323145"/>
              <a:gd name="connsiteX248" fmla="*/ 487366 w 11269336"/>
              <a:gd name="connsiteY248" fmla="*/ 2309053 h 2323145"/>
              <a:gd name="connsiteX249" fmla="*/ 416820 w 11269336"/>
              <a:gd name="connsiteY249" fmla="*/ 2305443 h 2323145"/>
              <a:gd name="connsiteX250" fmla="*/ 376805 w 11269336"/>
              <a:gd name="connsiteY250" fmla="*/ 2307647 h 2323145"/>
              <a:gd name="connsiteX251" fmla="*/ 266777 w 11269336"/>
              <a:gd name="connsiteY251" fmla="*/ 2309012 h 2323145"/>
              <a:gd name="connsiteX252" fmla="*/ 156013 w 11269336"/>
              <a:gd name="connsiteY252" fmla="*/ 2306832 h 2323145"/>
              <a:gd name="connsiteX253" fmla="*/ 87258 w 11269336"/>
              <a:gd name="connsiteY253" fmla="*/ 2285511 h 2323145"/>
              <a:gd name="connsiteX254" fmla="*/ 23798 w 11269336"/>
              <a:gd name="connsiteY254" fmla="*/ 2281822 h 2323145"/>
              <a:gd name="connsiteX255" fmla="*/ 0 w 11269336"/>
              <a:gd name="connsiteY255" fmla="*/ 2285369 h 2323145"/>
              <a:gd name="connsiteX256" fmla="*/ 0 w 11269336"/>
              <a:gd name="connsiteY256"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561575 w 11269336"/>
              <a:gd name="connsiteY19" fmla="*/ 559978 h 2323145"/>
              <a:gd name="connsiteX20" fmla="*/ 9162278 w 11269336"/>
              <a:gd name="connsiteY20" fmla="*/ 704724 h 2323145"/>
              <a:gd name="connsiteX21" fmla="*/ 9062863 w 11269336"/>
              <a:gd name="connsiteY21" fmla="*/ 754656 h 2323145"/>
              <a:gd name="connsiteX22" fmla="*/ 8914746 w 11269336"/>
              <a:gd name="connsiteY22" fmla="*/ 826428 h 2323145"/>
              <a:gd name="connsiteX23" fmla="*/ 8917778 w 11269336"/>
              <a:gd name="connsiteY23" fmla="*/ 835198 h 2323145"/>
              <a:gd name="connsiteX24" fmla="*/ 8905560 w 11269336"/>
              <a:gd name="connsiteY24" fmla="*/ 838358 h 2323145"/>
              <a:gd name="connsiteX25" fmla="*/ 8897564 w 11269336"/>
              <a:gd name="connsiteY25" fmla="*/ 834287 h 2323145"/>
              <a:gd name="connsiteX26" fmla="*/ 8878040 w 11269336"/>
              <a:gd name="connsiteY26" fmla="*/ 844150 h 2323145"/>
              <a:gd name="connsiteX27" fmla="*/ 8795998 w 11269336"/>
              <a:gd name="connsiteY27" fmla="*/ 863337 h 2323145"/>
              <a:gd name="connsiteX28" fmla="*/ 8776970 w 11269336"/>
              <a:gd name="connsiteY28" fmla="*/ 885177 h 2323145"/>
              <a:gd name="connsiteX29" fmla="*/ 8755719 w 11269336"/>
              <a:gd name="connsiteY29" fmla="*/ 889754 h 2323145"/>
              <a:gd name="connsiteX30" fmla="*/ 8743257 w 11269336"/>
              <a:gd name="connsiteY30" fmla="*/ 904723 h 2323145"/>
              <a:gd name="connsiteX31" fmla="*/ 8721366 w 11269336"/>
              <a:gd name="connsiteY31" fmla="*/ 904711 h 2323145"/>
              <a:gd name="connsiteX32" fmla="*/ 8678353 w 11269336"/>
              <a:gd name="connsiteY32" fmla="*/ 926318 h 2323145"/>
              <a:gd name="connsiteX33" fmla="*/ 8636849 w 11269336"/>
              <a:gd name="connsiteY33" fmla="*/ 937900 h 2323145"/>
              <a:gd name="connsiteX34" fmla="*/ 8620213 w 11269336"/>
              <a:gd name="connsiteY34" fmla="*/ 943068 h 2323145"/>
              <a:gd name="connsiteX35" fmla="*/ 8612581 w 11269336"/>
              <a:gd name="connsiteY35" fmla="*/ 952695 h 2323145"/>
              <a:gd name="connsiteX36" fmla="*/ 8589038 w 11269336"/>
              <a:gd name="connsiteY36" fmla="*/ 963892 h 2323145"/>
              <a:gd name="connsiteX37" fmla="*/ 8579950 w 11269336"/>
              <a:gd name="connsiteY37" fmla="*/ 960899 h 2323145"/>
              <a:gd name="connsiteX38" fmla="*/ 8579319 w 11269336"/>
              <a:gd name="connsiteY38" fmla="*/ 965630 h 2323145"/>
              <a:gd name="connsiteX39" fmla="*/ 8547429 w 11269336"/>
              <a:gd name="connsiteY39" fmla="*/ 984506 h 2323145"/>
              <a:gd name="connsiteX40" fmla="*/ 8478704 w 11269336"/>
              <a:gd name="connsiteY40" fmla="*/ 1025490 h 2323145"/>
              <a:gd name="connsiteX41" fmla="*/ 8461421 w 11269336"/>
              <a:gd name="connsiteY41" fmla="*/ 1035512 h 2323145"/>
              <a:gd name="connsiteX42" fmla="*/ 8445003 w 11269336"/>
              <a:gd name="connsiteY42" fmla="*/ 1036851 h 2323145"/>
              <a:gd name="connsiteX43" fmla="*/ 8357350 w 11269336"/>
              <a:gd name="connsiteY43" fmla="*/ 1060213 h 2323145"/>
              <a:gd name="connsiteX44" fmla="*/ 8335565 w 11269336"/>
              <a:gd name="connsiteY44" fmla="*/ 1061151 h 2323145"/>
              <a:gd name="connsiteX45" fmla="*/ 8325267 w 11269336"/>
              <a:gd name="connsiteY45" fmla="*/ 1055919 h 2323145"/>
              <a:gd name="connsiteX46" fmla="*/ 8293586 w 11269336"/>
              <a:gd name="connsiteY46" fmla="*/ 1076144 h 2323145"/>
              <a:gd name="connsiteX47" fmla="*/ 8242405 w 11269336"/>
              <a:gd name="connsiteY47" fmla="*/ 1095960 h 2323145"/>
              <a:gd name="connsiteX48" fmla="*/ 8197391 w 11269336"/>
              <a:gd name="connsiteY48" fmla="*/ 1107746 h 2323145"/>
              <a:gd name="connsiteX49" fmla="*/ 8081474 w 11269336"/>
              <a:gd name="connsiteY49" fmla="*/ 1130125 h 2323145"/>
              <a:gd name="connsiteX50" fmla="*/ 8053585 w 11269336"/>
              <a:gd name="connsiteY50" fmla="*/ 1129169 h 2323145"/>
              <a:gd name="connsiteX51" fmla="*/ 8038422 w 11269336"/>
              <a:gd name="connsiteY51" fmla="*/ 1119092 h 2323145"/>
              <a:gd name="connsiteX52" fmla="*/ 8029450 w 11269336"/>
              <a:gd name="connsiteY52" fmla="*/ 1125592 h 2323145"/>
              <a:gd name="connsiteX53" fmla="*/ 7959552 w 11269336"/>
              <a:gd name="connsiteY53" fmla="*/ 1140188 h 2323145"/>
              <a:gd name="connsiteX54" fmla="*/ 7914188 w 11269336"/>
              <a:gd name="connsiteY54" fmla="*/ 1150862 h 2323145"/>
              <a:gd name="connsiteX55" fmla="*/ 7914918 w 11269336"/>
              <a:gd name="connsiteY55" fmla="*/ 1168758 h 2323145"/>
              <a:gd name="connsiteX56" fmla="*/ 7875510 w 11269336"/>
              <a:gd name="connsiteY56" fmla="*/ 1183153 h 2323145"/>
              <a:gd name="connsiteX57" fmla="*/ 7829932 w 11269336"/>
              <a:gd name="connsiteY57" fmla="*/ 1180782 h 2323145"/>
              <a:gd name="connsiteX58" fmla="*/ 7779182 w 11269336"/>
              <a:gd name="connsiteY58" fmla="*/ 1192665 h 2323145"/>
              <a:gd name="connsiteX59" fmla="*/ 7748774 w 11269336"/>
              <a:gd name="connsiteY59" fmla="*/ 1199586 h 2323145"/>
              <a:gd name="connsiteX60" fmla="*/ 7671846 w 11269336"/>
              <a:gd name="connsiteY60" fmla="*/ 1231966 h 2323145"/>
              <a:gd name="connsiteX61" fmla="*/ 7554146 w 11269336"/>
              <a:gd name="connsiteY61" fmla="*/ 1319748 h 2323145"/>
              <a:gd name="connsiteX62" fmla="*/ 7515052 w 11269336"/>
              <a:gd name="connsiteY62" fmla="*/ 1336718 h 2323145"/>
              <a:gd name="connsiteX63" fmla="*/ 7507193 w 11269336"/>
              <a:gd name="connsiteY63" fmla="*/ 1334617 h 2323145"/>
              <a:gd name="connsiteX64" fmla="*/ 7461694 w 11269336"/>
              <a:gd name="connsiteY64" fmla="*/ 1375866 h 2323145"/>
              <a:gd name="connsiteX65" fmla="*/ 7377571 w 11269336"/>
              <a:gd name="connsiteY65" fmla="*/ 1400128 h 2323145"/>
              <a:gd name="connsiteX66" fmla="*/ 7311261 w 11269336"/>
              <a:gd name="connsiteY66" fmla="*/ 1412652 h 2323145"/>
              <a:gd name="connsiteX67" fmla="*/ 7275307 w 11269336"/>
              <a:gd name="connsiteY67" fmla="*/ 1422171 h 2323145"/>
              <a:gd name="connsiteX68" fmla="*/ 7247783 w 11269336"/>
              <a:gd name="connsiteY68" fmla="*/ 1426330 h 2323145"/>
              <a:gd name="connsiteX69" fmla="*/ 7185047 w 11269336"/>
              <a:gd name="connsiteY69" fmla="*/ 1451812 h 2323145"/>
              <a:gd name="connsiteX70" fmla="*/ 7084117 w 11269336"/>
              <a:gd name="connsiteY70" fmla="*/ 1500281 h 2323145"/>
              <a:gd name="connsiteX71" fmla="*/ 7062011 w 11269336"/>
              <a:gd name="connsiteY71" fmla="*/ 1509183 h 2323145"/>
              <a:gd name="connsiteX72" fmla="*/ 7040555 w 11269336"/>
              <a:gd name="connsiteY72" fmla="*/ 1511207 h 2323145"/>
              <a:gd name="connsiteX73" fmla="*/ 7033438 w 11269336"/>
              <a:gd name="connsiteY73" fmla="*/ 1506772 h 2323145"/>
              <a:gd name="connsiteX74" fmla="*/ 7020886 w 11269336"/>
              <a:gd name="connsiteY74" fmla="*/ 1510764 h 2323145"/>
              <a:gd name="connsiteX75" fmla="*/ 7017033 w 11269336"/>
              <a:gd name="connsiteY75" fmla="*/ 1510650 h 2323145"/>
              <a:gd name="connsiteX76" fmla="*/ 6995460 w 11269336"/>
              <a:gd name="connsiteY76" fmla="*/ 1511173 h 2323145"/>
              <a:gd name="connsiteX77" fmla="*/ 6962144 w 11269336"/>
              <a:gd name="connsiteY77" fmla="*/ 1541508 h 2323145"/>
              <a:gd name="connsiteX78" fmla="*/ 6910674 w 11269336"/>
              <a:gd name="connsiteY78" fmla="*/ 1554793 h 2323145"/>
              <a:gd name="connsiteX79" fmla="*/ 6732152 w 11269336"/>
              <a:gd name="connsiteY79" fmla="*/ 1642538 h 2323145"/>
              <a:gd name="connsiteX80" fmla="*/ 6694106 w 11269336"/>
              <a:gd name="connsiteY80" fmla="*/ 1632377 h 2323145"/>
              <a:gd name="connsiteX81" fmla="*/ 6617223 w 11269336"/>
              <a:gd name="connsiteY81" fmla="*/ 1659889 h 2323145"/>
              <a:gd name="connsiteX82" fmla="*/ 6521138 w 11269336"/>
              <a:gd name="connsiteY82" fmla="*/ 1744340 h 2323145"/>
              <a:gd name="connsiteX83" fmla="*/ 6380677 w 11269336"/>
              <a:gd name="connsiteY83" fmla="*/ 1796883 h 2323145"/>
              <a:gd name="connsiteX84" fmla="*/ 6374897 w 11269336"/>
              <a:gd name="connsiteY84" fmla="*/ 1809910 h 2323145"/>
              <a:gd name="connsiteX85" fmla="*/ 6364545 w 11269336"/>
              <a:gd name="connsiteY85" fmla="*/ 1820090 h 2323145"/>
              <a:gd name="connsiteX86" fmla="*/ 6362126 w 11269336"/>
              <a:gd name="connsiteY86" fmla="*/ 1819991 h 2323145"/>
              <a:gd name="connsiteX87" fmla="*/ 6346673 w 11269336"/>
              <a:gd name="connsiteY87" fmla="*/ 1827824 h 2323145"/>
              <a:gd name="connsiteX88" fmla="*/ 6345588 w 11269336"/>
              <a:gd name="connsiteY88" fmla="*/ 1832232 h 2323145"/>
              <a:gd name="connsiteX89" fmla="*/ 6335708 w 11269336"/>
              <a:gd name="connsiteY89" fmla="*/ 1838451 h 2323145"/>
              <a:gd name="connsiteX90" fmla="*/ 6318182 w 11269336"/>
              <a:gd name="connsiteY90" fmla="*/ 1852975 h 2323145"/>
              <a:gd name="connsiteX91" fmla="*/ 6313084 w 11269336"/>
              <a:gd name="connsiteY91" fmla="*/ 1853561 h 2323145"/>
              <a:gd name="connsiteX92" fmla="*/ 6283816 w 11269336"/>
              <a:gd name="connsiteY92" fmla="*/ 1872148 h 2323145"/>
              <a:gd name="connsiteX93" fmla="*/ 6282550 w 11269336"/>
              <a:gd name="connsiteY93" fmla="*/ 1871392 h 2323145"/>
              <a:gd name="connsiteX94" fmla="*/ 6270527 w 11269336"/>
              <a:gd name="connsiteY94" fmla="*/ 1872208 h 2323145"/>
              <a:gd name="connsiteX95" fmla="*/ 6249518 w 11269336"/>
              <a:gd name="connsiteY95" fmla="*/ 1876079 h 2323145"/>
              <a:gd name="connsiteX96" fmla="*/ 6190386 w 11269336"/>
              <a:gd name="connsiteY96" fmla="*/ 1872478 h 2323145"/>
              <a:gd name="connsiteX97" fmla="*/ 6159777 w 11269336"/>
              <a:gd name="connsiteY97" fmla="*/ 1891745 h 2323145"/>
              <a:gd name="connsiteX98" fmla="*/ 6153131 w 11269336"/>
              <a:gd name="connsiteY98" fmla="*/ 1895079 h 2323145"/>
              <a:gd name="connsiteX99" fmla="*/ 6152798 w 11269336"/>
              <a:gd name="connsiteY99" fmla="*/ 1894920 h 2323145"/>
              <a:gd name="connsiteX100" fmla="*/ 6145388 w 11269336"/>
              <a:gd name="connsiteY100" fmla="*/ 1897990 h 2323145"/>
              <a:gd name="connsiteX101" fmla="*/ 6141014 w 11269336"/>
              <a:gd name="connsiteY101" fmla="*/ 1901155 h 2323145"/>
              <a:gd name="connsiteX102" fmla="*/ 6128122 w 11269336"/>
              <a:gd name="connsiteY102" fmla="*/ 1907623 h 2323145"/>
              <a:gd name="connsiteX103" fmla="*/ 6122351 w 11269336"/>
              <a:gd name="connsiteY103" fmla="*/ 1908359 h 2323145"/>
              <a:gd name="connsiteX104" fmla="*/ 6064750 w 11269336"/>
              <a:gd name="connsiteY104" fmla="*/ 1896394 h 2323145"/>
              <a:gd name="connsiteX105" fmla="*/ 5964230 w 11269336"/>
              <a:gd name="connsiteY105" fmla="*/ 1910038 h 2323145"/>
              <a:gd name="connsiteX106" fmla="*/ 5865399 w 11269336"/>
              <a:gd name="connsiteY106" fmla="*/ 1926966 h 2323145"/>
              <a:gd name="connsiteX107" fmla="*/ 5829951 w 11269336"/>
              <a:gd name="connsiteY107" fmla="*/ 1934755 h 2323145"/>
              <a:gd name="connsiteX108" fmla="*/ 5765285 w 11269336"/>
              <a:gd name="connsiteY108" fmla="*/ 1941322 h 2323145"/>
              <a:gd name="connsiteX109" fmla="*/ 5734750 w 11269336"/>
              <a:gd name="connsiteY109" fmla="*/ 1939793 h 2323145"/>
              <a:gd name="connsiteX110" fmla="*/ 5733569 w 11269336"/>
              <a:gd name="connsiteY110" fmla="*/ 1940505 h 2323145"/>
              <a:gd name="connsiteX111" fmla="*/ 5730329 w 11269336"/>
              <a:gd name="connsiteY111" fmla="*/ 1937845 h 2323145"/>
              <a:gd name="connsiteX112" fmla="*/ 5724661 w 11269336"/>
              <a:gd name="connsiteY112" fmla="*/ 1937455 h 2323145"/>
              <a:gd name="connsiteX113" fmla="*/ 5710186 w 11269336"/>
              <a:gd name="connsiteY113" fmla="*/ 1941370 h 2323145"/>
              <a:gd name="connsiteX114" fmla="*/ 5704910 w 11269336"/>
              <a:gd name="connsiteY114" fmla="*/ 1943663 h 2323145"/>
              <a:gd name="connsiteX115" fmla="*/ 5696836 w 11269336"/>
              <a:gd name="connsiteY115" fmla="*/ 1945271 h 2323145"/>
              <a:gd name="connsiteX116" fmla="*/ 5696583 w 11269336"/>
              <a:gd name="connsiteY116" fmla="*/ 1945050 h 2323145"/>
              <a:gd name="connsiteX117" fmla="*/ 5689123 w 11269336"/>
              <a:gd name="connsiteY117" fmla="*/ 1947067 h 2323145"/>
              <a:gd name="connsiteX118" fmla="*/ 5653291 w 11269336"/>
              <a:gd name="connsiteY118" fmla="*/ 1960245 h 2323145"/>
              <a:gd name="connsiteX119" fmla="*/ 5599385 w 11269336"/>
              <a:gd name="connsiteY119" fmla="*/ 1945198 h 2323145"/>
              <a:gd name="connsiteX120" fmla="*/ 5578300 w 11269336"/>
              <a:gd name="connsiteY120" fmla="*/ 1944963 h 2323145"/>
              <a:gd name="connsiteX121" fmla="*/ 5566758 w 11269336"/>
              <a:gd name="connsiteY121" fmla="*/ 1943441 h 2323145"/>
              <a:gd name="connsiteX122" fmla="*/ 5565857 w 11269336"/>
              <a:gd name="connsiteY122" fmla="*/ 1942445 h 2323145"/>
              <a:gd name="connsiteX123" fmla="*/ 5531534 w 11269336"/>
              <a:gd name="connsiteY123" fmla="*/ 1955208 h 2323145"/>
              <a:gd name="connsiteX124" fmla="*/ 5526552 w 11269336"/>
              <a:gd name="connsiteY124" fmla="*/ 1954799 h 2323145"/>
              <a:gd name="connsiteX125" fmla="*/ 5504723 w 11269336"/>
              <a:gd name="connsiteY125" fmla="*/ 1965811 h 2323145"/>
              <a:gd name="connsiteX126" fmla="*/ 5493156 w 11269336"/>
              <a:gd name="connsiteY126" fmla="*/ 1970063 h 2323145"/>
              <a:gd name="connsiteX127" fmla="*/ 5490486 w 11269336"/>
              <a:gd name="connsiteY127" fmla="*/ 1974227 h 2323145"/>
              <a:gd name="connsiteX128" fmla="*/ 5473107 w 11269336"/>
              <a:gd name="connsiteY128" fmla="*/ 1979001 h 2323145"/>
              <a:gd name="connsiteX129" fmla="*/ 5470885 w 11269336"/>
              <a:gd name="connsiteY129" fmla="*/ 1978432 h 2323145"/>
              <a:gd name="connsiteX130" fmla="*/ 5457393 w 11269336"/>
              <a:gd name="connsiteY130" fmla="*/ 1986525 h 2323145"/>
              <a:gd name="connsiteX131" fmla="*/ 5447102 w 11269336"/>
              <a:gd name="connsiteY131" fmla="*/ 1998329 h 2323145"/>
              <a:gd name="connsiteX132" fmla="*/ 5159151 w 11269336"/>
              <a:gd name="connsiteY132" fmla="*/ 2029640 h 2323145"/>
              <a:gd name="connsiteX133" fmla="*/ 5098838 w 11269336"/>
              <a:gd name="connsiteY133" fmla="*/ 2062961 h 2323145"/>
              <a:gd name="connsiteX134" fmla="*/ 4860988 w 11269336"/>
              <a:gd name="connsiteY134" fmla="*/ 2135698 h 2323145"/>
              <a:gd name="connsiteX135" fmla="*/ 4765388 w 11269336"/>
              <a:gd name="connsiteY135" fmla="*/ 2162525 h 2323145"/>
              <a:gd name="connsiteX136" fmla="*/ 4745033 w 11269336"/>
              <a:gd name="connsiteY136" fmla="*/ 2158859 h 2323145"/>
              <a:gd name="connsiteX137" fmla="*/ 4741475 w 11269336"/>
              <a:gd name="connsiteY137" fmla="*/ 2157998 h 2323145"/>
              <a:gd name="connsiteX138" fmla="*/ 4728247 w 11269336"/>
              <a:gd name="connsiteY138" fmla="*/ 2159526 h 2323145"/>
              <a:gd name="connsiteX139" fmla="*/ 4723263 w 11269336"/>
              <a:gd name="connsiteY139" fmla="*/ 2153742 h 2323145"/>
              <a:gd name="connsiteX140" fmla="*/ 4593061 w 11269336"/>
              <a:gd name="connsiteY140" fmla="*/ 2171597 h 2323145"/>
              <a:gd name="connsiteX141" fmla="*/ 4533444 w 11269336"/>
              <a:gd name="connsiteY141" fmla="*/ 2181200 h 2323145"/>
              <a:gd name="connsiteX142" fmla="*/ 4492832 w 11269336"/>
              <a:gd name="connsiteY142" fmla="*/ 2188033 h 2323145"/>
              <a:gd name="connsiteX143" fmla="*/ 4467257 w 11269336"/>
              <a:gd name="connsiteY143" fmla="*/ 2196121 h 2323145"/>
              <a:gd name="connsiteX144" fmla="*/ 4459937 w 11269336"/>
              <a:gd name="connsiteY144" fmla="*/ 2195182 h 2323145"/>
              <a:gd name="connsiteX145" fmla="*/ 4405765 w 11269336"/>
              <a:gd name="connsiteY145" fmla="*/ 2199902 h 2323145"/>
              <a:gd name="connsiteX146" fmla="*/ 4401354 w 11269336"/>
              <a:gd name="connsiteY146" fmla="*/ 2194745 h 2323145"/>
              <a:gd name="connsiteX147" fmla="*/ 4366646 w 11269336"/>
              <a:gd name="connsiteY147" fmla="*/ 2198564 h 2323145"/>
              <a:gd name="connsiteX148" fmla="*/ 4354009 w 11269336"/>
              <a:gd name="connsiteY148" fmla="*/ 2204984 h 2323145"/>
              <a:gd name="connsiteX149" fmla="*/ 4348284 w 11269336"/>
              <a:gd name="connsiteY149" fmla="*/ 2205270 h 2323145"/>
              <a:gd name="connsiteX150" fmla="*/ 4333906 w 11269336"/>
              <a:gd name="connsiteY150" fmla="*/ 2205251 h 2323145"/>
              <a:gd name="connsiteX151" fmla="*/ 4308819 w 11269336"/>
              <a:gd name="connsiteY151" fmla="*/ 2203822 h 2323145"/>
              <a:gd name="connsiteX152" fmla="*/ 4301210 w 11269336"/>
              <a:gd name="connsiteY152" fmla="*/ 2204456 h 2323145"/>
              <a:gd name="connsiteX153" fmla="*/ 4283095 w 11269336"/>
              <a:gd name="connsiteY153" fmla="*/ 2198177 h 2323145"/>
              <a:gd name="connsiteX154" fmla="*/ 4250119 w 11269336"/>
              <a:gd name="connsiteY154" fmla="*/ 2196342 h 2323145"/>
              <a:gd name="connsiteX155" fmla="*/ 4189203 w 11269336"/>
              <a:gd name="connsiteY155" fmla="*/ 2178994 h 2323145"/>
              <a:gd name="connsiteX156" fmla="*/ 4154035 w 11269336"/>
              <a:gd name="connsiteY156" fmla="*/ 2171950 h 2323145"/>
              <a:gd name="connsiteX157" fmla="*/ 4129569 w 11269336"/>
              <a:gd name="connsiteY157" fmla="*/ 2163850 h 2323145"/>
              <a:gd name="connsiteX158" fmla="*/ 4061250 w 11269336"/>
              <a:gd name="connsiteY158" fmla="*/ 2159236 h 2323145"/>
              <a:gd name="connsiteX159" fmla="*/ 3945480 w 11269336"/>
              <a:gd name="connsiteY159" fmla="*/ 2158279 h 2323145"/>
              <a:gd name="connsiteX160" fmla="*/ 3921468 w 11269336"/>
              <a:gd name="connsiteY160" fmla="*/ 2156588 h 2323145"/>
              <a:gd name="connsiteX161" fmla="*/ 3903348 w 11269336"/>
              <a:gd name="connsiteY161" fmla="*/ 2149220 h 2323145"/>
              <a:gd name="connsiteX162" fmla="*/ 3901342 w 11269336"/>
              <a:gd name="connsiteY162" fmla="*/ 2142355 h 2323145"/>
              <a:gd name="connsiteX163" fmla="*/ 3888539 w 11269336"/>
              <a:gd name="connsiteY163" fmla="*/ 2140476 h 2323145"/>
              <a:gd name="connsiteX164" fmla="*/ 3885662 w 11269336"/>
              <a:gd name="connsiteY164" fmla="*/ 2138740 h 2323145"/>
              <a:gd name="connsiteX165" fmla="*/ 3868627 w 11269336"/>
              <a:gd name="connsiteY165" fmla="*/ 2130023 h 2323145"/>
              <a:gd name="connsiteX166" fmla="*/ 3819177 w 11269336"/>
              <a:gd name="connsiteY166" fmla="*/ 2142111 h 2323145"/>
              <a:gd name="connsiteX167" fmla="*/ 3769100 w 11269336"/>
              <a:gd name="connsiteY167" fmla="*/ 2131731 h 2323145"/>
              <a:gd name="connsiteX168" fmla="*/ 3562752 w 11269336"/>
              <a:gd name="connsiteY168" fmla="*/ 2131785 h 2323145"/>
              <a:gd name="connsiteX169" fmla="*/ 3541402 w 11269336"/>
              <a:gd name="connsiteY169" fmla="*/ 2106821 h 2323145"/>
              <a:gd name="connsiteX170" fmla="*/ 3365341 w 11269336"/>
              <a:gd name="connsiteY170" fmla="*/ 2077638 h 2323145"/>
              <a:gd name="connsiteX171" fmla="*/ 3170922 w 11269336"/>
              <a:gd name="connsiteY171" fmla="*/ 2115957 h 2323145"/>
              <a:gd name="connsiteX172" fmla="*/ 3156256 w 11269336"/>
              <a:gd name="connsiteY172" fmla="*/ 2124773 h 2323145"/>
              <a:gd name="connsiteX173" fmla="*/ 3140298 w 11269336"/>
              <a:gd name="connsiteY173" fmla="*/ 2129182 h 2323145"/>
              <a:gd name="connsiteX174" fmla="*/ 3138514 w 11269336"/>
              <a:gd name="connsiteY174" fmla="*/ 2128069 h 2323145"/>
              <a:gd name="connsiteX175" fmla="*/ 3120467 w 11269336"/>
              <a:gd name="connsiteY175" fmla="*/ 2128281 h 2323145"/>
              <a:gd name="connsiteX176" fmla="*/ 3116175 w 11269336"/>
              <a:gd name="connsiteY176" fmla="*/ 2131633 h 2323145"/>
              <a:gd name="connsiteX177" fmla="*/ 3103685 w 11269336"/>
              <a:gd name="connsiteY177" fmla="*/ 2132814 h 2323145"/>
              <a:gd name="connsiteX178" fmla="*/ 3078794 w 11269336"/>
              <a:gd name="connsiteY178" fmla="*/ 2137935 h 2323145"/>
              <a:gd name="connsiteX179" fmla="*/ 3074407 w 11269336"/>
              <a:gd name="connsiteY179" fmla="*/ 2136274 h 2323145"/>
              <a:gd name="connsiteX180" fmla="*/ 3037285 w 11269336"/>
              <a:gd name="connsiteY180" fmla="*/ 2139919 h 2323145"/>
              <a:gd name="connsiteX181" fmla="*/ 3036901 w 11269336"/>
              <a:gd name="connsiteY181" fmla="*/ 2138726 h 2323145"/>
              <a:gd name="connsiteX182" fmla="*/ 3026996 w 11269336"/>
              <a:gd name="connsiteY182" fmla="*/ 2134322 h 2323145"/>
              <a:gd name="connsiteX183" fmla="*/ 3007772 w 11269336"/>
              <a:gd name="connsiteY183" fmla="*/ 2128742 h 2323145"/>
              <a:gd name="connsiteX184" fmla="*/ 2965030 w 11269336"/>
              <a:gd name="connsiteY184" fmla="*/ 2100494 h 2323145"/>
              <a:gd name="connsiteX185" fmla="*/ 2926342 w 11269336"/>
              <a:gd name="connsiteY185" fmla="*/ 2104155 h 2323145"/>
              <a:gd name="connsiteX186" fmla="*/ 2918608 w 11269336"/>
              <a:gd name="connsiteY186" fmla="*/ 2104215 h 2323145"/>
              <a:gd name="connsiteX187" fmla="*/ 2918475 w 11269336"/>
              <a:gd name="connsiteY187" fmla="*/ 2103937 h 2323145"/>
              <a:gd name="connsiteX188" fmla="*/ 2910360 w 11269336"/>
              <a:gd name="connsiteY188" fmla="*/ 2103444 h 2323145"/>
              <a:gd name="connsiteX189" fmla="*/ 2904507 w 11269336"/>
              <a:gd name="connsiteY189" fmla="*/ 2104326 h 2323145"/>
              <a:gd name="connsiteX190" fmla="*/ 2889503 w 11269336"/>
              <a:gd name="connsiteY190" fmla="*/ 2104443 h 2323145"/>
              <a:gd name="connsiteX191" fmla="*/ 2884480 w 11269336"/>
              <a:gd name="connsiteY191" fmla="*/ 2102626 h 2323145"/>
              <a:gd name="connsiteX192" fmla="*/ 2882689 w 11269336"/>
              <a:gd name="connsiteY192" fmla="*/ 2099228 h 2323145"/>
              <a:gd name="connsiteX193" fmla="*/ 2881291 w 11269336"/>
              <a:gd name="connsiteY193" fmla="*/ 2099618 h 2323145"/>
              <a:gd name="connsiteX194" fmla="*/ 2853979 w 11269336"/>
              <a:gd name="connsiteY194" fmla="*/ 2090388 h 2323145"/>
              <a:gd name="connsiteX195" fmla="*/ 2791790 w 11269336"/>
              <a:gd name="connsiteY195" fmla="*/ 2080332 h 2323145"/>
              <a:gd name="connsiteX196" fmla="*/ 2755844 w 11269336"/>
              <a:gd name="connsiteY196" fmla="*/ 2078874 h 2323145"/>
              <a:gd name="connsiteX197" fmla="*/ 2657742 w 11269336"/>
              <a:gd name="connsiteY197" fmla="*/ 2070179 h 2323145"/>
              <a:gd name="connsiteX198" fmla="*/ 2559549 w 11269336"/>
              <a:gd name="connsiteY198" fmla="*/ 2057873 h 2323145"/>
              <a:gd name="connsiteX199" fmla="*/ 2512054 w 11269336"/>
              <a:gd name="connsiteY199" fmla="*/ 2031671 h 2323145"/>
              <a:gd name="connsiteX200" fmla="*/ 2506437 w 11269336"/>
              <a:gd name="connsiteY200" fmla="*/ 2030918 h 2323145"/>
              <a:gd name="connsiteX201" fmla="*/ 2491752 w 11269336"/>
              <a:gd name="connsiteY201" fmla="*/ 2033906 h 2323145"/>
              <a:gd name="connsiteX202" fmla="*/ 2486338 w 11269336"/>
              <a:gd name="connsiteY202" fmla="*/ 2035862 h 2323145"/>
              <a:gd name="connsiteX203" fmla="*/ 2478186 w 11269336"/>
              <a:gd name="connsiteY203" fmla="*/ 2036953 h 2323145"/>
              <a:gd name="connsiteX204" fmla="*/ 2477950 w 11269336"/>
              <a:gd name="connsiteY204" fmla="*/ 2036715 h 2323145"/>
              <a:gd name="connsiteX205" fmla="*/ 2470381 w 11269336"/>
              <a:gd name="connsiteY205" fmla="*/ 2038256 h 2323145"/>
              <a:gd name="connsiteX206" fmla="*/ 2433781 w 11269336"/>
              <a:gd name="connsiteY206" fmla="*/ 2049140 h 2323145"/>
              <a:gd name="connsiteX207" fmla="*/ 2381172 w 11269336"/>
              <a:gd name="connsiteY207" fmla="*/ 2030645 h 2323145"/>
              <a:gd name="connsiteX208" fmla="*/ 2360198 w 11269336"/>
              <a:gd name="connsiteY208" fmla="*/ 2029059 h 2323145"/>
              <a:gd name="connsiteX209" fmla="*/ 2348815 w 11269336"/>
              <a:gd name="connsiteY209" fmla="*/ 2026798 h 2323145"/>
              <a:gd name="connsiteX210" fmla="*/ 2347988 w 11269336"/>
              <a:gd name="connsiteY210" fmla="*/ 2025745 h 2323145"/>
              <a:gd name="connsiteX211" fmla="*/ 2312920 w 11269336"/>
              <a:gd name="connsiteY211" fmla="*/ 2036311 h 2323145"/>
              <a:gd name="connsiteX212" fmla="*/ 2307986 w 11269336"/>
              <a:gd name="connsiteY212" fmla="*/ 2035583 h 2323145"/>
              <a:gd name="connsiteX213" fmla="*/ 2285481 w 11269336"/>
              <a:gd name="connsiteY213" fmla="*/ 2045197 h 2323145"/>
              <a:gd name="connsiteX214" fmla="*/ 2273666 w 11269336"/>
              <a:gd name="connsiteY214" fmla="*/ 2048710 h 2323145"/>
              <a:gd name="connsiteX215" fmla="*/ 2270719 w 11269336"/>
              <a:gd name="connsiteY215" fmla="*/ 2052702 h 2323145"/>
              <a:gd name="connsiteX216" fmla="*/ 2253080 w 11269336"/>
              <a:gd name="connsiteY216" fmla="*/ 2056363 h 2323145"/>
              <a:gd name="connsiteX217" fmla="*/ 2250906 w 11269336"/>
              <a:gd name="connsiteY217" fmla="*/ 2055654 h 2323145"/>
              <a:gd name="connsiteX218" fmla="*/ 2236905 w 11269336"/>
              <a:gd name="connsiteY218" fmla="*/ 2062882 h 2323145"/>
              <a:gd name="connsiteX219" fmla="*/ 2225830 w 11269336"/>
              <a:gd name="connsiteY219" fmla="*/ 2074027 h 2323145"/>
              <a:gd name="connsiteX220" fmla="*/ 2073776 w 11269336"/>
              <a:gd name="connsiteY220" fmla="*/ 2089244 h 2323145"/>
              <a:gd name="connsiteX221" fmla="*/ 1948256 w 11269336"/>
              <a:gd name="connsiteY221" fmla="*/ 2146616 h 2323145"/>
              <a:gd name="connsiteX222" fmla="*/ 1865582 w 11269336"/>
              <a:gd name="connsiteY222" fmla="*/ 2153738 h 2323145"/>
              <a:gd name="connsiteX223" fmla="*/ 1835210 w 11269336"/>
              <a:gd name="connsiteY223" fmla="*/ 2134244 h 2323145"/>
              <a:gd name="connsiteX224" fmla="*/ 1632661 w 11269336"/>
              <a:gd name="connsiteY224" fmla="*/ 2173882 h 2323145"/>
              <a:gd name="connsiteX225" fmla="*/ 1579590 w 11269336"/>
              <a:gd name="connsiteY225" fmla="*/ 2173680 h 2323145"/>
              <a:gd name="connsiteX226" fmla="*/ 1535601 w 11269336"/>
              <a:gd name="connsiteY226" fmla="*/ 2194590 h 2323145"/>
              <a:gd name="connsiteX227" fmla="*/ 1515594 w 11269336"/>
              <a:gd name="connsiteY227" fmla="*/ 2189622 h 2323145"/>
              <a:gd name="connsiteX228" fmla="*/ 1512113 w 11269336"/>
              <a:gd name="connsiteY228" fmla="*/ 2188534 h 2323145"/>
              <a:gd name="connsiteX229" fmla="*/ 1498838 w 11269336"/>
              <a:gd name="connsiteY229" fmla="*/ 2189213 h 2323145"/>
              <a:gd name="connsiteX230" fmla="*/ 1494279 w 11269336"/>
              <a:gd name="connsiteY230" fmla="*/ 2183112 h 2323145"/>
              <a:gd name="connsiteX231" fmla="*/ 1473714 w 11269336"/>
              <a:gd name="connsiteY231" fmla="*/ 2179625 h 2323145"/>
              <a:gd name="connsiteX232" fmla="*/ 1449503 w 11269336"/>
              <a:gd name="connsiteY232" fmla="*/ 2182633 h 2323145"/>
              <a:gd name="connsiteX233" fmla="*/ 1266687 w 11269336"/>
              <a:gd name="connsiteY233" fmla="*/ 2212688 h 2323145"/>
              <a:gd name="connsiteX234" fmla="*/ 1239614 w 11269336"/>
              <a:gd name="connsiteY234" fmla="*/ 2209727 h 2323145"/>
              <a:gd name="connsiteX235" fmla="*/ 1202436 w 11269336"/>
              <a:gd name="connsiteY235" fmla="*/ 2209817 h 2323145"/>
              <a:gd name="connsiteX236" fmla="*/ 1136097 w 11269336"/>
              <a:gd name="connsiteY236" fmla="*/ 2205112 h 2323145"/>
              <a:gd name="connsiteX237" fmla="*/ 988232 w 11269336"/>
              <a:gd name="connsiteY237" fmla="*/ 2235635 h 2323145"/>
              <a:gd name="connsiteX238" fmla="*/ 981959 w 11269336"/>
              <a:gd name="connsiteY238" fmla="*/ 2231607 h 2323145"/>
              <a:gd name="connsiteX239" fmla="*/ 938600 w 11269336"/>
              <a:gd name="connsiteY239" fmla="*/ 2238113 h 2323145"/>
              <a:gd name="connsiteX240" fmla="*/ 791788 w 11269336"/>
              <a:gd name="connsiteY240" fmla="*/ 2293224 h 2323145"/>
              <a:gd name="connsiteX241" fmla="*/ 706914 w 11269336"/>
              <a:gd name="connsiteY241" fmla="*/ 2305046 h 2323145"/>
              <a:gd name="connsiteX242" fmla="*/ 675971 w 11269336"/>
              <a:gd name="connsiteY242" fmla="*/ 2304030 h 2323145"/>
              <a:gd name="connsiteX243" fmla="*/ 624180 w 11269336"/>
              <a:gd name="connsiteY243" fmla="*/ 2302650 h 2323145"/>
              <a:gd name="connsiteX244" fmla="*/ 583453 w 11269336"/>
              <a:gd name="connsiteY244" fmla="*/ 2288788 h 2323145"/>
              <a:gd name="connsiteX245" fmla="*/ 540946 w 11269336"/>
              <a:gd name="connsiteY245" fmla="*/ 2292721 h 2323145"/>
              <a:gd name="connsiteX246" fmla="*/ 533680 w 11269336"/>
              <a:gd name="connsiteY246" fmla="*/ 2310233 h 2323145"/>
              <a:gd name="connsiteX247" fmla="*/ 487366 w 11269336"/>
              <a:gd name="connsiteY247" fmla="*/ 2309053 h 2323145"/>
              <a:gd name="connsiteX248" fmla="*/ 416820 w 11269336"/>
              <a:gd name="connsiteY248" fmla="*/ 2305443 h 2323145"/>
              <a:gd name="connsiteX249" fmla="*/ 376805 w 11269336"/>
              <a:gd name="connsiteY249" fmla="*/ 2307647 h 2323145"/>
              <a:gd name="connsiteX250" fmla="*/ 266777 w 11269336"/>
              <a:gd name="connsiteY250" fmla="*/ 2309012 h 2323145"/>
              <a:gd name="connsiteX251" fmla="*/ 156013 w 11269336"/>
              <a:gd name="connsiteY251" fmla="*/ 2306832 h 2323145"/>
              <a:gd name="connsiteX252" fmla="*/ 87258 w 11269336"/>
              <a:gd name="connsiteY252" fmla="*/ 2285511 h 2323145"/>
              <a:gd name="connsiteX253" fmla="*/ 23798 w 11269336"/>
              <a:gd name="connsiteY253" fmla="*/ 2281822 h 2323145"/>
              <a:gd name="connsiteX254" fmla="*/ 0 w 11269336"/>
              <a:gd name="connsiteY254" fmla="*/ 2285369 h 2323145"/>
              <a:gd name="connsiteX255" fmla="*/ 0 w 11269336"/>
              <a:gd name="connsiteY255"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561575 w 11269336"/>
              <a:gd name="connsiteY19" fmla="*/ 559978 h 2323145"/>
              <a:gd name="connsiteX20" fmla="*/ 9162278 w 11269336"/>
              <a:gd name="connsiteY20" fmla="*/ 704724 h 2323145"/>
              <a:gd name="connsiteX21" fmla="*/ 9062863 w 11269336"/>
              <a:gd name="connsiteY21" fmla="*/ 754656 h 2323145"/>
              <a:gd name="connsiteX22" fmla="*/ 8914746 w 11269336"/>
              <a:gd name="connsiteY22" fmla="*/ 826428 h 2323145"/>
              <a:gd name="connsiteX23" fmla="*/ 8917778 w 11269336"/>
              <a:gd name="connsiteY23" fmla="*/ 835198 h 2323145"/>
              <a:gd name="connsiteX24" fmla="*/ 8905560 w 11269336"/>
              <a:gd name="connsiteY24" fmla="*/ 838358 h 2323145"/>
              <a:gd name="connsiteX25" fmla="*/ 8897564 w 11269336"/>
              <a:gd name="connsiteY25" fmla="*/ 834287 h 2323145"/>
              <a:gd name="connsiteX26" fmla="*/ 8878040 w 11269336"/>
              <a:gd name="connsiteY26" fmla="*/ 844150 h 2323145"/>
              <a:gd name="connsiteX27" fmla="*/ 8795998 w 11269336"/>
              <a:gd name="connsiteY27" fmla="*/ 863337 h 2323145"/>
              <a:gd name="connsiteX28" fmla="*/ 8776970 w 11269336"/>
              <a:gd name="connsiteY28" fmla="*/ 885177 h 2323145"/>
              <a:gd name="connsiteX29" fmla="*/ 8755719 w 11269336"/>
              <a:gd name="connsiteY29" fmla="*/ 889754 h 2323145"/>
              <a:gd name="connsiteX30" fmla="*/ 8743257 w 11269336"/>
              <a:gd name="connsiteY30" fmla="*/ 904723 h 2323145"/>
              <a:gd name="connsiteX31" fmla="*/ 8721366 w 11269336"/>
              <a:gd name="connsiteY31" fmla="*/ 904711 h 2323145"/>
              <a:gd name="connsiteX32" fmla="*/ 8678353 w 11269336"/>
              <a:gd name="connsiteY32" fmla="*/ 926318 h 2323145"/>
              <a:gd name="connsiteX33" fmla="*/ 8636849 w 11269336"/>
              <a:gd name="connsiteY33" fmla="*/ 937900 h 2323145"/>
              <a:gd name="connsiteX34" fmla="*/ 8620213 w 11269336"/>
              <a:gd name="connsiteY34" fmla="*/ 943068 h 2323145"/>
              <a:gd name="connsiteX35" fmla="*/ 8612581 w 11269336"/>
              <a:gd name="connsiteY35" fmla="*/ 952695 h 2323145"/>
              <a:gd name="connsiteX36" fmla="*/ 8589038 w 11269336"/>
              <a:gd name="connsiteY36" fmla="*/ 963892 h 2323145"/>
              <a:gd name="connsiteX37" fmla="*/ 8579950 w 11269336"/>
              <a:gd name="connsiteY37" fmla="*/ 960899 h 2323145"/>
              <a:gd name="connsiteX38" fmla="*/ 8579319 w 11269336"/>
              <a:gd name="connsiteY38" fmla="*/ 965630 h 2323145"/>
              <a:gd name="connsiteX39" fmla="*/ 8547429 w 11269336"/>
              <a:gd name="connsiteY39" fmla="*/ 984506 h 2323145"/>
              <a:gd name="connsiteX40" fmla="*/ 8478704 w 11269336"/>
              <a:gd name="connsiteY40" fmla="*/ 1025490 h 2323145"/>
              <a:gd name="connsiteX41" fmla="*/ 8461421 w 11269336"/>
              <a:gd name="connsiteY41" fmla="*/ 1035512 h 2323145"/>
              <a:gd name="connsiteX42" fmla="*/ 8445003 w 11269336"/>
              <a:gd name="connsiteY42" fmla="*/ 1036851 h 2323145"/>
              <a:gd name="connsiteX43" fmla="*/ 8357350 w 11269336"/>
              <a:gd name="connsiteY43" fmla="*/ 1060213 h 2323145"/>
              <a:gd name="connsiteX44" fmla="*/ 8335565 w 11269336"/>
              <a:gd name="connsiteY44" fmla="*/ 1061151 h 2323145"/>
              <a:gd name="connsiteX45" fmla="*/ 8325267 w 11269336"/>
              <a:gd name="connsiteY45" fmla="*/ 1055919 h 2323145"/>
              <a:gd name="connsiteX46" fmla="*/ 8293586 w 11269336"/>
              <a:gd name="connsiteY46" fmla="*/ 1076144 h 2323145"/>
              <a:gd name="connsiteX47" fmla="*/ 8242405 w 11269336"/>
              <a:gd name="connsiteY47" fmla="*/ 1095960 h 2323145"/>
              <a:gd name="connsiteX48" fmla="*/ 8197391 w 11269336"/>
              <a:gd name="connsiteY48" fmla="*/ 1107746 h 2323145"/>
              <a:gd name="connsiteX49" fmla="*/ 8081474 w 11269336"/>
              <a:gd name="connsiteY49" fmla="*/ 1130125 h 2323145"/>
              <a:gd name="connsiteX50" fmla="*/ 8053585 w 11269336"/>
              <a:gd name="connsiteY50" fmla="*/ 1129169 h 2323145"/>
              <a:gd name="connsiteX51" fmla="*/ 8038422 w 11269336"/>
              <a:gd name="connsiteY51" fmla="*/ 1119092 h 2323145"/>
              <a:gd name="connsiteX52" fmla="*/ 8029450 w 11269336"/>
              <a:gd name="connsiteY52" fmla="*/ 1125592 h 2323145"/>
              <a:gd name="connsiteX53" fmla="*/ 7959552 w 11269336"/>
              <a:gd name="connsiteY53" fmla="*/ 1140188 h 2323145"/>
              <a:gd name="connsiteX54" fmla="*/ 7914188 w 11269336"/>
              <a:gd name="connsiteY54" fmla="*/ 1150862 h 2323145"/>
              <a:gd name="connsiteX55" fmla="*/ 7914918 w 11269336"/>
              <a:gd name="connsiteY55" fmla="*/ 1168758 h 2323145"/>
              <a:gd name="connsiteX56" fmla="*/ 7875510 w 11269336"/>
              <a:gd name="connsiteY56" fmla="*/ 1183153 h 2323145"/>
              <a:gd name="connsiteX57" fmla="*/ 7829932 w 11269336"/>
              <a:gd name="connsiteY57" fmla="*/ 1180782 h 2323145"/>
              <a:gd name="connsiteX58" fmla="*/ 7779182 w 11269336"/>
              <a:gd name="connsiteY58" fmla="*/ 1192665 h 2323145"/>
              <a:gd name="connsiteX59" fmla="*/ 7748774 w 11269336"/>
              <a:gd name="connsiteY59" fmla="*/ 1199586 h 2323145"/>
              <a:gd name="connsiteX60" fmla="*/ 7671846 w 11269336"/>
              <a:gd name="connsiteY60" fmla="*/ 1231966 h 2323145"/>
              <a:gd name="connsiteX61" fmla="*/ 7554146 w 11269336"/>
              <a:gd name="connsiteY61" fmla="*/ 1319748 h 2323145"/>
              <a:gd name="connsiteX62" fmla="*/ 7515052 w 11269336"/>
              <a:gd name="connsiteY62" fmla="*/ 1336718 h 2323145"/>
              <a:gd name="connsiteX63" fmla="*/ 7507193 w 11269336"/>
              <a:gd name="connsiteY63" fmla="*/ 1334617 h 2323145"/>
              <a:gd name="connsiteX64" fmla="*/ 7461694 w 11269336"/>
              <a:gd name="connsiteY64" fmla="*/ 1375866 h 2323145"/>
              <a:gd name="connsiteX65" fmla="*/ 7377571 w 11269336"/>
              <a:gd name="connsiteY65" fmla="*/ 1400128 h 2323145"/>
              <a:gd name="connsiteX66" fmla="*/ 7311261 w 11269336"/>
              <a:gd name="connsiteY66" fmla="*/ 1412652 h 2323145"/>
              <a:gd name="connsiteX67" fmla="*/ 7275307 w 11269336"/>
              <a:gd name="connsiteY67" fmla="*/ 1422171 h 2323145"/>
              <a:gd name="connsiteX68" fmla="*/ 7247783 w 11269336"/>
              <a:gd name="connsiteY68" fmla="*/ 1426330 h 2323145"/>
              <a:gd name="connsiteX69" fmla="*/ 7185047 w 11269336"/>
              <a:gd name="connsiteY69" fmla="*/ 1451812 h 2323145"/>
              <a:gd name="connsiteX70" fmla="*/ 7084117 w 11269336"/>
              <a:gd name="connsiteY70" fmla="*/ 1500281 h 2323145"/>
              <a:gd name="connsiteX71" fmla="*/ 7062011 w 11269336"/>
              <a:gd name="connsiteY71" fmla="*/ 1509183 h 2323145"/>
              <a:gd name="connsiteX72" fmla="*/ 7040555 w 11269336"/>
              <a:gd name="connsiteY72" fmla="*/ 1511207 h 2323145"/>
              <a:gd name="connsiteX73" fmla="*/ 7033438 w 11269336"/>
              <a:gd name="connsiteY73" fmla="*/ 1506772 h 2323145"/>
              <a:gd name="connsiteX74" fmla="*/ 7020886 w 11269336"/>
              <a:gd name="connsiteY74" fmla="*/ 1510764 h 2323145"/>
              <a:gd name="connsiteX75" fmla="*/ 7017033 w 11269336"/>
              <a:gd name="connsiteY75" fmla="*/ 1510650 h 2323145"/>
              <a:gd name="connsiteX76" fmla="*/ 6995460 w 11269336"/>
              <a:gd name="connsiteY76" fmla="*/ 1511173 h 2323145"/>
              <a:gd name="connsiteX77" fmla="*/ 6962144 w 11269336"/>
              <a:gd name="connsiteY77" fmla="*/ 1541508 h 2323145"/>
              <a:gd name="connsiteX78" fmla="*/ 6910674 w 11269336"/>
              <a:gd name="connsiteY78" fmla="*/ 1554793 h 2323145"/>
              <a:gd name="connsiteX79" fmla="*/ 6732152 w 11269336"/>
              <a:gd name="connsiteY79" fmla="*/ 1642538 h 2323145"/>
              <a:gd name="connsiteX80" fmla="*/ 6694106 w 11269336"/>
              <a:gd name="connsiteY80" fmla="*/ 1632377 h 2323145"/>
              <a:gd name="connsiteX81" fmla="*/ 6617223 w 11269336"/>
              <a:gd name="connsiteY81" fmla="*/ 1659889 h 2323145"/>
              <a:gd name="connsiteX82" fmla="*/ 6521138 w 11269336"/>
              <a:gd name="connsiteY82" fmla="*/ 1744340 h 2323145"/>
              <a:gd name="connsiteX83" fmla="*/ 6380677 w 11269336"/>
              <a:gd name="connsiteY83" fmla="*/ 1796883 h 2323145"/>
              <a:gd name="connsiteX84" fmla="*/ 6374897 w 11269336"/>
              <a:gd name="connsiteY84" fmla="*/ 1809910 h 2323145"/>
              <a:gd name="connsiteX85" fmla="*/ 6364545 w 11269336"/>
              <a:gd name="connsiteY85" fmla="*/ 1820090 h 2323145"/>
              <a:gd name="connsiteX86" fmla="*/ 6362126 w 11269336"/>
              <a:gd name="connsiteY86" fmla="*/ 1819991 h 2323145"/>
              <a:gd name="connsiteX87" fmla="*/ 6346673 w 11269336"/>
              <a:gd name="connsiteY87" fmla="*/ 1827824 h 2323145"/>
              <a:gd name="connsiteX88" fmla="*/ 6345588 w 11269336"/>
              <a:gd name="connsiteY88" fmla="*/ 1832232 h 2323145"/>
              <a:gd name="connsiteX89" fmla="*/ 6335708 w 11269336"/>
              <a:gd name="connsiteY89" fmla="*/ 1838451 h 2323145"/>
              <a:gd name="connsiteX90" fmla="*/ 6318182 w 11269336"/>
              <a:gd name="connsiteY90" fmla="*/ 1852975 h 2323145"/>
              <a:gd name="connsiteX91" fmla="*/ 6313084 w 11269336"/>
              <a:gd name="connsiteY91" fmla="*/ 1853561 h 2323145"/>
              <a:gd name="connsiteX92" fmla="*/ 6283816 w 11269336"/>
              <a:gd name="connsiteY92" fmla="*/ 1872148 h 2323145"/>
              <a:gd name="connsiteX93" fmla="*/ 6282550 w 11269336"/>
              <a:gd name="connsiteY93" fmla="*/ 1871392 h 2323145"/>
              <a:gd name="connsiteX94" fmla="*/ 6270527 w 11269336"/>
              <a:gd name="connsiteY94" fmla="*/ 1872208 h 2323145"/>
              <a:gd name="connsiteX95" fmla="*/ 6249518 w 11269336"/>
              <a:gd name="connsiteY95" fmla="*/ 1876079 h 2323145"/>
              <a:gd name="connsiteX96" fmla="*/ 6190386 w 11269336"/>
              <a:gd name="connsiteY96" fmla="*/ 1872478 h 2323145"/>
              <a:gd name="connsiteX97" fmla="*/ 6159777 w 11269336"/>
              <a:gd name="connsiteY97" fmla="*/ 1891745 h 2323145"/>
              <a:gd name="connsiteX98" fmla="*/ 6153131 w 11269336"/>
              <a:gd name="connsiteY98" fmla="*/ 1895079 h 2323145"/>
              <a:gd name="connsiteX99" fmla="*/ 6152798 w 11269336"/>
              <a:gd name="connsiteY99" fmla="*/ 1894920 h 2323145"/>
              <a:gd name="connsiteX100" fmla="*/ 6145388 w 11269336"/>
              <a:gd name="connsiteY100" fmla="*/ 1897990 h 2323145"/>
              <a:gd name="connsiteX101" fmla="*/ 6141014 w 11269336"/>
              <a:gd name="connsiteY101" fmla="*/ 1901155 h 2323145"/>
              <a:gd name="connsiteX102" fmla="*/ 6128122 w 11269336"/>
              <a:gd name="connsiteY102" fmla="*/ 1907623 h 2323145"/>
              <a:gd name="connsiteX103" fmla="*/ 6122351 w 11269336"/>
              <a:gd name="connsiteY103" fmla="*/ 1908359 h 2323145"/>
              <a:gd name="connsiteX104" fmla="*/ 6064750 w 11269336"/>
              <a:gd name="connsiteY104" fmla="*/ 1896394 h 2323145"/>
              <a:gd name="connsiteX105" fmla="*/ 5964230 w 11269336"/>
              <a:gd name="connsiteY105" fmla="*/ 1910038 h 2323145"/>
              <a:gd name="connsiteX106" fmla="*/ 5865399 w 11269336"/>
              <a:gd name="connsiteY106" fmla="*/ 1926966 h 2323145"/>
              <a:gd name="connsiteX107" fmla="*/ 5829951 w 11269336"/>
              <a:gd name="connsiteY107" fmla="*/ 1934755 h 2323145"/>
              <a:gd name="connsiteX108" fmla="*/ 5765285 w 11269336"/>
              <a:gd name="connsiteY108" fmla="*/ 1941322 h 2323145"/>
              <a:gd name="connsiteX109" fmla="*/ 5734750 w 11269336"/>
              <a:gd name="connsiteY109" fmla="*/ 1939793 h 2323145"/>
              <a:gd name="connsiteX110" fmla="*/ 5733569 w 11269336"/>
              <a:gd name="connsiteY110" fmla="*/ 1940505 h 2323145"/>
              <a:gd name="connsiteX111" fmla="*/ 5730329 w 11269336"/>
              <a:gd name="connsiteY111" fmla="*/ 1937845 h 2323145"/>
              <a:gd name="connsiteX112" fmla="*/ 5724661 w 11269336"/>
              <a:gd name="connsiteY112" fmla="*/ 1937455 h 2323145"/>
              <a:gd name="connsiteX113" fmla="*/ 5710186 w 11269336"/>
              <a:gd name="connsiteY113" fmla="*/ 1941370 h 2323145"/>
              <a:gd name="connsiteX114" fmla="*/ 5704910 w 11269336"/>
              <a:gd name="connsiteY114" fmla="*/ 1943663 h 2323145"/>
              <a:gd name="connsiteX115" fmla="*/ 5696836 w 11269336"/>
              <a:gd name="connsiteY115" fmla="*/ 1945271 h 2323145"/>
              <a:gd name="connsiteX116" fmla="*/ 5696583 w 11269336"/>
              <a:gd name="connsiteY116" fmla="*/ 1945050 h 2323145"/>
              <a:gd name="connsiteX117" fmla="*/ 5689123 w 11269336"/>
              <a:gd name="connsiteY117" fmla="*/ 1947067 h 2323145"/>
              <a:gd name="connsiteX118" fmla="*/ 5653291 w 11269336"/>
              <a:gd name="connsiteY118" fmla="*/ 1960245 h 2323145"/>
              <a:gd name="connsiteX119" fmla="*/ 5599385 w 11269336"/>
              <a:gd name="connsiteY119" fmla="*/ 1945198 h 2323145"/>
              <a:gd name="connsiteX120" fmla="*/ 5578300 w 11269336"/>
              <a:gd name="connsiteY120" fmla="*/ 1944963 h 2323145"/>
              <a:gd name="connsiteX121" fmla="*/ 5566758 w 11269336"/>
              <a:gd name="connsiteY121" fmla="*/ 1943441 h 2323145"/>
              <a:gd name="connsiteX122" fmla="*/ 5565857 w 11269336"/>
              <a:gd name="connsiteY122" fmla="*/ 1942445 h 2323145"/>
              <a:gd name="connsiteX123" fmla="*/ 5531534 w 11269336"/>
              <a:gd name="connsiteY123" fmla="*/ 1955208 h 2323145"/>
              <a:gd name="connsiteX124" fmla="*/ 5526552 w 11269336"/>
              <a:gd name="connsiteY124" fmla="*/ 1954799 h 2323145"/>
              <a:gd name="connsiteX125" fmla="*/ 5504723 w 11269336"/>
              <a:gd name="connsiteY125" fmla="*/ 1965811 h 2323145"/>
              <a:gd name="connsiteX126" fmla="*/ 5493156 w 11269336"/>
              <a:gd name="connsiteY126" fmla="*/ 1970063 h 2323145"/>
              <a:gd name="connsiteX127" fmla="*/ 5490486 w 11269336"/>
              <a:gd name="connsiteY127" fmla="*/ 1974227 h 2323145"/>
              <a:gd name="connsiteX128" fmla="*/ 5473107 w 11269336"/>
              <a:gd name="connsiteY128" fmla="*/ 1979001 h 2323145"/>
              <a:gd name="connsiteX129" fmla="*/ 5470885 w 11269336"/>
              <a:gd name="connsiteY129" fmla="*/ 1978432 h 2323145"/>
              <a:gd name="connsiteX130" fmla="*/ 5457393 w 11269336"/>
              <a:gd name="connsiteY130" fmla="*/ 1986525 h 2323145"/>
              <a:gd name="connsiteX131" fmla="*/ 5447102 w 11269336"/>
              <a:gd name="connsiteY131" fmla="*/ 1998329 h 2323145"/>
              <a:gd name="connsiteX132" fmla="*/ 5159151 w 11269336"/>
              <a:gd name="connsiteY132" fmla="*/ 2029640 h 2323145"/>
              <a:gd name="connsiteX133" fmla="*/ 5098838 w 11269336"/>
              <a:gd name="connsiteY133" fmla="*/ 2062961 h 2323145"/>
              <a:gd name="connsiteX134" fmla="*/ 4860988 w 11269336"/>
              <a:gd name="connsiteY134" fmla="*/ 2135698 h 2323145"/>
              <a:gd name="connsiteX135" fmla="*/ 4765388 w 11269336"/>
              <a:gd name="connsiteY135" fmla="*/ 2162525 h 2323145"/>
              <a:gd name="connsiteX136" fmla="*/ 4745033 w 11269336"/>
              <a:gd name="connsiteY136" fmla="*/ 2158859 h 2323145"/>
              <a:gd name="connsiteX137" fmla="*/ 4741475 w 11269336"/>
              <a:gd name="connsiteY137" fmla="*/ 2157998 h 2323145"/>
              <a:gd name="connsiteX138" fmla="*/ 4728247 w 11269336"/>
              <a:gd name="connsiteY138" fmla="*/ 2159526 h 2323145"/>
              <a:gd name="connsiteX139" fmla="*/ 4723263 w 11269336"/>
              <a:gd name="connsiteY139" fmla="*/ 2153742 h 2323145"/>
              <a:gd name="connsiteX140" fmla="*/ 4593061 w 11269336"/>
              <a:gd name="connsiteY140" fmla="*/ 2171597 h 2323145"/>
              <a:gd name="connsiteX141" fmla="*/ 4533444 w 11269336"/>
              <a:gd name="connsiteY141" fmla="*/ 2181200 h 2323145"/>
              <a:gd name="connsiteX142" fmla="*/ 4492832 w 11269336"/>
              <a:gd name="connsiteY142" fmla="*/ 2188033 h 2323145"/>
              <a:gd name="connsiteX143" fmla="*/ 4467257 w 11269336"/>
              <a:gd name="connsiteY143" fmla="*/ 2196121 h 2323145"/>
              <a:gd name="connsiteX144" fmla="*/ 4405765 w 11269336"/>
              <a:gd name="connsiteY144" fmla="*/ 2199902 h 2323145"/>
              <a:gd name="connsiteX145" fmla="*/ 4401354 w 11269336"/>
              <a:gd name="connsiteY145" fmla="*/ 2194745 h 2323145"/>
              <a:gd name="connsiteX146" fmla="*/ 4366646 w 11269336"/>
              <a:gd name="connsiteY146" fmla="*/ 2198564 h 2323145"/>
              <a:gd name="connsiteX147" fmla="*/ 4354009 w 11269336"/>
              <a:gd name="connsiteY147" fmla="*/ 2204984 h 2323145"/>
              <a:gd name="connsiteX148" fmla="*/ 4348284 w 11269336"/>
              <a:gd name="connsiteY148" fmla="*/ 2205270 h 2323145"/>
              <a:gd name="connsiteX149" fmla="*/ 4333906 w 11269336"/>
              <a:gd name="connsiteY149" fmla="*/ 2205251 h 2323145"/>
              <a:gd name="connsiteX150" fmla="*/ 4308819 w 11269336"/>
              <a:gd name="connsiteY150" fmla="*/ 2203822 h 2323145"/>
              <a:gd name="connsiteX151" fmla="*/ 4301210 w 11269336"/>
              <a:gd name="connsiteY151" fmla="*/ 2204456 h 2323145"/>
              <a:gd name="connsiteX152" fmla="*/ 4283095 w 11269336"/>
              <a:gd name="connsiteY152" fmla="*/ 2198177 h 2323145"/>
              <a:gd name="connsiteX153" fmla="*/ 4250119 w 11269336"/>
              <a:gd name="connsiteY153" fmla="*/ 2196342 h 2323145"/>
              <a:gd name="connsiteX154" fmla="*/ 4189203 w 11269336"/>
              <a:gd name="connsiteY154" fmla="*/ 2178994 h 2323145"/>
              <a:gd name="connsiteX155" fmla="*/ 4154035 w 11269336"/>
              <a:gd name="connsiteY155" fmla="*/ 2171950 h 2323145"/>
              <a:gd name="connsiteX156" fmla="*/ 4129569 w 11269336"/>
              <a:gd name="connsiteY156" fmla="*/ 2163850 h 2323145"/>
              <a:gd name="connsiteX157" fmla="*/ 4061250 w 11269336"/>
              <a:gd name="connsiteY157" fmla="*/ 2159236 h 2323145"/>
              <a:gd name="connsiteX158" fmla="*/ 3945480 w 11269336"/>
              <a:gd name="connsiteY158" fmla="*/ 2158279 h 2323145"/>
              <a:gd name="connsiteX159" fmla="*/ 3921468 w 11269336"/>
              <a:gd name="connsiteY159" fmla="*/ 2156588 h 2323145"/>
              <a:gd name="connsiteX160" fmla="*/ 3903348 w 11269336"/>
              <a:gd name="connsiteY160" fmla="*/ 2149220 h 2323145"/>
              <a:gd name="connsiteX161" fmla="*/ 3901342 w 11269336"/>
              <a:gd name="connsiteY161" fmla="*/ 2142355 h 2323145"/>
              <a:gd name="connsiteX162" fmla="*/ 3888539 w 11269336"/>
              <a:gd name="connsiteY162" fmla="*/ 2140476 h 2323145"/>
              <a:gd name="connsiteX163" fmla="*/ 3885662 w 11269336"/>
              <a:gd name="connsiteY163" fmla="*/ 2138740 h 2323145"/>
              <a:gd name="connsiteX164" fmla="*/ 3868627 w 11269336"/>
              <a:gd name="connsiteY164" fmla="*/ 2130023 h 2323145"/>
              <a:gd name="connsiteX165" fmla="*/ 3819177 w 11269336"/>
              <a:gd name="connsiteY165" fmla="*/ 2142111 h 2323145"/>
              <a:gd name="connsiteX166" fmla="*/ 3769100 w 11269336"/>
              <a:gd name="connsiteY166" fmla="*/ 2131731 h 2323145"/>
              <a:gd name="connsiteX167" fmla="*/ 3562752 w 11269336"/>
              <a:gd name="connsiteY167" fmla="*/ 2131785 h 2323145"/>
              <a:gd name="connsiteX168" fmla="*/ 3541402 w 11269336"/>
              <a:gd name="connsiteY168" fmla="*/ 2106821 h 2323145"/>
              <a:gd name="connsiteX169" fmla="*/ 3365341 w 11269336"/>
              <a:gd name="connsiteY169" fmla="*/ 2077638 h 2323145"/>
              <a:gd name="connsiteX170" fmla="*/ 3170922 w 11269336"/>
              <a:gd name="connsiteY170" fmla="*/ 2115957 h 2323145"/>
              <a:gd name="connsiteX171" fmla="*/ 3156256 w 11269336"/>
              <a:gd name="connsiteY171" fmla="*/ 2124773 h 2323145"/>
              <a:gd name="connsiteX172" fmla="*/ 3140298 w 11269336"/>
              <a:gd name="connsiteY172" fmla="*/ 2129182 h 2323145"/>
              <a:gd name="connsiteX173" fmla="*/ 3138514 w 11269336"/>
              <a:gd name="connsiteY173" fmla="*/ 2128069 h 2323145"/>
              <a:gd name="connsiteX174" fmla="*/ 3120467 w 11269336"/>
              <a:gd name="connsiteY174" fmla="*/ 2128281 h 2323145"/>
              <a:gd name="connsiteX175" fmla="*/ 3116175 w 11269336"/>
              <a:gd name="connsiteY175" fmla="*/ 2131633 h 2323145"/>
              <a:gd name="connsiteX176" fmla="*/ 3103685 w 11269336"/>
              <a:gd name="connsiteY176" fmla="*/ 2132814 h 2323145"/>
              <a:gd name="connsiteX177" fmla="*/ 3078794 w 11269336"/>
              <a:gd name="connsiteY177" fmla="*/ 2137935 h 2323145"/>
              <a:gd name="connsiteX178" fmla="*/ 3074407 w 11269336"/>
              <a:gd name="connsiteY178" fmla="*/ 2136274 h 2323145"/>
              <a:gd name="connsiteX179" fmla="*/ 3037285 w 11269336"/>
              <a:gd name="connsiteY179" fmla="*/ 2139919 h 2323145"/>
              <a:gd name="connsiteX180" fmla="*/ 3036901 w 11269336"/>
              <a:gd name="connsiteY180" fmla="*/ 2138726 h 2323145"/>
              <a:gd name="connsiteX181" fmla="*/ 3026996 w 11269336"/>
              <a:gd name="connsiteY181" fmla="*/ 2134322 h 2323145"/>
              <a:gd name="connsiteX182" fmla="*/ 3007772 w 11269336"/>
              <a:gd name="connsiteY182" fmla="*/ 2128742 h 2323145"/>
              <a:gd name="connsiteX183" fmla="*/ 2965030 w 11269336"/>
              <a:gd name="connsiteY183" fmla="*/ 2100494 h 2323145"/>
              <a:gd name="connsiteX184" fmla="*/ 2926342 w 11269336"/>
              <a:gd name="connsiteY184" fmla="*/ 2104155 h 2323145"/>
              <a:gd name="connsiteX185" fmla="*/ 2918608 w 11269336"/>
              <a:gd name="connsiteY185" fmla="*/ 2104215 h 2323145"/>
              <a:gd name="connsiteX186" fmla="*/ 2918475 w 11269336"/>
              <a:gd name="connsiteY186" fmla="*/ 2103937 h 2323145"/>
              <a:gd name="connsiteX187" fmla="*/ 2910360 w 11269336"/>
              <a:gd name="connsiteY187" fmla="*/ 2103444 h 2323145"/>
              <a:gd name="connsiteX188" fmla="*/ 2904507 w 11269336"/>
              <a:gd name="connsiteY188" fmla="*/ 2104326 h 2323145"/>
              <a:gd name="connsiteX189" fmla="*/ 2889503 w 11269336"/>
              <a:gd name="connsiteY189" fmla="*/ 2104443 h 2323145"/>
              <a:gd name="connsiteX190" fmla="*/ 2884480 w 11269336"/>
              <a:gd name="connsiteY190" fmla="*/ 2102626 h 2323145"/>
              <a:gd name="connsiteX191" fmla="*/ 2882689 w 11269336"/>
              <a:gd name="connsiteY191" fmla="*/ 2099228 h 2323145"/>
              <a:gd name="connsiteX192" fmla="*/ 2881291 w 11269336"/>
              <a:gd name="connsiteY192" fmla="*/ 2099618 h 2323145"/>
              <a:gd name="connsiteX193" fmla="*/ 2853979 w 11269336"/>
              <a:gd name="connsiteY193" fmla="*/ 2090388 h 2323145"/>
              <a:gd name="connsiteX194" fmla="*/ 2791790 w 11269336"/>
              <a:gd name="connsiteY194" fmla="*/ 2080332 h 2323145"/>
              <a:gd name="connsiteX195" fmla="*/ 2755844 w 11269336"/>
              <a:gd name="connsiteY195" fmla="*/ 2078874 h 2323145"/>
              <a:gd name="connsiteX196" fmla="*/ 2657742 w 11269336"/>
              <a:gd name="connsiteY196" fmla="*/ 2070179 h 2323145"/>
              <a:gd name="connsiteX197" fmla="*/ 2559549 w 11269336"/>
              <a:gd name="connsiteY197" fmla="*/ 2057873 h 2323145"/>
              <a:gd name="connsiteX198" fmla="*/ 2512054 w 11269336"/>
              <a:gd name="connsiteY198" fmla="*/ 2031671 h 2323145"/>
              <a:gd name="connsiteX199" fmla="*/ 2506437 w 11269336"/>
              <a:gd name="connsiteY199" fmla="*/ 2030918 h 2323145"/>
              <a:gd name="connsiteX200" fmla="*/ 2491752 w 11269336"/>
              <a:gd name="connsiteY200" fmla="*/ 2033906 h 2323145"/>
              <a:gd name="connsiteX201" fmla="*/ 2486338 w 11269336"/>
              <a:gd name="connsiteY201" fmla="*/ 2035862 h 2323145"/>
              <a:gd name="connsiteX202" fmla="*/ 2478186 w 11269336"/>
              <a:gd name="connsiteY202" fmla="*/ 2036953 h 2323145"/>
              <a:gd name="connsiteX203" fmla="*/ 2477950 w 11269336"/>
              <a:gd name="connsiteY203" fmla="*/ 2036715 h 2323145"/>
              <a:gd name="connsiteX204" fmla="*/ 2470381 w 11269336"/>
              <a:gd name="connsiteY204" fmla="*/ 2038256 h 2323145"/>
              <a:gd name="connsiteX205" fmla="*/ 2433781 w 11269336"/>
              <a:gd name="connsiteY205" fmla="*/ 2049140 h 2323145"/>
              <a:gd name="connsiteX206" fmla="*/ 2381172 w 11269336"/>
              <a:gd name="connsiteY206" fmla="*/ 2030645 h 2323145"/>
              <a:gd name="connsiteX207" fmla="*/ 2360198 w 11269336"/>
              <a:gd name="connsiteY207" fmla="*/ 2029059 h 2323145"/>
              <a:gd name="connsiteX208" fmla="*/ 2348815 w 11269336"/>
              <a:gd name="connsiteY208" fmla="*/ 2026798 h 2323145"/>
              <a:gd name="connsiteX209" fmla="*/ 2347988 w 11269336"/>
              <a:gd name="connsiteY209" fmla="*/ 2025745 h 2323145"/>
              <a:gd name="connsiteX210" fmla="*/ 2312920 w 11269336"/>
              <a:gd name="connsiteY210" fmla="*/ 2036311 h 2323145"/>
              <a:gd name="connsiteX211" fmla="*/ 2307986 w 11269336"/>
              <a:gd name="connsiteY211" fmla="*/ 2035583 h 2323145"/>
              <a:gd name="connsiteX212" fmla="*/ 2285481 w 11269336"/>
              <a:gd name="connsiteY212" fmla="*/ 2045197 h 2323145"/>
              <a:gd name="connsiteX213" fmla="*/ 2273666 w 11269336"/>
              <a:gd name="connsiteY213" fmla="*/ 2048710 h 2323145"/>
              <a:gd name="connsiteX214" fmla="*/ 2270719 w 11269336"/>
              <a:gd name="connsiteY214" fmla="*/ 2052702 h 2323145"/>
              <a:gd name="connsiteX215" fmla="*/ 2253080 w 11269336"/>
              <a:gd name="connsiteY215" fmla="*/ 2056363 h 2323145"/>
              <a:gd name="connsiteX216" fmla="*/ 2250906 w 11269336"/>
              <a:gd name="connsiteY216" fmla="*/ 2055654 h 2323145"/>
              <a:gd name="connsiteX217" fmla="*/ 2236905 w 11269336"/>
              <a:gd name="connsiteY217" fmla="*/ 2062882 h 2323145"/>
              <a:gd name="connsiteX218" fmla="*/ 2225830 w 11269336"/>
              <a:gd name="connsiteY218" fmla="*/ 2074027 h 2323145"/>
              <a:gd name="connsiteX219" fmla="*/ 2073776 w 11269336"/>
              <a:gd name="connsiteY219" fmla="*/ 2089244 h 2323145"/>
              <a:gd name="connsiteX220" fmla="*/ 1948256 w 11269336"/>
              <a:gd name="connsiteY220" fmla="*/ 2146616 h 2323145"/>
              <a:gd name="connsiteX221" fmla="*/ 1865582 w 11269336"/>
              <a:gd name="connsiteY221" fmla="*/ 2153738 h 2323145"/>
              <a:gd name="connsiteX222" fmla="*/ 1835210 w 11269336"/>
              <a:gd name="connsiteY222" fmla="*/ 2134244 h 2323145"/>
              <a:gd name="connsiteX223" fmla="*/ 1632661 w 11269336"/>
              <a:gd name="connsiteY223" fmla="*/ 2173882 h 2323145"/>
              <a:gd name="connsiteX224" fmla="*/ 1579590 w 11269336"/>
              <a:gd name="connsiteY224" fmla="*/ 2173680 h 2323145"/>
              <a:gd name="connsiteX225" fmla="*/ 1535601 w 11269336"/>
              <a:gd name="connsiteY225" fmla="*/ 2194590 h 2323145"/>
              <a:gd name="connsiteX226" fmla="*/ 1515594 w 11269336"/>
              <a:gd name="connsiteY226" fmla="*/ 2189622 h 2323145"/>
              <a:gd name="connsiteX227" fmla="*/ 1512113 w 11269336"/>
              <a:gd name="connsiteY227" fmla="*/ 2188534 h 2323145"/>
              <a:gd name="connsiteX228" fmla="*/ 1498838 w 11269336"/>
              <a:gd name="connsiteY228" fmla="*/ 2189213 h 2323145"/>
              <a:gd name="connsiteX229" fmla="*/ 1494279 w 11269336"/>
              <a:gd name="connsiteY229" fmla="*/ 2183112 h 2323145"/>
              <a:gd name="connsiteX230" fmla="*/ 1473714 w 11269336"/>
              <a:gd name="connsiteY230" fmla="*/ 2179625 h 2323145"/>
              <a:gd name="connsiteX231" fmla="*/ 1449503 w 11269336"/>
              <a:gd name="connsiteY231" fmla="*/ 2182633 h 2323145"/>
              <a:gd name="connsiteX232" fmla="*/ 1266687 w 11269336"/>
              <a:gd name="connsiteY232" fmla="*/ 2212688 h 2323145"/>
              <a:gd name="connsiteX233" fmla="*/ 1239614 w 11269336"/>
              <a:gd name="connsiteY233" fmla="*/ 2209727 h 2323145"/>
              <a:gd name="connsiteX234" fmla="*/ 1202436 w 11269336"/>
              <a:gd name="connsiteY234" fmla="*/ 2209817 h 2323145"/>
              <a:gd name="connsiteX235" fmla="*/ 1136097 w 11269336"/>
              <a:gd name="connsiteY235" fmla="*/ 2205112 h 2323145"/>
              <a:gd name="connsiteX236" fmla="*/ 988232 w 11269336"/>
              <a:gd name="connsiteY236" fmla="*/ 2235635 h 2323145"/>
              <a:gd name="connsiteX237" fmla="*/ 981959 w 11269336"/>
              <a:gd name="connsiteY237" fmla="*/ 2231607 h 2323145"/>
              <a:gd name="connsiteX238" fmla="*/ 938600 w 11269336"/>
              <a:gd name="connsiteY238" fmla="*/ 2238113 h 2323145"/>
              <a:gd name="connsiteX239" fmla="*/ 791788 w 11269336"/>
              <a:gd name="connsiteY239" fmla="*/ 2293224 h 2323145"/>
              <a:gd name="connsiteX240" fmla="*/ 706914 w 11269336"/>
              <a:gd name="connsiteY240" fmla="*/ 2305046 h 2323145"/>
              <a:gd name="connsiteX241" fmla="*/ 675971 w 11269336"/>
              <a:gd name="connsiteY241" fmla="*/ 2304030 h 2323145"/>
              <a:gd name="connsiteX242" fmla="*/ 624180 w 11269336"/>
              <a:gd name="connsiteY242" fmla="*/ 2302650 h 2323145"/>
              <a:gd name="connsiteX243" fmla="*/ 583453 w 11269336"/>
              <a:gd name="connsiteY243" fmla="*/ 2288788 h 2323145"/>
              <a:gd name="connsiteX244" fmla="*/ 540946 w 11269336"/>
              <a:gd name="connsiteY244" fmla="*/ 2292721 h 2323145"/>
              <a:gd name="connsiteX245" fmla="*/ 533680 w 11269336"/>
              <a:gd name="connsiteY245" fmla="*/ 2310233 h 2323145"/>
              <a:gd name="connsiteX246" fmla="*/ 487366 w 11269336"/>
              <a:gd name="connsiteY246" fmla="*/ 2309053 h 2323145"/>
              <a:gd name="connsiteX247" fmla="*/ 416820 w 11269336"/>
              <a:gd name="connsiteY247" fmla="*/ 2305443 h 2323145"/>
              <a:gd name="connsiteX248" fmla="*/ 376805 w 11269336"/>
              <a:gd name="connsiteY248" fmla="*/ 2307647 h 2323145"/>
              <a:gd name="connsiteX249" fmla="*/ 266777 w 11269336"/>
              <a:gd name="connsiteY249" fmla="*/ 2309012 h 2323145"/>
              <a:gd name="connsiteX250" fmla="*/ 156013 w 11269336"/>
              <a:gd name="connsiteY250" fmla="*/ 2306832 h 2323145"/>
              <a:gd name="connsiteX251" fmla="*/ 87258 w 11269336"/>
              <a:gd name="connsiteY251" fmla="*/ 2285511 h 2323145"/>
              <a:gd name="connsiteX252" fmla="*/ 23798 w 11269336"/>
              <a:gd name="connsiteY252" fmla="*/ 2281822 h 2323145"/>
              <a:gd name="connsiteX253" fmla="*/ 0 w 11269336"/>
              <a:gd name="connsiteY253" fmla="*/ 2285369 h 2323145"/>
              <a:gd name="connsiteX254" fmla="*/ 0 w 11269336"/>
              <a:gd name="connsiteY254"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561575 w 11269336"/>
              <a:gd name="connsiteY19" fmla="*/ 559978 h 2323145"/>
              <a:gd name="connsiteX20" fmla="*/ 9162278 w 11269336"/>
              <a:gd name="connsiteY20" fmla="*/ 704724 h 2323145"/>
              <a:gd name="connsiteX21" fmla="*/ 9062863 w 11269336"/>
              <a:gd name="connsiteY21" fmla="*/ 754656 h 2323145"/>
              <a:gd name="connsiteX22" fmla="*/ 8914746 w 11269336"/>
              <a:gd name="connsiteY22" fmla="*/ 826428 h 2323145"/>
              <a:gd name="connsiteX23" fmla="*/ 8917778 w 11269336"/>
              <a:gd name="connsiteY23" fmla="*/ 835198 h 2323145"/>
              <a:gd name="connsiteX24" fmla="*/ 8905560 w 11269336"/>
              <a:gd name="connsiteY24" fmla="*/ 838358 h 2323145"/>
              <a:gd name="connsiteX25" fmla="*/ 8897564 w 11269336"/>
              <a:gd name="connsiteY25" fmla="*/ 834287 h 2323145"/>
              <a:gd name="connsiteX26" fmla="*/ 8878040 w 11269336"/>
              <a:gd name="connsiteY26" fmla="*/ 844150 h 2323145"/>
              <a:gd name="connsiteX27" fmla="*/ 8795998 w 11269336"/>
              <a:gd name="connsiteY27" fmla="*/ 863337 h 2323145"/>
              <a:gd name="connsiteX28" fmla="*/ 8776970 w 11269336"/>
              <a:gd name="connsiteY28" fmla="*/ 885177 h 2323145"/>
              <a:gd name="connsiteX29" fmla="*/ 8755719 w 11269336"/>
              <a:gd name="connsiteY29" fmla="*/ 889754 h 2323145"/>
              <a:gd name="connsiteX30" fmla="*/ 8743257 w 11269336"/>
              <a:gd name="connsiteY30" fmla="*/ 904723 h 2323145"/>
              <a:gd name="connsiteX31" fmla="*/ 8721366 w 11269336"/>
              <a:gd name="connsiteY31" fmla="*/ 904711 h 2323145"/>
              <a:gd name="connsiteX32" fmla="*/ 8678353 w 11269336"/>
              <a:gd name="connsiteY32" fmla="*/ 926318 h 2323145"/>
              <a:gd name="connsiteX33" fmla="*/ 8636849 w 11269336"/>
              <a:gd name="connsiteY33" fmla="*/ 937900 h 2323145"/>
              <a:gd name="connsiteX34" fmla="*/ 8620213 w 11269336"/>
              <a:gd name="connsiteY34" fmla="*/ 943068 h 2323145"/>
              <a:gd name="connsiteX35" fmla="*/ 8612581 w 11269336"/>
              <a:gd name="connsiteY35" fmla="*/ 952695 h 2323145"/>
              <a:gd name="connsiteX36" fmla="*/ 8589038 w 11269336"/>
              <a:gd name="connsiteY36" fmla="*/ 963892 h 2323145"/>
              <a:gd name="connsiteX37" fmla="*/ 8579950 w 11269336"/>
              <a:gd name="connsiteY37" fmla="*/ 960899 h 2323145"/>
              <a:gd name="connsiteX38" fmla="*/ 8579319 w 11269336"/>
              <a:gd name="connsiteY38" fmla="*/ 965630 h 2323145"/>
              <a:gd name="connsiteX39" fmla="*/ 8547429 w 11269336"/>
              <a:gd name="connsiteY39" fmla="*/ 984506 h 2323145"/>
              <a:gd name="connsiteX40" fmla="*/ 8478704 w 11269336"/>
              <a:gd name="connsiteY40" fmla="*/ 1025490 h 2323145"/>
              <a:gd name="connsiteX41" fmla="*/ 8461421 w 11269336"/>
              <a:gd name="connsiteY41" fmla="*/ 1035512 h 2323145"/>
              <a:gd name="connsiteX42" fmla="*/ 8445003 w 11269336"/>
              <a:gd name="connsiteY42" fmla="*/ 1036851 h 2323145"/>
              <a:gd name="connsiteX43" fmla="*/ 8357350 w 11269336"/>
              <a:gd name="connsiteY43" fmla="*/ 1060213 h 2323145"/>
              <a:gd name="connsiteX44" fmla="*/ 8335565 w 11269336"/>
              <a:gd name="connsiteY44" fmla="*/ 1061151 h 2323145"/>
              <a:gd name="connsiteX45" fmla="*/ 8325267 w 11269336"/>
              <a:gd name="connsiteY45" fmla="*/ 1055919 h 2323145"/>
              <a:gd name="connsiteX46" fmla="*/ 8293586 w 11269336"/>
              <a:gd name="connsiteY46" fmla="*/ 1076144 h 2323145"/>
              <a:gd name="connsiteX47" fmla="*/ 8242405 w 11269336"/>
              <a:gd name="connsiteY47" fmla="*/ 1095960 h 2323145"/>
              <a:gd name="connsiteX48" fmla="*/ 8197391 w 11269336"/>
              <a:gd name="connsiteY48" fmla="*/ 1107746 h 2323145"/>
              <a:gd name="connsiteX49" fmla="*/ 8081474 w 11269336"/>
              <a:gd name="connsiteY49" fmla="*/ 1130125 h 2323145"/>
              <a:gd name="connsiteX50" fmla="*/ 8053585 w 11269336"/>
              <a:gd name="connsiteY50" fmla="*/ 1129169 h 2323145"/>
              <a:gd name="connsiteX51" fmla="*/ 8038422 w 11269336"/>
              <a:gd name="connsiteY51" fmla="*/ 1119092 h 2323145"/>
              <a:gd name="connsiteX52" fmla="*/ 8029450 w 11269336"/>
              <a:gd name="connsiteY52" fmla="*/ 1125592 h 2323145"/>
              <a:gd name="connsiteX53" fmla="*/ 7959552 w 11269336"/>
              <a:gd name="connsiteY53" fmla="*/ 1140188 h 2323145"/>
              <a:gd name="connsiteX54" fmla="*/ 7914188 w 11269336"/>
              <a:gd name="connsiteY54" fmla="*/ 1150862 h 2323145"/>
              <a:gd name="connsiteX55" fmla="*/ 7914918 w 11269336"/>
              <a:gd name="connsiteY55" fmla="*/ 1168758 h 2323145"/>
              <a:gd name="connsiteX56" fmla="*/ 7875510 w 11269336"/>
              <a:gd name="connsiteY56" fmla="*/ 1183153 h 2323145"/>
              <a:gd name="connsiteX57" fmla="*/ 7829932 w 11269336"/>
              <a:gd name="connsiteY57" fmla="*/ 1180782 h 2323145"/>
              <a:gd name="connsiteX58" fmla="*/ 7779182 w 11269336"/>
              <a:gd name="connsiteY58" fmla="*/ 1192665 h 2323145"/>
              <a:gd name="connsiteX59" fmla="*/ 7748774 w 11269336"/>
              <a:gd name="connsiteY59" fmla="*/ 1199586 h 2323145"/>
              <a:gd name="connsiteX60" fmla="*/ 7671846 w 11269336"/>
              <a:gd name="connsiteY60" fmla="*/ 1231966 h 2323145"/>
              <a:gd name="connsiteX61" fmla="*/ 7554146 w 11269336"/>
              <a:gd name="connsiteY61" fmla="*/ 1319748 h 2323145"/>
              <a:gd name="connsiteX62" fmla="*/ 7515052 w 11269336"/>
              <a:gd name="connsiteY62" fmla="*/ 1336718 h 2323145"/>
              <a:gd name="connsiteX63" fmla="*/ 7507193 w 11269336"/>
              <a:gd name="connsiteY63" fmla="*/ 1334617 h 2323145"/>
              <a:gd name="connsiteX64" fmla="*/ 7461694 w 11269336"/>
              <a:gd name="connsiteY64" fmla="*/ 1375866 h 2323145"/>
              <a:gd name="connsiteX65" fmla="*/ 7377571 w 11269336"/>
              <a:gd name="connsiteY65" fmla="*/ 1400128 h 2323145"/>
              <a:gd name="connsiteX66" fmla="*/ 7311261 w 11269336"/>
              <a:gd name="connsiteY66" fmla="*/ 1412652 h 2323145"/>
              <a:gd name="connsiteX67" fmla="*/ 7275307 w 11269336"/>
              <a:gd name="connsiteY67" fmla="*/ 1422171 h 2323145"/>
              <a:gd name="connsiteX68" fmla="*/ 7247783 w 11269336"/>
              <a:gd name="connsiteY68" fmla="*/ 1426330 h 2323145"/>
              <a:gd name="connsiteX69" fmla="*/ 7185047 w 11269336"/>
              <a:gd name="connsiteY69" fmla="*/ 1451812 h 2323145"/>
              <a:gd name="connsiteX70" fmla="*/ 7084117 w 11269336"/>
              <a:gd name="connsiteY70" fmla="*/ 1500281 h 2323145"/>
              <a:gd name="connsiteX71" fmla="*/ 7062011 w 11269336"/>
              <a:gd name="connsiteY71" fmla="*/ 1509183 h 2323145"/>
              <a:gd name="connsiteX72" fmla="*/ 7040555 w 11269336"/>
              <a:gd name="connsiteY72" fmla="*/ 1511207 h 2323145"/>
              <a:gd name="connsiteX73" fmla="*/ 7033438 w 11269336"/>
              <a:gd name="connsiteY73" fmla="*/ 1506772 h 2323145"/>
              <a:gd name="connsiteX74" fmla="*/ 7020886 w 11269336"/>
              <a:gd name="connsiteY74" fmla="*/ 1510764 h 2323145"/>
              <a:gd name="connsiteX75" fmla="*/ 7017033 w 11269336"/>
              <a:gd name="connsiteY75" fmla="*/ 1510650 h 2323145"/>
              <a:gd name="connsiteX76" fmla="*/ 6995460 w 11269336"/>
              <a:gd name="connsiteY76" fmla="*/ 1511173 h 2323145"/>
              <a:gd name="connsiteX77" fmla="*/ 6962144 w 11269336"/>
              <a:gd name="connsiteY77" fmla="*/ 1541508 h 2323145"/>
              <a:gd name="connsiteX78" fmla="*/ 6910674 w 11269336"/>
              <a:gd name="connsiteY78" fmla="*/ 1554793 h 2323145"/>
              <a:gd name="connsiteX79" fmla="*/ 6732152 w 11269336"/>
              <a:gd name="connsiteY79" fmla="*/ 1642538 h 2323145"/>
              <a:gd name="connsiteX80" fmla="*/ 6694106 w 11269336"/>
              <a:gd name="connsiteY80" fmla="*/ 1632377 h 2323145"/>
              <a:gd name="connsiteX81" fmla="*/ 6617223 w 11269336"/>
              <a:gd name="connsiteY81" fmla="*/ 1659889 h 2323145"/>
              <a:gd name="connsiteX82" fmla="*/ 6521138 w 11269336"/>
              <a:gd name="connsiteY82" fmla="*/ 1744340 h 2323145"/>
              <a:gd name="connsiteX83" fmla="*/ 6380677 w 11269336"/>
              <a:gd name="connsiteY83" fmla="*/ 1796883 h 2323145"/>
              <a:gd name="connsiteX84" fmla="*/ 6374897 w 11269336"/>
              <a:gd name="connsiteY84" fmla="*/ 1809910 h 2323145"/>
              <a:gd name="connsiteX85" fmla="*/ 6364545 w 11269336"/>
              <a:gd name="connsiteY85" fmla="*/ 1820090 h 2323145"/>
              <a:gd name="connsiteX86" fmla="*/ 6362126 w 11269336"/>
              <a:gd name="connsiteY86" fmla="*/ 1819991 h 2323145"/>
              <a:gd name="connsiteX87" fmla="*/ 6346673 w 11269336"/>
              <a:gd name="connsiteY87" fmla="*/ 1827824 h 2323145"/>
              <a:gd name="connsiteX88" fmla="*/ 6345588 w 11269336"/>
              <a:gd name="connsiteY88" fmla="*/ 1832232 h 2323145"/>
              <a:gd name="connsiteX89" fmla="*/ 6335708 w 11269336"/>
              <a:gd name="connsiteY89" fmla="*/ 1838451 h 2323145"/>
              <a:gd name="connsiteX90" fmla="*/ 6318182 w 11269336"/>
              <a:gd name="connsiteY90" fmla="*/ 1852975 h 2323145"/>
              <a:gd name="connsiteX91" fmla="*/ 6313084 w 11269336"/>
              <a:gd name="connsiteY91" fmla="*/ 1853561 h 2323145"/>
              <a:gd name="connsiteX92" fmla="*/ 6283816 w 11269336"/>
              <a:gd name="connsiteY92" fmla="*/ 1872148 h 2323145"/>
              <a:gd name="connsiteX93" fmla="*/ 6282550 w 11269336"/>
              <a:gd name="connsiteY93" fmla="*/ 1871392 h 2323145"/>
              <a:gd name="connsiteX94" fmla="*/ 6270527 w 11269336"/>
              <a:gd name="connsiteY94" fmla="*/ 1872208 h 2323145"/>
              <a:gd name="connsiteX95" fmla="*/ 6249518 w 11269336"/>
              <a:gd name="connsiteY95" fmla="*/ 1876079 h 2323145"/>
              <a:gd name="connsiteX96" fmla="*/ 6190386 w 11269336"/>
              <a:gd name="connsiteY96" fmla="*/ 1872478 h 2323145"/>
              <a:gd name="connsiteX97" fmla="*/ 6159777 w 11269336"/>
              <a:gd name="connsiteY97" fmla="*/ 1891745 h 2323145"/>
              <a:gd name="connsiteX98" fmla="*/ 6153131 w 11269336"/>
              <a:gd name="connsiteY98" fmla="*/ 1895079 h 2323145"/>
              <a:gd name="connsiteX99" fmla="*/ 6152798 w 11269336"/>
              <a:gd name="connsiteY99" fmla="*/ 1894920 h 2323145"/>
              <a:gd name="connsiteX100" fmla="*/ 6145388 w 11269336"/>
              <a:gd name="connsiteY100" fmla="*/ 1897990 h 2323145"/>
              <a:gd name="connsiteX101" fmla="*/ 6141014 w 11269336"/>
              <a:gd name="connsiteY101" fmla="*/ 1901155 h 2323145"/>
              <a:gd name="connsiteX102" fmla="*/ 6128122 w 11269336"/>
              <a:gd name="connsiteY102" fmla="*/ 1907623 h 2323145"/>
              <a:gd name="connsiteX103" fmla="*/ 6122351 w 11269336"/>
              <a:gd name="connsiteY103" fmla="*/ 1908359 h 2323145"/>
              <a:gd name="connsiteX104" fmla="*/ 6064750 w 11269336"/>
              <a:gd name="connsiteY104" fmla="*/ 1896394 h 2323145"/>
              <a:gd name="connsiteX105" fmla="*/ 5964230 w 11269336"/>
              <a:gd name="connsiteY105" fmla="*/ 1910038 h 2323145"/>
              <a:gd name="connsiteX106" fmla="*/ 5865399 w 11269336"/>
              <a:gd name="connsiteY106" fmla="*/ 1926966 h 2323145"/>
              <a:gd name="connsiteX107" fmla="*/ 5829951 w 11269336"/>
              <a:gd name="connsiteY107" fmla="*/ 1934755 h 2323145"/>
              <a:gd name="connsiteX108" fmla="*/ 5765285 w 11269336"/>
              <a:gd name="connsiteY108" fmla="*/ 1941322 h 2323145"/>
              <a:gd name="connsiteX109" fmla="*/ 5734750 w 11269336"/>
              <a:gd name="connsiteY109" fmla="*/ 1939793 h 2323145"/>
              <a:gd name="connsiteX110" fmla="*/ 5733569 w 11269336"/>
              <a:gd name="connsiteY110" fmla="*/ 1940505 h 2323145"/>
              <a:gd name="connsiteX111" fmla="*/ 5730329 w 11269336"/>
              <a:gd name="connsiteY111" fmla="*/ 1937845 h 2323145"/>
              <a:gd name="connsiteX112" fmla="*/ 5724661 w 11269336"/>
              <a:gd name="connsiteY112" fmla="*/ 1937455 h 2323145"/>
              <a:gd name="connsiteX113" fmla="*/ 5710186 w 11269336"/>
              <a:gd name="connsiteY113" fmla="*/ 1941370 h 2323145"/>
              <a:gd name="connsiteX114" fmla="*/ 5704910 w 11269336"/>
              <a:gd name="connsiteY114" fmla="*/ 1943663 h 2323145"/>
              <a:gd name="connsiteX115" fmla="*/ 5696836 w 11269336"/>
              <a:gd name="connsiteY115" fmla="*/ 1945271 h 2323145"/>
              <a:gd name="connsiteX116" fmla="*/ 5696583 w 11269336"/>
              <a:gd name="connsiteY116" fmla="*/ 1945050 h 2323145"/>
              <a:gd name="connsiteX117" fmla="*/ 5689123 w 11269336"/>
              <a:gd name="connsiteY117" fmla="*/ 1947067 h 2323145"/>
              <a:gd name="connsiteX118" fmla="*/ 5653291 w 11269336"/>
              <a:gd name="connsiteY118" fmla="*/ 1960245 h 2323145"/>
              <a:gd name="connsiteX119" fmla="*/ 5599385 w 11269336"/>
              <a:gd name="connsiteY119" fmla="*/ 1945198 h 2323145"/>
              <a:gd name="connsiteX120" fmla="*/ 5578300 w 11269336"/>
              <a:gd name="connsiteY120" fmla="*/ 1944963 h 2323145"/>
              <a:gd name="connsiteX121" fmla="*/ 5566758 w 11269336"/>
              <a:gd name="connsiteY121" fmla="*/ 1943441 h 2323145"/>
              <a:gd name="connsiteX122" fmla="*/ 5565857 w 11269336"/>
              <a:gd name="connsiteY122" fmla="*/ 1942445 h 2323145"/>
              <a:gd name="connsiteX123" fmla="*/ 5531534 w 11269336"/>
              <a:gd name="connsiteY123" fmla="*/ 1955208 h 2323145"/>
              <a:gd name="connsiteX124" fmla="*/ 5526552 w 11269336"/>
              <a:gd name="connsiteY124" fmla="*/ 1954799 h 2323145"/>
              <a:gd name="connsiteX125" fmla="*/ 5504723 w 11269336"/>
              <a:gd name="connsiteY125" fmla="*/ 1965811 h 2323145"/>
              <a:gd name="connsiteX126" fmla="*/ 5493156 w 11269336"/>
              <a:gd name="connsiteY126" fmla="*/ 1970063 h 2323145"/>
              <a:gd name="connsiteX127" fmla="*/ 5490486 w 11269336"/>
              <a:gd name="connsiteY127" fmla="*/ 1974227 h 2323145"/>
              <a:gd name="connsiteX128" fmla="*/ 5473107 w 11269336"/>
              <a:gd name="connsiteY128" fmla="*/ 1979001 h 2323145"/>
              <a:gd name="connsiteX129" fmla="*/ 5470885 w 11269336"/>
              <a:gd name="connsiteY129" fmla="*/ 1978432 h 2323145"/>
              <a:gd name="connsiteX130" fmla="*/ 5457393 w 11269336"/>
              <a:gd name="connsiteY130" fmla="*/ 1986525 h 2323145"/>
              <a:gd name="connsiteX131" fmla="*/ 5447102 w 11269336"/>
              <a:gd name="connsiteY131" fmla="*/ 1998329 h 2323145"/>
              <a:gd name="connsiteX132" fmla="*/ 5159151 w 11269336"/>
              <a:gd name="connsiteY132" fmla="*/ 2029640 h 2323145"/>
              <a:gd name="connsiteX133" fmla="*/ 5098838 w 11269336"/>
              <a:gd name="connsiteY133" fmla="*/ 2062961 h 2323145"/>
              <a:gd name="connsiteX134" fmla="*/ 4860988 w 11269336"/>
              <a:gd name="connsiteY134" fmla="*/ 2135698 h 2323145"/>
              <a:gd name="connsiteX135" fmla="*/ 4765388 w 11269336"/>
              <a:gd name="connsiteY135" fmla="*/ 2162525 h 2323145"/>
              <a:gd name="connsiteX136" fmla="*/ 4745033 w 11269336"/>
              <a:gd name="connsiteY136" fmla="*/ 2158859 h 2323145"/>
              <a:gd name="connsiteX137" fmla="*/ 4741475 w 11269336"/>
              <a:gd name="connsiteY137" fmla="*/ 2157998 h 2323145"/>
              <a:gd name="connsiteX138" fmla="*/ 4728247 w 11269336"/>
              <a:gd name="connsiteY138" fmla="*/ 2159526 h 2323145"/>
              <a:gd name="connsiteX139" fmla="*/ 4723263 w 11269336"/>
              <a:gd name="connsiteY139" fmla="*/ 2153742 h 2323145"/>
              <a:gd name="connsiteX140" fmla="*/ 4593061 w 11269336"/>
              <a:gd name="connsiteY140" fmla="*/ 2171597 h 2323145"/>
              <a:gd name="connsiteX141" fmla="*/ 4533444 w 11269336"/>
              <a:gd name="connsiteY141" fmla="*/ 2181200 h 2323145"/>
              <a:gd name="connsiteX142" fmla="*/ 4467257 w 11269336"/>
              <a:gd name="connsiteY142" fmla="*/ 2196121 h 2323145"/>
              <a:gd name="connsiteX143" fmla="*/ 4405765 w 11269336"/>
              <a:gd name="connsiteY143" fmla="*/ 2199902 h 2323145"/>
              <a:gd name="connsiteX144" fmla="*/ 4401354 w 11269336"/>
              <a:gd name="connsiteY144" fmla="*/ 2194745 h 2323145"/>
              <a:gd name="connsiteX145" fmla="*/ 4366646 w 11269336"/>
              <a:gd name="connsiteY145" fmla="*/ 2198564 h 2323145"/>
              <a:gd name="connsiteX146" fmla="*/ 4354009 w 11269336"/>
              <a:gd name="connsiteY146" fmla="*/ 2204984 h 2323145"/>
              <a:gd name="connsiteX147" fmla="*/ 4348284 w 11269336"/>
              <a:gd name="connsiteY147" fmla="*/ 2205270 h 2323145"/>
              <a:gd name="connsiteX148" fmla="*/ 4333906 w 11269336"/>
              <a:gd name="connsiteY148" fmla="*/ 2205251 h 2323145"/>
              <a:gd name="connsiteX149" fmla="*/ 4308819 w 11269336"/>
              <a:gd name="connsiteY149" fmla="*/ 2203822 h 2323145"/>
              <a:gd name="connsiteX150" fmla="*/ 4301210 w 11269336"/>
              <a:gd name="connsiteY150" fmla="*/ 2204456 h 2323145"/>
              <a:gd name="connsiteX151" fmla="*/ 4283095 w 11269336"/>
              <a:gd name="connsiteY151" fmla="*/ 2198177 h 2323145"/>
              <a:gd name="connsiteX152" fmla="*/ 4250119 w 11269336"/>
              <a:gd name="connsiteY152" fmla="*/ 2196342 h 2323145"/>
              <a:gd name="connsiteX153" fmla="*/ 4189203 w 11269336"/>
              <a:gd name="connsiteY153" fmla="*/ 2178994 h 2323145"/>
              <a:gd name="connsiteX154" fmla="*/ 4154035 w 11269336"/>
              <a:gd name="connsiteY154" fmla="*/ 2171950 h 2323145"/>
              <a:gd name="connsiteX155" fmla="*/ 4129569 w 11269336"/>
              <a:gd name="connsiteY155" fmla="*/ 2163850 h 2323145"/>
              <a:gd name="connsiteX156" fmla="*/ 4061250 w 11269336"/>
              <a:gd name="connsiteY156" fmla="*/ 2159236 h 2323145"/>
              <a:gd name="connsiteX157" fmla="*/ 3945480 w 11269336"/>
              <a:gd name="connsiteY157" fmla="*/ 2158279 h 2323145"/>
              <a:gd name="connsiteX158" fmla="*/ 3921468 w 11269336"/>
              <a:gd name="connsiteY158" fmla="*/ 2156588 h 2323145"/>
              <a:gd name="connsiteX159" fmla="*/ 3903348 w 11269336"/>
              <a:gd name="connsiteY159" fmla="*/ 2149220 h 2323145"/>
              <a:gd name="connsiteX160" fmla="*/ 3901342 w 11269336"/>
              <a:gd name="connsiteY160" fmla="*/ 2142355 h 2323145"/>
              <a:gd name="connsiteX161" fmla="*/ 3888539 w 11269336"/>
              <a:gd name="connsiteY161" fmla="*/ 2140476 h 2323145"/>
              <a:gd name="connsiteX162" fmla="*/ 3885662 w 11269336"/>
              <a:gd name="connsiteY162" fmla="*/ 2138740 h 2323145"/>
              <a:gd name="connsiteX163" fmla="*/ 3868627 w 11269336"/>
              <a:gd name="connsiteY163" fmla="*/ 2130023 h 2323145"/>
              <a:gd name="connsiteX164" fmla="*/ 3819177 w 11269336"/>
              <a:gd name="connsiteY164" fmla="*/ 2142111 h 2323145"/>
              <a:gd name="connsiteX165" fmla="*/ 3769100 w 11269336"/>
              <a:gd name="connsiteY165" fmla="*/ 2131731 h 2323145"/>
              <a:gd name="connsiteX166" fmla="*/ 3562752 w 11269336"/>
              <a:gd name="connsiteY166" fmla="*/ 2131785 h 2323145"/>
              <a:gd name="connsiteX167" fmla="*/ 3541402 w 11269336"/>
              <a:gd name="connsiteY167" fmla="*/ 2106821 h 2323145"/>
              <a:gd name="connsiteX168" fmla="*/ 3365341 w 11269336"/>
              <a:gd name="connsiteY168" fmla="*/ 2077638 h 2323145"/>
              <a:gd name="connsiteX169" fmla="*/ 3170922 w 11269336"/>
              <a:gd name="connsiteY169" fmla="*/ 2115957 h 2323145"/>
              <a:gd name="connsiteX170" fmla="*/ 3156256 w 11269336"/>
              <a:gd name="connsiteY170" fmla="*/ 2124773 h 2323145"/>
              <a:gd name="connsiteX171" fmla="*/ 3140298 w 11269336"/>
              <a:gd name="connsiteY171" fmla="*/ 2129182 h 2323145"/>
              <a:gd name="connsiteX172" fmla="*/ 3138514 w 11269336"/>
              <a:gd name="connsiteY172" fmla="*/ 2128069 h 2323145"/>
              <a:gd name="connsiteX173" fmla="*/ 3120467 w 11269336"/>
              <a:gd name="connsiteY173" fmla="*/ 2128281 h 2323145"/>
              <a:gd name="connsiteX174" fmla="*/ 3116175 w 11269336"/>
              <a:gd name="connsiteY174" fmla="*/ 2131633 h 2323145"/>
              <a:gd name="connsiteX175" fmla="*/ 3103685 w 11269336"/>
              <a:gd name="connsiteY175" fmla="*/ 2132814 h 2323145"/>
              <a:gd name="connsiteX176" fmla="*/ 3078794 w 11269336"/>
              <a:gd name="connsiteY176" fmla="*/ 2137935 h 2323145"/>
              <a:gd name="connsiteX177" fmla="*/ 3074407 w 11269336"/>
              <a:gd name="connsiteY177" fmla="*/ 2136274 h 2323145"/>
              <a:gd name="connsiteX178" fmla="*/ 3037285 w 11269336"/>
              <a:gd name="connsiteY178" fmla="*/ 2139919 h 2323145"/>
              <a:gd name="connsiteX179" fmla="*/ 3036901 w 11269336"/>
              <a:gd name="connsiteY179" fmla="*/ 2138726 h 2323145"/>
              <a:gd name="connsiteX180" fmla="*/ 3026996 w 11269336"/>
              <a:gd name="connsiteY180" fmla="*/ 2134322 h 2323145"/>
              <a:gd name="connsiteX181" fmla="*/ 3007772 w 11269336"/>
              <a:gd name="connsiteY181" fmla="*/ 2128742 h 2323145"/>
              <a:gd name="connsiteX182" fmla="*/ 2965030 w 11269336"/>
              <a:gd name="connsiteY182" fmla="*/ 2100494 h 2323145"/>
              <a:gd name="connsiteX183" fmla="*/ 2926342 w 11269336"/>
              <a:gd name="connsiteY183" fmla="*/ 2104155 h 2323145"/>
              <a:gd name="connsiteX184" fmla="*/ 2918608 w 11269336"/>
              <a:gd name="connsiteY184" fmla="*/ 2104215 h 2323145"/>
              <a:gd name="connsiteX185" fmla="*/ 2918475 w 11269336"/>
              <a:gd name="connsiteY185" fmla="*/ 2103937 h 2323145"/>
              <a:gd name="connsiteX186" fmla="*/ 2910360 w 11269336"/>
              <a:gd name="connsiteY186" fmla="*/ 2103444 h 2323145"/>
              <a:gd name="connsiteX187" fmla="*/ 2904507 w 11269336"/>
              <a:gd name="connsiteY187" fmla="*/ 2104326 h 2323145"/>
              <a:gd name="connsiteX188" fmla="*/ 2889503 w 11269336"/>
              <a:gd name="connsiteY188" fmla="*/ 2104443 h 2323145"/>
              <a:gd name="connsiteX189" fmla="*/ 2884480 w 11269336"/>
              <a:gd name="connsiteY189" fmla="*/ 2102626 h 2323145"/>
              <a:gd name="connsiteX190" fmla="*/ 2882689 w 11269336"/>
              <a:gd name="connsiteY190" fmla="*/ 2099228 h 2323145"/>
              <a:gd name="connsiteX191" fmla="*/ 2881291 w 11269336"/>
              <a:gd name="connsiteY191" fmla="*/ 2099618 h 2323145"/>
              <a:gd name="connsiteX192" fmla="*/ 2853979 w 11269336"/>
              <a:gd name="connsiteY192" fmla="*/ 2090388 h 2323145"/>
              <a:gd name="connsiteX193" fmla="*/ 2791790 w 11269336"/>
              <a:gd name="connsiteY193" fmla="*/ 2080332 h 2323145"/>
              <a:gd name="connsiteX194" fmla="*/ 2755844 w 11269336"/>
              <a:gd name="connsiteY194" fmla="*/ 2078874 h 2323145"/>
              <a:gd name="connsiteX195" fmla="*/ 2657742 w 11269336"/>
              <a:gd name="connsiteY195" fmla="*/ 2070179 h 2323145"/>
              <a:gd name="connsiteX196" fmla="*/ 2559549 w 11269336"/>
              <a:gd name="connsiteY196" fmla="*/ 2057873 h 2323145"/>
              <a:gd name="connsiteX197" fmla="*/ 2512054 w 11269336"/>
              <a:gd name="connsiteY197" fmla="*/ 2031671 h 2323145"/>
              <a:gd name="connsiteX198" fmla="*/ 2506437 w 11269336"/>
              <a:gd name="connsiteY198" fmla="*/ 2030918 h 2323145"/>
              <a:gd name="connsiteX199" fmla="*/ 2491752 w 11269336"/>
              <a:gd name="connsiteY199" fmla="*/ 2033906 h 2323145"/>
              <a:gd name="connsiteX200" fmla="*/ 2486338 w 11269336"/>
              <a:gd name="connsiteY200" fmla="*/ 2035862 h 2323145"/>
              <a:gd name="connsiteX201" fmla="*/ 2478186 w 11269336"/>
              <a:gd name="connsiteY201" fmla="*/ 2036953 h 2323145"/>
              <a:gd name="connsiteX202" fmla="*/ 2477950 w 11269336"/>
              <a:gd name="connsiteY202" fmla="*/ 2036715 h 2323145"/>
              <a:gd name="connsiteX203" fmla="*/ 2470381 w 11269336"/>
              <a:gd name="connsiteY203" fmla="*/ 2038256 h 2323145"/>
              <a:gd name="connsiteX204" fmla="*/ 2433781 w 11269336"/>
              <a:gd name="connsiteY204" fmla="*/ 2049140 h 2323145"/>
              <a:gd name="connsiteX205" fmla="*/ 2381172 w 11269336"/>
              <a:gd name="connsiteY205" fmla="*/ 2030645 h 2323145"/>
              <a:gd name="connsiteX206" fmla="*/ 2360198 w 11269336"/>
              <a:gd name="connsiteY206" fmla="*/ 2029059 h 2323145"/>
              <a:gd name="connsiteX207" fmla="*/ 2348815 w 11269336"/>
              <a:gd name="connsiteY207" fmla="*/ 2026798 h 2323145"/>
              <a:gd name="connsiteX208" fmla="*/ 2347988 w 11269336"/>
              <a:gd name="connsiteY208" fmla="*/ 2025745 h 2323145"/>
              <a:gd name="connsiteX209" fmla="*/ 2312920 w 11269336"/>
              <a:gd name="connsiteY209" fmla="*/ 2036311 h 2323145"/>
              <a:gd name="connsiteX210" fmla="*/ 2307986 w 11269336"/>
              <a:gd name="connsiteY210" fmla="*/ 2035583 h 2323145"/>
              <a:gd name="connsiteX211" fmla="*/ 2285481 w 11269336"/>
              <a:gd name="connsiteY211" fmla="*/ 2045197 h 2323145"/>
              <a:gd name="connsiteX212" fmla="*/ 2273666 w 11269336"/>
              <a:gd name="connsiteY212" fmla="*/ 2048710 h 2323145"/>
              <a:gd name="connsiteX213" fmla="*/ 2270719 w 11269336"/>
              <a:gd name="connsiteY213" fmla="*/ 2052702 h 2323145"/>
              <a:gd name="connsiteX214" fmla="*/ 2253080 w 11269336"/>
              <a:gd name="connsiteY214" fmla="*/ 2056363 h 2323145"/>
              <a:gd name="connsiteX215" fmla="*/ 2250906 w 11269336"/>
              <a:gd name="connsiteY215" fmla="*/ 2055654 h 2323145"/>
              <a:gd name="connsiteX216" fmla="*/ 2236905 w 11269336"/>
              <a:gd name="connsiteY216" fmla="*/ 2062882 h 2323145"/>
              <a:gd name="connsiteX217" fmla="*/ 2225830 w 11269336"/>
              <a:gd name="connsiteY217" fmla="*/ 2074027 h 2323145"/>
              <a:gd name="connsiteX218" fmla="*/ 2073776 w 11269336"/>
              <a:gd name="connsiteY218" fmla="*/ 2089244 h 2323145"/>
              <a:gd name="connsiteX219" fmla="*/ 1948256 w 11269336"/>
              <a:gd name="connsiteY219" fmla="*/ 2146616 h 2323145"/>
              <a:gd name="connsiteX220" fmla="*/ 1865582 w 11269336"/>
              <a:gd name="connsiteY220" fmla="*/ 2153738 h 2323145"/>
              <a:gd name="connsiteX221" fmla="*/ 1835210 w 11269336"/>
              <a:gd name="connsiteY221" fmla="*/ 2134244 h 2323145"/>
              <a:gd name="connsiteX222" fmla="*/ 1632661 w 11269336"/>
              <a:gd name="connsiteY222" fmla="*/ 2173882 h 2323145"/>
              <a:gd name="connsiteX223" fmla="*/ 1579590 w 11269336"/>
              <a:gd name="connsiteY223" fmla="*/ 2173680 h 2323145"/>
              <a:gd name="connsiteX224" fmla="*/ 1535601 w 11269336"/>
              <a:gd name="connsiteY224" fmla="*/ 2194590 h 2323145"/>
              <a:gd name="connsiteX225" fmla="*/ 1515594 w 11269336"/>
              <a:gd name="connsiteY225" fmla="*/ 2189622 h 2323145"/>
              <a:gd name="connsiteX226" fmla="*/ 1512113 w 11269336"/>
              <a:gd name="connsiteY226" fmla="*/ 2188534 h 2323145"/>
              <a:gd name="connsiteX227" fmla="*/ 1498838 w 11269336"/>
              <a:gd name="connsiteY227" fmla="*/ 2189213 h 2323145"/>
              <a:gd name="connsiteX228" fmla="*/ 1494279 w 11269336"/>
              <a:gd name="connsiteY228" fmla="*/ 2183112 h 2323145"/>
              <a:gd name="connsiteX229" fmla="*/ 1473714 w 11269336"/>
              <a:gd name="connsiteY229" fmla="*/ 2179625 h 2323145"/>
              <a:gd name="connsiteX230" fmla="*/ 1449503 w 11269336"/>
              <a:gd name="connsiteY230" fmla="*/ 2182633 h 2323145"/>
              <a:gd name="connsiteX231" fmla="*/ 1266687 w 11269336"/>
              <a:gd name="connsiteY231" fmla="*/ 2212688 h 2323145"/>
              <a:gd name="connsiteX232" fmla="*/ 1239614 w 11269336"/>
              <a:gd name="connsiteY232" fmla="*/ 2209727 h 2323145"/>
              <a:gd name="connsiteX233" fmla="*/ 1202436 w 11269336"/>
              <a:gd name="connsiteY233" fmla="*/ 2209817 h 2323145"/>
              <a:gd name="connsiteX234" fmla="*/ 1136097 w 11269336"/>
              <a:gd name="connsiteY234" fmla="*/ 2205112 h 2323145"/>
              <a:gd name="connsiteX235" fmla="*/ 988232 w 11269336"/>
              <a:gd name="connsiteY235" fmla="*/ 2235635 h 2323145"/>
              <a:gd name="connsiteX236" fmla="*/ 981959 w 11269336"/>
              <a:gd name="connsiteY236" fmla="*/ 2231607 h 2323145"/>
              <a:gd name="connsiteX237" fmla="*/ 938600 w 11269336"/>
              <a:gd name="connsiteY237" fmla="*/ 2238113 h 2323145"/>
              <a:gd name="connsiteX238" fmla="*/ 791788 w 11269336"/>
              <a:gd name="connsiteY238" fmla="*/ 2293224 h 2323145"/>
              <a:gd name="connsiteX239" fmla="*/ 706914 w 11269336"/>
              <a:gd name="connsiteY239" fmla="*/ 2305046 h 2323145"/>
              <a:gd name="connsiteX240" fmla="*/ 675971 w 11269336"/>
              <a:gd name="connsiteY240" fmla="*/ 2304030 h 2323145"/>
              <a:gd name="connsiteX241" fmla="*/ 624180 w 11269336"/>
              <a:gd name="connsiteY241" fmla="*/ 2302650 h 2323145"/>
              <a:gd name="connsiteX242" fmla="*/ 583453 w 11269336"/>
              <a:gd name="connsiteY242" fmla="*/ 2288788 h 2323145"/>
              <a:gd name="connsiteX243" fmla="*/ 540946 w 11269336"/>
              <a:gd name="connsiteY243" fmla="*/ 2292721 h 2323145"/>
              <a:gd name="connsiteX244" fmla="*/ 533680 w 11269336"/>
              <a:gd name="connsiteY244" fmla="*/ 2310233 h 2323145"/>
              <a:gd name="connsiteX245" fmla="*/ 487366 w 11269336"/>
              <a:gd name="connsiteY245" fmla="*/ 2309053 h 2323145"/>
              <a:gd name="connsiteX246" fmla="*/ 416820 w 11269336"/>
              <a:gd name="connsiteY246" fmla="*/ 2305443 h 2323145"/>
              <a:gd name="connsiteX247" fmla="*/ 376805 w 11269336"/>
              <a:gd name="connsiteY247" fmla="*/ 2307647 h 2323145"/>
              <a:gd name="connsiteX248" fmla="*/ 266777 w 11269336"/>
              <a:gd name="connsiteY248" fmla="*/ 2309012 h 2323145"/>
              <a:gd name="connsiteX249" fmla="*/ 156013 w 11269336"/>
              <a:gd name="connsiteY249" fmla="*/ 2306832 h 2323145"/>
              <a:gd name="connsiteX250" fmla="*/ 87258 w 11269336"/>
              <a:gd name="connsiteY250" fmla="*/ 2285511 h 2323145"/>
              <a:gd name="connsiteX251" fmla="*/ 23798 w 11269336"/>
              <a:gd name="connsiteY251" fmla="*/ 2281822 h 2323145"/>
              <a:gd name="connsiteX252" fmla="*/ 0 w 11269336"/>
              <a:gd name="connsiteY252" fmla="*/ 2285369 h 2323145"/>
              <a:gd name="connsiteX253" fmla="*/ 0 w 11269336"/>
              <a:gd name="connsiteY253"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561575 w 11269336"/>
              <a:gd name="connsiteY19" fmla="*/ 559978 h 2323145"/>
              <a:gd name="connsiteX20" fmla="*/ 9162278 w 11269336"/>
              <a:gd name="connsiteY20" fmla="*/ 704724 h 2323145"/>
              <a:gd name="connsiteX21" fmla="*/ 9062863 w 11269336"/>
              <a:gd name="connsiteY21" fmla="*/ 754656 h 2323145"/>
              <a:gd name="connsiteX22" fmla="*/ 8914746 w 11269336"/>
              <a:gd name="connsiteY22" fmla="*/ 826428 h 2323145"/>
              <a:gd name="connsiteX23" fmla="*/ 8917778 w 11269336"/>
              <a:gd name="connsiteY23" fmla="*/ 835198 h 2323145"/>
              <a:gd name="connsiteX24" fmla="*/ 8905560 w 11269336"/>
              <a:gd name="connsiteY24" fmla="*/ 838358 h 2323145"/>
              <a:gd name="connsiteX25" fmla="*/ 8897564 w 11269336"/>
              <a:gd name="connsiteY25" fmla="*/ 834287 h 2323145"/>
              <a:gd name="connsiteX26" fmla="*/ 8878040 w 11269336"/>
              <a:gd name="connsiteY26" fmla="*/ 844150 h 2323145"/>
              <a:gd name="connsiteX27" fmla="*/ 8795998 w 11269336"/>
              <a:gd name="connsiteY27" fmla="*/ 863337 h 2323145"/>
              <a:gd name="connsiteX28" fmla="*/ 8776970 w 11269336"/>
              <a:gd name="connsiteY28" fmla="*/ 885177 h 2323145"/>
              <a:gd name="connsiteX29" fmla="*/ 8755719 w 11269336"/>
              <a:gd name="connsiteY29" fmla="*/ 889754 h 2323145"/>
              <a:gd name="connsiteX30" fmla="*/ 8743257 w 11269336"/>
              <a:gd name="connsiteY30" fmla="*/ 904723 h 2323145"/>
              <a:gd name="connsiteX31" fmla="*/ 8721366 w 11269336"/>
              <a:gd name="connsiteY31" fmla="*/ 904711 h 2323145"/>
              <a:gd name="connsiteX32" fmla="*/ 8678353 w 11269336"/>
              <a:gd name="connsiteY32" fmla="*/ 926318 h 2323145"/>
              <a:gd name="connsiteX33" fmla="*/ 8636849 w 11269336"/>
              <a:gd name="connsiteY33" fmla="*/ 937900 h 2323145"/>
              <a:gd name="connsiteX34" fmla="*/ 8620213 w 11269336"/>
              <a:gd name="connsiteY34" fmla="*/ 943068 h 2323145"/>
              <a:gd name="connsiteX35" fmla="*/ 8612581 w 11269336"/>
              <a:gd name="connsiteY35" fmla="*/ 952695 h 2323145"/>
              <a:gd name="connsiteX36" fmla="*/ 8589038 w 11269336"/>
              <a:gd name="connsiteY36" fmla="*/ 963892 h 2323145"/>
              <a:gd name="connsiteX37" fmla="*/ 8579950 w 11269336"/>
              <a:gd name="connsiteY37" fmla="*/ 960899 h 2323145"/>
              <a:gd name="connsiteX38" fmla="*/ 8579319 w 11269336"/>
              <a:gd name="connsiteY38" fmla="*/ 965630 h 2323145"/>
              <a:gd name="connsiteX39" fmla="*/ 8547429 w 11269336"/>
              <a:gd name="connsiteY39" fmla="*/ 984506 h 2323145"/>
              <a:gd name="connsiteX40" fmla="*/ 8478704 w 11269336"/>
              <a:gd name="connsiteY40" fmla="*/ 1025490 h 2323145"/>
              <a:gd name="connsiteX41" fmla="*/ 8461421 w 11269336"/>
              <a:gd name="connsiteY41" fmla="*/ 1035512 h 2323145"/>
              <a:gd name="connsiteX42" fmla="*/ 8445003 w 11269336"/>
              <a:gd name="connsiteY42" fmla="*/ 1036851 h 2323145"/>
              <a:gd name="connsiteX43" fmla="*/ 8357350 w 11269336"/>
              <a:gd name="connsiteY43" fmla="*/ 1060213 h 2323145"/>
              <a:gd name="connsiteX44" fmla="*/ 8335565 w 11269336"/>
              <a:gd name="connsiteY44" fmla="*/ 1061151 h 2323145"/>
              <a:gd name="connsiteX45" fmla="*/ 8325267 w 11269336"/>
              <a:gd name="connsiteY45" fmla="*/ 1055919 h 2323145"/>
              <a:gd name="connsiteX46" fmla="*/ 8293586 w 11269336"/>
              <a:gd name="connsiteY46" fmla="*/ 1076144 h 2323145"/>
              <a:gd name="connsiteX47" fmla="*/ 8242405 w 11269336"/>
              <a:gd name="connsiteY47" fmla="*/ 1095960 h 2323145"/>
              <a:gd name="connsiteX48" fmla="*/ 8197391 w 11269336"/>
              <a:gd name="connsiteY48" fmla="*/ 1107746 h 2323145"/>
              <a:gd name="connsiteX49" fmla="*/ 8081474 w 11269336"/>
              <a:gd name="connsiteY49" fmla="*/ 1130125 h 2323145"/>
              <a:gd name="connsiteX50" fmla="*/ 8053585 w 11269336"/>
              <a:gd name="connsiteY50" fmla="*/ 1129169 h 2323145"/>
              <a:gd name="connsiteX51" fmla="*/ 8038422 w 11269336"/>
              <a:gd name="connsiteY51" fmla="*/ 1119092 h 2323145"/>
              <a:gd name="connsiteX52" fmla="*/ 8029450 w 11269336"/>
              <a:gd name="connsiteY52" fmla="*/ 1125592 h 2323145"/>
              <a:gd name="connsiteX53" fmla="*/ 7959552 w 11269336"/>
              <a:gd name="connsiteY53" fmla="*/ 1140188 h 2323145"/>
              <a:gd name="connsiteX54" fmla="*/ 7914188 w 11269336"/>
              <a:gd name="connsiteY54" fmla="*/ 1150862 h 2323145"/>
              <a:gd name="connsiteX55" fmla="*/ 7914918 w 11269336"/>
              <a:gd name="connsiteY55" fmla="*/ 1168758 h 2323145"/>
              <a:gd name="connsiteX56" fmla="*/ 7875510 w 11269336"/>
              <a:gd name="connsiteY56" fmla="*/ 1183153 h 2323145"/>
              <a:gd name="connsiteX57" fmla="*/ 7829932 w 11269336"/>
              <a:gd name="connsiteY57" fmla="*/ 1180782 h 2323145"/>
              <a:gd name="connsiteX58" fmla="*/ 7779182 w 11269336"/>
              <a:gd name="connsiteY58" fmla="*/ 1192665 h 2323145"/>
              <a:gd name="connsiteX59" fmla="*/ 7748774 w 11269336"/>
              <a:gd name="connsiteY59" fmla="*/ 1199586 h 2323145"/>
              <a:gd name="connsiteX60" fmla="*/ 7671846 w 11269336"/>
              <a:gd name="connsiteY60" fmla="*/ 1231966 h 2323145"/>
              <a:gd name="connsiteX61" fmla="*/ 7554146 w 11269336"/>
              <a:gd name="connsiteY61" fmla="*/ 1319748 h 2323145"/>
              <a:gd name="connsiteX62" fmla="*/ 7515052 w 11269336"/>
              <a:gd name="connsiteY62" fmla="*/ 1336718 h 2323145"/>
              <a:gd name="connsiteX63" fmla="*/ 7507193 w 11269336"/>
              <a:gd name="connsiteY63" fmla="*/ 1334617 h 2323145"/>
              <a:gd name="connsiteX64" fmla="*/ 7461694 w 11269336"/>
              <a:gd name="connsiteY64" fmla="*/ 1375866 h 2323145"/>
              <a:gd name="connsiteX65" fmla="*/ 7377571 w 11269336"/>
              <a:gd name="connsiteY65" fmla="*/ 1400128 h 2323145"/>
              <a:gd name="connsiteX66" fmla="*/ 7311261 w 11269336"/>
              <a:gd name="connsiteY66" fmla="*/ 1412652 h 2323145"/>
              <a:gd name="connsiteX67" fmla="*/ 7275307 w 11269336"/>
              <a:gd name="connsiteY67" fmla="*/ 1422171 h 2323145"/>
              <a:gd name="connsiteX68" fmla="*/ 7247783 w 11269336"/>
              <a:gd name="connsiteY68" fmla="*/ 1426330 h 2323145"/>
              <a:gd name="connsiteX69" fmla="*/ 7185047 w 11269336"/>
              <a:gd name="connsiteY69" fmla="*/ 1451812 h 2323145"/>
              <a:gd name="connsiteX70" fmla="*/ 7084117 w 11269336"/>
              <a:gd name="connsiteY70" fmla="*/ 1500281 h 2323145"/>
              <a:gd name="connsiteX71" fmla="*/ 7062011 w 11269336"/>
              <a:gd name="connsiteY71" fmla="*/ 1509183 h 2323145"/>
              <a:gd name="connsiteX72" fmla="*/ 7040555 w 11269336"/>
              <a:gd name="connsiteY72" fmla="*/ 1511207 h 2323145"/>
              <a:gd name="connsiteX73" fmla="*/ 7033438 w 11269336"/>
              <a:gd name="connsiteY73" fmla="*/ 1506772 h 2323145"/>
              <a:gd name="connsiteX74" fmla="*/ 7020886 w 11269336"/>
              <a:gd name="connsiteY74" fmla="*/ 1510764 h 2323145"/>
              <a:gd name="connsiteX75" fmla="*/ 7017033 w 11269336"/>
              <a:gd name="connsiteY75" fmla="*/ 1510650 h 2323145"/>
              <a:gd name="connsiteX76" fmla="*/ 6995460 w 11269336"/>
              <a:gd name="connsiteY76" fmla="*/ 1511173 h 2323145"/>
              <a:gd name="connsiteX77" fmla="*/ 6962144 w 11269336"/>
              <a:gd name="connsiteY77" fmla="*/ 1541508 h 2323145"/>
              <a:gd name="connsiteX78" fmla="*/ 6910674 w 11269336"/>
              <a:gd name="connsiteY78" fmla="*/ 1554793 h 2323145"/>
              <a:gd name="connsiteX79" fmla="*/ 6732152 w 11269336"/>
              <a:gd name="connsiteY79" fmla="*/ 1642538 h 2323145"/>
              <a:gd name="connsiteX80" fmla="*/ 6694106 w 11269336"/>
              <a:gd name="connsiteY80" fmla="*/ 1632377 h 2323145"/>
              <a:gd name="connsiteX81" fmla="*/ 6617223 w 11269336"/>
              <a:gd name="connsiteY81" fmla="*/ 1659889 h 2323145"/>
              <a:gd name="connsiteX82" fmla="*/ 6521138 w 11269336"/>
              <a:gd name="connsiteY82" fmla="*/ 1744340 h 2323145"/>
              <a:gd name="connsiteX83" fmla="*/ 6380677 w 11269336"/>
              <a:gd name="connsiteY83" fmla="*/ 1796883 h 2323145"/>
              <a:gd name="connsiteX84" fmla="*/ 6374897 w 11269336"/>
              <a:gd name="connsiteY84" fmla="*/ 1809910 h 2323145"/>
              <a:gd name="connsiteX85" fmla="*/ 6364545 w 11269336"/>
              <a:gd name="connsiteY85" fmla="*/ 1820090 h 2323145"/>
              <a:gd name="connsiteX86" fmla="*/ 6362126 w 11269336"/>
              <a:gd name="connsiteY86" fmla="*/ 1819991 h 2323145"/>
              <a:gd name="connsiteX87" fmla="*/ 6346673 w 11269336"/>
              <a:gd name="connsiteY87" fmla="*/ 1827824 h 2323145"/>
              <a:gd name="connsiteX88" fmla="*/ 6345588 w 11269336"/>
              <a:gd name="connsiteY88" fmla="*/ 1832232 h 2323145"/>
              <a:gd name="connsiteX89" fmla="*/ 6335708 w 11269336"/>
              <a:gd name="connsiteY89" fmla="*/ 1838451 h 2323145"/>
              <a:gd name="connsiteX90" fmla="*/ 6318182 w 11269336"/>
              <a:gd name="connsiteY90" fmla="*/ 1852975 h 2323145"/>
              <a:gd name="connsiteX91" fmla="*/ 6313084 w 11269336"/>
              <a:gd name="connsiteY91" fmla="*/ 1853561 h 2323145"/>
              <a:gd name="connsiteX92" fmla="*/ 6283816 w 11269336"/>
              <a:gd name="connsiteY92" fmla="*/ 1872148 h 2323145"/>
              <a:gd name="connsiteX93" fmla="*/ 6282550 w 11269336"/>
              <a:gd name="connsiteY93" fmla="*/ 1871392 h 2323145"/>
              <a:gd name="connsiteX94" fmla="*/ 6270527 w 11269336"/>
              <a:gd name="connsiteY94" fmla="*/ 1872208 h 2323145"/>
              <a:gd name="connsiteX95" fmla="*/ 6249518 w 11269336"/>
              <a:gd name="connsiteY95" fmla="*/ 1876079 h 2323145"/>
              <a:gd name="connsiteX96" fmla="*/ 6190386 w 11269336"/>
              <a:gd name="connsiteY96" fmla="*/ 1872478 h 2323145"/>
              <a:gd name="connsiteX97" fmla="*/ 6159777 w 11269336"/>
              <a:gd name="connsiteY97" fmla="*/ 1891745 h 2323145"/>
              <a:gd name="connsiteX98" fmla="*/ 6153131 w 11269336"/>
              <a:gd name="connsiteY98" fmla="*/ 1895079 h 2323145"/>
              <a:gd name="connsiteX99" fmla="*/ 6152798 w 11269336"/>
              <a:gd name="connsiteY99" fmla="*/ 1894920 h 2323145"/>
              <a:gd name="connsiteX100" fmla="*/ 6145388 w 11269336"/>
              <a:gd name="connsiteY100" fmla="*/ 1897990 h 2323145"/>
              <a:gd name="connsiteX101" fmla="*/ 6141014 w 11269336"/>
              <a:gd name="connsiteY101" fmla="*/ 1901155 h 2323145"/>
              <a:gd name="connsiteX102" fmla="*/ 6128122 w 11269336"/>
              <a:gd name="connsiteY102" fmla="*/ 1907623 h 2323145"/>
              <a:gd name="connsiteX103" fmla="*/ 6122351 w 11269336"/>
              <a:gd name="connsiteY103" fmla="*/ 1908359 h 2323145"/>
              <a:gd name="connsiteX104" fmla="*/ 6064750 w 11269336"/>
              <a:gd name="connsiteY104" fmla="*/ 1896394 h 2323145"/>
              <a:gd name="connsiteX105" fmla="*/ 5964230 w 11269336"/>
              <a:gd name="connsiteY105" fmla="*/ 1910038 h 2323145"/>
              <a:gd name="connsiteX106" fmla="*/ 5865399 w 11269336"/>
              <a:gd name="connsiteY106" fmla="*/ 1926966 h 2323145"/>
              <a:gd name="connsiteX107" fmla="*/ 5829951 w 11269336"/>
              <a:gd name="connsiteY107" fmla="*/ 1934755 h 2323145"/>
              <a:gd name="connsiteX108" fmla="*/ 5765285 w 11269336"/>
              <a:gd name="connsiteY108" fmla="*/ 1941322 h 2323145"/>
              <a:gd name="connsiteX109" fmla="*/ 5734750 w 11269336"/>
              <a:gd name="connsiteY109" fmla="*/ 1939793 h 2323145"/>
              <a:gd name="connsiteX110" fmla="*/ 5733569 w 11269336"/>
              <a:gd name="connsiteY110" fmla="*/ 1940505 h 2323145"/>
              <a:gd name="connsiteX111" fmla="*/ 5730329 w 11269336"/>
              <a:gd name="connsiteY111" fmla="*/ 1937845 h 2323145"/>
              <a:gd name="connsiteX112" fmla="*/ 5724661 w 11269336"/>
              <a:gd name="connsiteY112" fmla="*/ 1937455 h 2323145"/>
              <a:gd name="connsiteX113" fmla="*/ 5710186 w 11269336"/>
              <a:gd name="connsiteY113" fmla="*/ 1941370 h 2323145"/>
              <a:gd name="connsiteX114" fmla="*/ 5704910 w 11269336"/>
              <a:gd name="connsiteY114" fmla="*/ 1943663 h 2323145"/>
              <a:gd name="connsiteX115" fmla="*/ 5696836 w 11269336"/>
              <a:gd name="connsiteY115" fmla="*/ 1945271 h 2323145"/>
              <a:gd name="connsiteX116" fmla="*/ 5696583 w 11269336"/>
              <a:gd name="connsiteY116" fmla="*/ 1945050 h 2323145"/>
              <a:gd name="connsiteX117" fmla="*/ 5689123 w 11269336"/>
              <a:gd name="connsiteY117" fmla="*/ 1947067 h 2323145"/>
              <a:gd name="connsiteX118" fmla="*/ 5653291 w 11269336"/>
              <a:gd name="connsiteY118" fmla="*/ 1960245 h 2323145"/>
              <a:gd name="connsiteX119" fmla="*/ 5599385 w 11269336"/>
              <a:gd name="connsiteY119" fmla="*/ 1945198 h 2323145"/>
              <a:gd name="connsiteX120" fmla="*/ 5578300 w 11269336"/>
              <a:gd name="connsiteY120" fmla="*/ 1944963 h 2323145"/>
              <a:gd name="connsiteX121" fmla="*/ 5566758 w 11269336"/>
              <a:gd name="connsiteY121" fmla="*/ 1943441 h 2323145"/>
              <a:gd name="connsiteX122" fmla="*/ 5565857 w 11269336"/>
              <a:gd name="connsiteY122" fmla="*/ 1942445 h 2323145"/>
              <a:gd name="connsiteX123" fmla="*/ 5531534 w 11269336"/>
              <a:gd name="connsiteY123" fmla="*/ 1955208 h 2323145"/>
              <a:gd name="connsiteX124" fmla="*/ 5526552 w 11269336"/>
              <a:gd name="connsiteY124" fmla="*/ 1954799 h 2323145"/>
              <a:gd name="connsiteX125" fmla="*/ 5504723 w 11269336"/>
              <a:gd name="connsiteY125" fmla="*/ 1965811 h 2323145"/>
              <a:gd name="connsiteX126" fmla="*/ 5493156 w 11269336"/>
              <a:gd name="connsiteY126" fmla="*/ 1970063 h 2323145"/>
              <a:gd name="connsiteX127" fmla="*/ 5490486 w 11269336"/>
              <a:gd name="connsiteY127" fmla="*/ 1974227 h 2323145"/>
              <a:gd name="connsiteX128" fmla="*/ 5473107 w 11269336"/>
              <a:gd name="connsiteY128" fmla="*/ 1979001 h 2323145"/>
              <a:gd name="connsiteX129" fmla="*/ 5470885 w 11269336"/>
              <a:gd name="connsiteY129" fmla="*/ 1978432 h 2323145"/>
              <a:gd name="connsiteX130" fmla="*/ 5457393 w 11269336"/>
              <a:gd name="connsiteY130" fmla="*/ 1986525 h 2323145"/>
              <a:gd name="connsiteX131" fmla="*/ 5447102 w 11269336"/>
              <a:gd name="connsiteY131" fmla="*/ 1998329 h 2323145"/>
              <a:gd name="connsiteX132" fmla="*/ 5159151 w 11269336"/>
              <a:gd name="connsiteY132" fmla="*/ 2029640 h 2323145"/>
              <a:gd name="connsiteX133" fmla="*/ 5098838 w 11269336"/>
              <a:gd name="connsiteY133" fmla="*/ 2062961 h 2323145"/>
              <a:gd name="connsiteX134" fmla="*/ 4860988 w 11269336"/>
              <a:gd name="connsiteY134" fmla="*/ 2135698 h 2323145"/>
              <a:gd name="connsiteX135" fmla="*/ 4765388 w 11269336"/>
              <a:gd name="connsiteY135" fmla="*/ 2162525 h 2323145"/>
              <a:gd name="connsiteX136" fmla="*/ 4745033 w 11269336"/>
              <a:gd name="connsiteY136" fmla="*/ 2158859 h 2323145"/>
              <a:gd name="connsiteX137" fmla="*/ 4741475 w 11269336"/>
              <a:gd name="connsiteY137" fmla="*/ 2157998 h 2323145"/>
              <a:gd name="connsiteX138" fmla="*/ 4728247 w 11269336"/>
              <a:gd name="connsiteY138" fmla="*/ 2159526 h 2323145"/>
              <a:gd name="connsiteX139" fmla="*/ 4723263 w 11269336"/>
              <a:gd name="connsiteY139" fmla="*/ 2153742 h 2323145"/>
              <a:gd name="connsiteX140" fmla="*/ 4593061 w 11269336"/>
              <a:gd name="connsiteY140" fmla="*/ 2171597 h 2323145"/>
              <a:gd name="connsiteX141" fmla="*/ 4467257 w 11269336"/>
              <a:gd name="connsiteY141" fmla="*/ 2196121 h 2323145"/>
              <a:gd name="connsiteX142" fmla="*/ 4405765 w 11269336"/>
              <a:gd name="connsiteY142" fmla="*/ 2199902 h 2323145"/>
              <a:gd name="connsiteX143" fmla="*/ 4401354 w 11269336"/>
              <a:gd name="connsiteY143" fmla="*/ 2194745 h 2323145"/>
              <a:gd name="connsiteX144" fmla="*/ 4366646 w 11269336"/>
              <a:gd name="connsiteY144" fmla="*/ 2198564 h 2323145"/>
              <a:gd name="connsiteX145" fmla="*/ 4354009 w 11269336"/>
              <a:gd name="connsiteY145" fmla="*/ 2204984 h 2323145"/>
              <a:gd name="connsiteX146" fmla="*/ 4348284 w 11269336"/>
              <a:gd name="connsiteY146" fmla="*/ 2205270 h 2323145"/>
              <a:gd name="connsiteX147" fmla="*/ 4333906 w 11269336"/>
              <a:gd name="connsiteY147" fmla="*/ 2205251 h 2323145"/>
              <a:gd name="connsiteX148" fmla="*/ 4308819 w 11269336"/>
              <a:gd name="connsiteY148" fmla="*/ 2203822 h 2323145"/>
              <a:gd name="connsiteX149" fmla="*/ 4301210 w 11269336"/>
              <a:gd name="connsiteY149" fmla="*/ 2204456 h 2323145"/>
              <a:gd name="connsiteX150" fmla="*/ 4283095 w 11269336"/>
              <a:gd name="connsiteY150" fmla="*/ 2198177 h 2323145"/>
              <a:gd name="connsiteX151" fmla="*/ 4250119 w 11269336"/>
              <a:gd name="connsiteY151" fmla="*/ 2196342 h 2323145"/>
              <a:gd name="connsiteX152" fmla="*/ 4189203 w 11269336"/>
              <a:gd name="connsiteY152" fmla="*/ 2178994 h 2323145"/>
              <a:gd name="connsiteX153" fmla="*/ 4154035 w 11269336"/>
              <a:gd name="connsiteY153" fmla="*/ 2171950 h 2323145"/>
              <a:gd name="connsiteX154" fmla="*/ 4129569 w 11269336"/>
              <a:gd name="connsiteY154" fmla="*/ 2163850 h 2323145"/>
              <a:gd name="connsiteX155" fmla="*/ 4061250 w 11269336"/>
              <a:gd name="connsiteY155" fmla="*/ 2159236 h 2323145"/>
              <a:gd name="connsiteX156" fmla="*/ 3945480 w 11269336"/>
              <a:gd name="connsiteY156" fmla="*/ 2158279 h 2323145"/>
              <a:gd name="connsiteX157" fmla="*/ 3921468 w 11269336"/>
              <a:gd name="connsiteY157" fmla="*/ 2156588 h 2323145"/>
              <a:gd name="connsiteX158" fmla="*/ 3903348 w 11269336"/>
              <a:gd name="connsiteY158" fmla="*/ 2149220 h 2323145"/>
              <a:gd name="connsiteX159" fmla="*/ 3901342 w 11269336"/>
              <a:gd name="connsiteY159" fmla="*/ 2142355 h 2323145"/>
              <a:gd name="connsiteX160" fmla="*/ 3888539 w 11269336"/>
              <a:gd name="connsiteY160" fmla="*/ 2140476 h 2323145"/>
              <a:gd name="connsiteX161" fmla="*/ 3885662 w 11269336"/>
              <a:gd name="connsiteY161" fmla="*/ 2138740 h 2323145"/>
              <a:gd name="connsiteX162" fmla="*/ 3868627 w 11269336"/>
              <a:gd name="connsiteY162" fmla="*/ 2130023 h 2323145"/>
              <a:gd name="connsiteX163" fmla="*/ 3819177 w 11269336"/>
              <a:gd name="connsiteY163" fmla="*/ 2142111 h 2323145"/>
              <a:gd name="connsiteX164" fmla="*/ 3769100 w 11269336"/>
              <a:gd name="connsiteY164" fmla="*/ 2131731 h 2323145"/>
              <a:gd name="connsiteX165" fmla="*/ 3562752 w 11269336"/>
              <a:gd name="connsiteY165" fmla="*/ 2131785 h 2323145"/>
              <a:gd name="connsiteX166" fmla="*/ 3541402 w 11269336"/>
              <a:gd name="connsiteY166" fmla="*/ 2106821 h 2323145"/>
              <a:gd name="connsiteX167" fmla="*/ 3365341 w 11269336"/>
              <a:gd name="connsiteY167" fmla="*/ 2077638 h 2323145"/>
              <a:gd name="connsiteX168" fmla="*/ 3170922 w 11269336"/>
              <a:gd name="connsiteY168" fmla="*/ 2115957 h 2323145"/>
              <a:gd name="connsiteX169" fmla="*/ 3156256 w 11269336"/>
              <a:gd name="connsiteY169" fmla="*/ 2124773 h 2323145"/>
              <a:gd name="connsiteX170" fmla="*/ 3140298 w 11269336"/>
              <a:gd name="connsiteY170" fmla="*/ 2129182 h 2323145"/>
              <a:gd name="connsiteX171" fmla="*/ 3138514 w 11269336"/>
              <a:gd name="connsiteY171" fmla="*/ 2128069 h 2323145"/>
              <a:gd name="connsiteX172" fmla="*/ 3120467 w 11269336"/>
              <a:gd name="connsiteY172" fmla="*/ 2128281 h 2323145"/>
              <a:gd name="connsiteX173" fmla="*/ 3116175 w 11269336"/>
              <a:gd name="connsiteY173" fmla="*/ 2131633 h 2323145"/>
              <a:gd name="connsiteX174" fmla="*/ 3103685 w 11269336"/>
              <a:gd name="connsiteY174" fmla="*/ 2132814 h 2323145"/>
              <a:gd name="connsiteX175" fmla="*/ 3078794 w 11269336"/>
              <a:gd name="connsiteY175" fmla="*/ 2137935 h 2323145"/>
              <a:gd name="connsiteX176" fmla="*/ 3074407 w 11269336"/>
              <a:gd name="connsiteY176" fmla="*/ 2136274 h 2323145"/>
              <a:gd name="connsiteX177" fmla="*/ 3037285 w 11269336"/>
              <a:gd name="connsiteY177" fmla="*/ 2139919 h 2323145"/>
              <a:gd name="connsiteX178" fmla="*/ 3036901 w 11269336"/>
              <a:gd name="connsiteY178" fmla="*/ 2138726 h 2323145"/>
              <a:gd name="connsiteX179" fmla="*/ 3026996 w 11269336"/>
              <a:gd name="connsiteY179" fmla="*/ 2134322 h 2323145"/>
              <a:gd name="connsiteX180" fmla="*/ 3007772 w 11269336"/>
              <a:gd name="connsiteY180" fmla="*/ 2128742 h 2323145"/>
              <a:gd name="connsiteX181" fmla="*/ 2965030 w 11269336"/>
              <a:gd name="connsiteY181" fmla="*/ 2100494 h 2323145"/>
              <a:gd name="connsiteX182" fmla="*/ 2926342 w 11269336"/>
              <a:gd name="connsiteY182" fmla="*/ 2104155 h 2323145"/>
              <a:gd name="connsiteX183" fmla="*/ 2918608 w 11269336"/>
              <a:gd name="connsiteY183" fmla="*/ 2104215 h 2323145"/>
              <a:gd name="connsiteX184" fmla="*/ 2918475 w 11269336"/>
              <a:gd name="connsiteY184" fmla="*/ 2103937 h 2323145"/>
              <a:gd name="connsiteX185" fmla="*/ 2910360 w 11269336"/>
              <a:gd name="connsiteY185" fmla="*/ 2103444 h 2323145"/>
              <a:gd name="connsiteX186" fmla="*/ 2904507 w 11269336"/>
              <a:gd name="connsiteY186" fmla="*/ 2104326 h 2323145"/>
              <a:gd name="connsiteX187" fmla="*/ 2889503 w 11269336"/>
              <a:gd name="connsiteY187" fmla="*/ 2104443 h 2323145"/>
              <a:gd name="connsiteX188" fmla="*/ 2884480 w 11269336"/>
              <a:gd name="connsiteY188" fmla="*/ 2102626 h 2323145"/>
              <a:gd name="connsiteX189" fmla="*/ 2882689 w 11269336"/>
              <a:gd name="connsiteY189" fmla="*/ 2099228 h 2323145"/>
              <a:gd name="connsiteX190" fmla="*/ 2881291 w 11269336"/>
              <a:gd name="connsiteY190" fmla="*/ 2099618 h 2323145"/>
              <a:gd name="connsiteX191" fmla="*/ 2853979 w 11269336"/>
              <a:gd name="connsiteY191" fmla="*/ 2090388 h 2323145"/>
              <a:gd name="connsiteX192" fmla="*/ 2791790 w 11269336"/>
              <a:gd name="connsiteY192" fmla="*/ 2080332 h 2323145"/>
              <a:gd name="connsiteX193" fmla="*/ 2755844 w 11269336"/>
              <a:gd name="connsiteY193" fmla="*/ 2078874 h 2323145"/>
              <a:gd name="connsiteX194" fmla="*/ 2657742 w 11269336"/>
              <a:gd name="connsiteY194" fmla="*/ 2070179 h 2323145"/>
              <a:gd name="connsiteX195" fmla="*/ 2559549 w 11269336"/>
              <a:gd name="connsiteY195" fmla="*/ 2057873 h 2323145"/>
              <a:gd name="connsiteX196" fmla="*/ 2512054 w 11269336"/>
              <a:gd name="connsiteY196" fmla="*/ 2031671 h 2323145"/>
              <a:gd name="connsiteX197" fmla="*/ 2506437 w 11269336"/>
              <a:gd name="connsiteY197" fmla="*/ 2030918 h 2323145"/>
              <a:gd name="connsiteX198" fmla="*/ 2491752 w 11269336"/>
              <a:gd name="connsiteY198" fmla="*/ 2033906 h 2323145"/>
              <a:gd name="connsiteX199" fmla="*/ 2486338 w 11269336"/>
              <a:gd name="connsiteY199" fmla="*/ 2035862 h 2323145"/>
              <a:gd name="connsiteX200" fmla="*/ 2478186 w 11269336"/>
              <a:gd name="connsiteY200" fmla="*/ 2036953 h 2323145"/>
              <a:gd name="connsiteX201" fmla="*/ 2477950 w 11269336"/>
              <a:gd name="connsiteY201" fmla="*/ 2036715 h 2323145"/>
              <a:gd name="connsiteX202" fmla="*/ 2470381 w 11269336"/>
              <a:gd name="connsiteY202" fmla="*/ 2038256 h 2323145"/>
              <a:gd name="connsiteX203" fmla="*/ 2433781 w 11269336"/>
              <a:gd name="connsiteY203" fmla="*/ 2049140 h 2323145"/>
              <a:gd name="connsiteX204" fmla="*/ 2381172 w 11269336"/>
              <a:gd name="connsiteY204" fmla="*/ 2030645 h 2323145"/>
              <a:gd name="connsiteX205" fmla="*/ 2360198 w 11269336"/>
              <a:gd name="connsiteY205" fmla="*/ 2029059 h 2323145"/>
              <a:gd name="connsiteX206" fmla="*/ 2348815 w 11269336"/>
              <a:gd name="connsiteY206" fmla="*/ 2026798 h 2323145"/>
              <a:gd name="connsiteX207" fmla="*/ 2347988 w 11269336"/>
              <a:gd name="connsiteY207" fmla="*/ 2025745 h 2323145"/>
              <a:gd name="connsiteX208" fmla="*/ 2312920 w 11269336"/>
              <a:gd name="connsiteY208" fmla="*/ 2036311 h 2323145"/>
              <a:gd name="connsiteX209" fmla="*/ 2307986 w 11269336"/>
              <a:gd name="connsiteY209" fmla="*/ 2035583 h 2323145"/>
              <a:gd name="connsiteX210" fmla="*/ 2285481 w 11269336"/>
              <a:gd name="connsiteY210" fmla="*/ 2045197 h 2323145"/>
              <a:gd name="connsiteX211" fmla="*/ 2273666 w 11269336"/>
              <a:gd name="connsiteY211" fmla="*/ 2048710 h 2323145"/>
              <a:gd name="connsiteX212" fmla="*/ 2270719 w 11269336"/>
              <a:gd name="connsiteY212" fmla="*/ 2052702 h 2323145"/>
              <a:gd name="connsiteX213" fmla="*/ 2253080 w 11269336"/>
              <a:gd name="connsiteY213" fmla="*/ 2056363 h 2323145"/>
              <a:gd name="connsiteX214" fmla="*/ 2250906 w 11269336"/>
              <a:gd name="connsiteY214" fmla="*/ 2055654 h 2323145"/>
              <a:gd name="connsiteX215" fmla="*/ 2236905 w 11269336"/>
              <a:gd name="connsiteY215" fmla="*/ 2062882 h 2323145"/>
              <a:gd name="connsiteX216" fmla="*/ 2225830 w 11269336"/>
              <a:gd name="connsiteY216" fmla="*/ 2074027 h 2323145"/>
              <a:gd name="connsiteX217" fmla="*/ 2073776 w 11269336"/>
              <a:gd name="connsiteY217" fmla="*/ 2089244 h 2323145"/>
              <a:gd name="connsiteX218" fmla="*/ 1948256 w 11269336"/>
              <a:gd name="connsiteY218" fmla="*/ 2146616 h 2323145"/>
              <a:gd name="connsiteX219" fmla="*/ 1865582 w 11269336"/>
              <a:gd name="connsiteY219" fmla="*/ 2153738 h 2323145"/>
              <a:gd name="connsiteX220" fmla="*/ 1835210 w 11269336"/>
              <a:gd name="connsiteY220" fmla="*/ 2134244 h 2323145"/>
              <a:gd name="connsiteX221" fmla="*/ 1632661 w 11269336"/>
              <a:gd name="connsiteY221" fmla="*/ 2173882 h 2323145"/>
              <a:gd name="connsiteX222" fmla="*/ 1579590 w 11269336"/>
              <a:gd name="connsiteY222" fmla="*/ 2173680 h 2323145"/>
              <a:gd name="connsiteX223" fmla="*/ 1535601 w 11269336"/>
              <a:gd name="connsiteY223" fmla="*/ 2194590 h 2323145"/>
              <a:gd name="connsiteX224" fmla="*/ 1515594 w 11269336"/>
              <a:gd name="connsiteY224" fmla="*/ 2189622 h 2323145"/>
              <a:gd name="connsiteX225" fmla="*/ 1512113 w 11269336"/>
              <a:gd name="connsiteY225" fmla="*/ 2188534 h 2323145"/>
              <a:gd name="connsiteX226" fmla="*/ 1498838 w 11269336"/>
              <a:gd name="connsiteY226" fmla="*/ 2189213 h 2323145"/>
              <a:gd name="connsiteX227" fmla="*/ 1494279 w 11269336"/>
              <a:gd name="connsiteY227" fmla="*/ 2183112 h 2323145"/>
              <a:gd name="connsiteX228" fmla="*/ 1473714 w 11269336"/>
              <a:gd name="connsiteY228" fmla="*/ 2179625 h 2323145"/>
              <a:gd name="connsiteX229" fmla="*/ 1449503 w 11269336"/>
              <a:gd name="connsiteY229" fmla="*/ 2182633 h 2323145"/>
              <a:gd name="connsiteX230" fmla="*/ 1266687 w 11269336"/>
              <a:gd name="connsiteY230" fmla="*/ 2212688 h 2323145"/>
              <a:gd name="connsiteX231" fmla="*/ 1239614 w 11269336"/>
              <a:gd name="connsiteY231" fmla="*/ 2209727 h 2323145"/>
              <a:gd name="connsiteX232" fmla="*/ 1202436 w 11269336"/>
              <a:gd name="connsiteY232" fmla="*/ 2209817 h 2323145"/>
              <a:gd name="connsiteX233" fmla="*/ 1136097 w 11269336"/>
              <a:gd name="connsiteY233" fmla="*/ 2205112 h 2323145"/>
              <a:gd name="connsiteX234" fmla="*/ 988232 w 11269336"/>
              <a:gd name="connsiteY234" fmla="*/ 2235635 h 2323145"/>
              <a:gd name="connsiteX235" fmla="*/ 981959 w 11269336"/>
              <a:gd name="connsiteY235" fmla="*/ 2231607 h 2323145"/>
              <a:gd name="connsiteX236" fmla="*/ 938600 w 11269336"/>
              <a:gd name="connsiteY236" fmla="*/ 2238113 h 2323145"/>
              <a:gd name="connsiteX237" fmla="*/ 791788 w 11269336"/>
              <a:gd name="connsiteY237" fmla="*/ 2293224 h 2323145"/>
              <a:gd name="connsiteX238" fmla="*/ 706914 w 11269336"/>
              <a:gd name="connsiteY238" fmla="*/ 2305046 h 2323145"/>
              <a:gd name="connsiteX239" fmla="*/ 675971 w 11269336"/>
              <a:gd name="connsiteY239" fmla="*/ 2304030 h 2323145"/>
              <a:gd name="connsiteX240" fmla="*/ 624180 w 11269336"/>
              <a:gd name="connsiteY240" fmla="*/ 2302650 h 2323145"/>
              <a:gd name="connsiteX241" fmla="*/ 583453 w 11269336"/>
              <a:gd name="connsiteY241" fmla="*/ 2288788 h 2323145"/>
              <a:gd name="connsiteX242" fmla="*/ 540946 w 11269336"/>
              <a:gd name="connsiteY242" fmla="*/ 2292721 h 2323145"/>
              <a:gd name="connsiteX243" fmla="*/ 533680 w 11269336"/>
              <a:gd name="connsiteY243" fmla="*/ 2310233 h 2323145"/>
              <a:gd name="connsiteX244" fmla="*/ 487366 w 11269336"/>
              <a:gd name="connsiteY244" fmla="*/ 2309053 h 2323145"/>
              <a:gd name="connsiteX245" fmla="*/ 416820 w 11269336"/>
              <a:gd name="connsiteY245" fmla="*/ 2305443 h 2323145"/>
              <a:gd name="connsiteX246" fmla="*/ 376805 w 11269336"/>
              <a:gd name="connsiteY246" fmla="*/ 2307647 h 2323145"/>
              <a:gd name="connsiteX247" fmla="*/ 266777 w 11269336"/>
              <a:gd name="connsiteY247" fmla="*/ 2309012 h 2323145"/>
              <a:gd name="connsiteX248" fmla="*/ 156013 w 11269336"/>
              <a:gd name="connsiteY248" fmla="*/ 2306832 h 2323145"/>
              <a:gd name="connsiteX249" fmla="*/ 87258 w 11269336"/>
              <a:gd name="connsiteY249" fmla="*/ 2285511 h 2323145"/>
              <a:gd name="connsiteX250" fmla="*/ 23798 w 11269336"/>
              <a:gd name="connsiteY250" fmla="*/ 2281822 h 2323145"/>
              <a:gd name="connsiteX251" fmla="*/ 0 w 11269336"/>
              <a:gd name="connsiteY251" fmla="*/ 2285369 h 2323145"/>
              <a:gd name="connsiteX252" fmla="*/ 0 w 11269336"/>
              <a:gd name="connsiteY252"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561575 w 11269336"/>
              <a:gd name="connsiteY19" fmla="*/ 559978 h 2323145"/>
              <a:gd name="connsiteX20" fmla="*/ 9162278 w 11269336"/>
              <a:gd name="connsiteY20" fmla="*/ 704724 h 2323145"/>
              <a:gd name="connsiteX21" fmla="*/ 9062863 w 11269336"/>
              <a:gd name="connsiteY21" fmla="*/ 754656 h 2323145"/>
              <a:gd name="connsiteX22" fmla="*/ 8914746 w 11269336"/>
              <a:gd name="connsiteY22" fmla="*/ 826428 h 2323145"/>
              <a:gd name="connsiteX23" fmla="*/ 8917778 w 11269336"/>
              <a:gd name="connsiteY23" fmla="*/ 835198 h 2323145"/>
              <a:gd name="connsiteX24" fmla="*/ 8905560 w 11269336"/>
              <a:gd name="connsiteY24" fmla="*/ 838358 h 2323145"/>
              <a:gd name="connsiteX25" fmla="*/ 8897564 w 11269336"/>
              <a:gd name="connsiteY25" fmla="*/ 834287 h 2323145"/>
              <a:gd name="connsiteX26" fmla="*/ 8878040 w 11269336"/>
              <a:gd name="connsiteY26" fmla="*/ 844150 h 2323145"/>
              <a:gd name="connsiteX27" fmla="*/ 8795998 w 11269336"/>
              <a:gd name="connsiteY27" fmla="*/ 863337 h 2323145"/>
              <a:gd name="connsiteX28" fmla="*/ 8776970 w 11269336"/>
              <a:gd name="connsiteY28" fmla="*/ 885177 h 2323145"/>
              <a:gd name="connsiteX29" fmla="*/ 8755719 w 11269336"/>
              <a:gd name="connsiteY29" fmla="*/ 889754 h 2323145"/>
              <a:gd name="connsiteX30" fmla="*/ 8743257 w 11269336"/>
              <a:gd name="connsiteY30" fmla="*/ 904723 h 2323145"/>
              <a:gd name="connsiteX31" fmla="*/ 8721366 w 11269336"/>
              <a:gd name="connsiteY31" fmla="*/ 904711 h 2323145"/>
              <a:gd name="connsiteX32" fmla="*/ 8678353 w 11269336"/>
              <a:gd name="connsiteY32" fmla="*/ 926318 h 2323145"/>
              <a:gd name="connsiteX33" fmla="*/ 8636849 w 11269336"/>
              <a:gd name="connsiteY33" fmla="*/ 937900 h 2323145"/>
              <a:gd name="connsiteX34" fmla="*/ 8620213 w 11269336"/>
              <a:gd name="connsiteY34" fmla="*/ 943068 h 2323145"/>
              <a:gd name="connsiteX35" fmla="*/ 8612581 w 11269336"/>
              <a:gd name="connsiteY35" fmla="*/ 952695 h 2323145"/>
              <a:gd name="connsiteX36" fmla="*/ 8589038 w 11269336"/>
              <a:gd name="connsiteY36" fmla="*/ 963892 h 2323145"/>
              <a:gd name="connsiteX37" fmla="*/ 8579950 w 11269336"/>
              <a:gd name="connsiteY37" fmla="*/ 960899 h 2323145"/>
              <a:gd name="connsiteX38" fmla="*/ 8579319 w 11269336"/>
              <a:gd name="connsiteY38" fmla="*/ 965630 h 2323145"/>
              <a:gd name="connsiteX39" fmla="*/ 8547429 w 11269336"/>
              <a:gd name="connsiteY39" fmla="*/ 984506 h 2323145"/>
              <a:gd name="connsiteX40" fmla="*/ 8478704 w 11269336"/>
              <a:gd name="connsiteY40" fmla="*/ 1025490 h 2323145"/>
              <a:gd name="connsiteX41" fmla="*/ 8461421 w 11269336"/>
              <a:gd name="connsiteY41" fmla="*/ 1035512 h 2323145"/>
              <a:gd name="connsiteX42" fmla="*/ 8445003 w 11269336"/>
              <a:gd name="connsiteY42" fmla="*/ 1036851 h 2323145"/>
              <a:gd name="connsiteX43" fmla="*/ 8357350 w 11269336"/>
              <a:gd name="connsiteY43" fmla="*/ 1060213 h 2323145"/>
              <a:gd name="connsiteX44" fmla="*/ 8335565 w 11269336"/>
              <a:gd name="connsiteY44" fmla="*/ 1061151 h 2323145"/>
              <a:gd name="connsiteX45" fmla="*/ 8325267 w 11269336"/>
              <a:gd name="connsiteY45" fmla="*/ 1055919 h 2323145"/>
              <a:gd name="connsiteX46" fmla="*/ 8293586 w 11269336"/>
              <a:gd name="connsiteY46" fmla="*/ 1076144 h 2323145"/>
              <a:gd name="connsiteX47" fmla="*/ 8242405 w 11269336"/>
              <a:gd name="connsiteY47" fmla="*/ 1095960 h 2323145"/>
              <a:gd name="connsiteX48" fmla="*/ 8197391 w 11269336"/>
              <a:gd name="connsiteY48" fmla="*/ 1107746 h 2323145"/>
              <a:gd name="connsiteX49" fmla="*/ 8081474 w 11269336"/>
              <a:gd name="connsiteY49" fmla="*/ 1130125 h 2323145"/>
              <a:gd name="connsiteX50" fmla="*/ 8053585 w 11269336"/>
              <a:gd name="connsiteY50" fmla="*/ 1129169 h 2323145"/>
              <a:gd name="connsiteX51" fmla="*/ 8038422 w 11269336"/>
              <a:gd name="connsiteY51" fmla="*/ 1119092 h 2323145"/>
              <a:gd name="connsiteX52" fmla="*/ 8029450 w 11269336"/>
              <a:gd name="connsiteY52" fmla="*/ 1125592 h 2323145"/>
              <a:gd name="connsiteX53" fmla="*/ 7959552 w 11269336"/>
              <a:gd name="connsiteY53" fmla="*/ 1140188 h 2323145"/>
              <a:gd name="connsiteX54" fmla="*/ 7914188 w 11269336"/>
              <a:gd name="connsiteY54" fmla="*/ 1150862 h 2323145"/>
              <a:gd name="connsiteX55" fmla="*/ 7914918 w 11269336"/>
              <a:gd name="connsiteY55" fmla="*/ 1168758 h 2323145"/>
              <a:gd name="connsiteX56" fmla="*/ 7875510 w 11269336"/>
              <a:gd name="connsiteY56" fmla="*/ 1183153 h 2323145"/>
              <a:gd name="connsiteX57" fmla="*/ 7829932 w 11269336"/>
              <a:gd name="connsiteY57" fmla="*/ 1180782 h 2323145"/>
              <a:gd name="connsiteX58" fmla="*/ 7779182 w 11269336"/>
              <a:gd name="connsiteY58" fmla="*/ 1192665 h 2323145"/>
              <a:gd name="connsiteX59" fmla="*/ 7748774 w 11269336"/>
              <a:gd name="connsiteY59" fmla="*/ 1199586 h 2323145"/>
              <a:gd name="connsiteX60" fmla="*/ 7671846 w 11269336"/>
              <a:gd name="connsiteY60" fmla="*/ 1231966 h 2323145"/>
              <a:gd name="connsiteX61" fmla="*/ 7554146 w 11269336"/>
              <a:gd name="connsiteY61" fmla="*/ 1319748 h 2323145"/>
              <a:gd name="connsiteX62" fmla="*/ 7515052 w 11269336"/>
              <a:gd name="connsiteY62" fmla="*/ 1336718 h 2323145"/>
              <a:gd name="connsiteX63" fmla="*/ 7507193 w 11269336"/>
              <a:gd name="connsiteY63" fmla="*/ 1334617 h 2323145"/>
              <a:gd name="connsiteX64" fmla="*/ 7461694 w 11269336"/>
              <a:gd name="connsiteY64" fmla="*/ 1375866 h 2323145"/>
              <a:gd name="connsiteX65" fmla="*/ 7377571 w 11269336"/>
              <a:gd name="connsiteY65" fmla="*/ 1400128 h 2323145"/>
              <a:gd name="connsiteX66" fmla="*/ 7311261 w 11269336"/>
              <a:gd name="connsiteY66" fmla="*/ 1412652 h 2323145"/>
              <a:gd name="connsiteX67" fmla="*/ 7275307 w 11269336"/>
              <a:gd name="connsiteY67" fmla="*/ 1422171 h 2323145"/>
              <a:gd name="connsiteX68" fmla="*/ 7247783 w 11269336"/>
              <a:gd name="connsiteY68" fmla="*/ 1426330 h 2323145"/>
              <a:gd name="connsiteX69" fmla="*/ 7185047 w 11269336"/>
              <a:gd name="connsiteY69" fmla="*/ 1451812 h 2323145"/>
              <a:gd name="connsiteX70" fmla="*/ 7084117 w 11269336"/>
              <a:gd name="connsiteY70" fmla="*/ 1500281 h 2323145"/>
              <a:gd name="connsiteX71" fmla="*/ 7062011 w 11269336"/>
              <a:gd name="connsiteY71" fmla="*/ 1509183 h 2323145"/>
              <a:gd name="connsiteX72" fmla="*/ 7040555 w 11269336"/>
              <a:gd name="connsiteY72" fmla="*/ 1511207 h 2323145"/>
              <a:gd name="connsiteX73" fmla="*/ 7033438 w 11269336"/>
              <a:gd name="connsiteY73" fmla="*/ 1506772 h 2323145"/>
              <a:gd name="connsiteX74" fmla="*/ 7020886 w 11269336"/>
              <a:gd name="connsiteY74" fmla="*/ 1510764 h 2323145"/>
              <a:gd name="connsiteX75" fmla="*/ 7017033 w 11269336"/>
              <a:gd name="connsiteY75" fmla="*/ 1510650 h 2323145"/>
              <a:gd name="connsiteX76" fmla="*/ 6995460 w 11269336"/>
              <a:gd name="connsiteY76" fmla="*/ 1511173 h 2323145"/>
              <a:gd name="connsiteX77" fmla="*/ 6962144 w 11269336"/>
              <a:gd name="connsiteY77" fmla="*/ 1541508 h 2323145"/>
              <a:gd name="connsiteX78" fmla="*/ 6910674 w 11269336"/>
              <a:gd name="connsiteY78" fmla="*/ 1554793 h 2323145"/>
              <a:gd name="connsiteX79" fmla="*/ 6732152 w 11269336"/>
              <a:gd name="connsiteY79" fmla="*/ 1642538 h 2323145"/>
              <a:gd name="connsiteX80" fmla="*/ 6694106 w 11269336"/>
              <a:gd name="connsiteY80" fmla="*/ 1632377 h 2323145"/>
              <a:gd name="connsiteX81" fmla="*/ 6617223 w 11269336"/>
              <a:gd name="connsiteY81" fmla="*/ 1659889 h 2323145"/>
              <a:gd name="connsiteX82" fmla="*/ 6521138 w 11269336"/>
              <a:gd name="connsiteY82" fmla="*/ 1744340 h 2323145"/>
              <a:gd name="connsiteX83" fmla="*/ 6380677 w 11269336"/>
              <a:gd name="connsiteY83" fmla="*/ 1796883 h 2323145"/>
              <a:gd name="connsiteX84" fmla="*/ 6374897 w 11269336"/>
              <a:gd name="connsiteY84" fmla="*/ 1809910 h 2323145"/>
              <a:gd name="connsiteX85" fmla="*/ 6364545 w 11269336"/>
              <a:gd name="connsiteY85" fmla="*/ 1820090 h 2323145"/>
              <a:gd name="connsiteX86" fmla="*/ 6362126 w 11269336"/>
              <a:gd name="connsiteY86" fmla="*/ 1819991 h 2323145"/>
              <a:gd name="connsiteX87" fmla="*/ 6346673 w 11269336"/>
              <a:gd name="connsiteY87" fmla="*/ 1827824 h 2323145"/>
              <a:gd name="connsiteX88" fmla="*/ 6345588 w 11269336"/>
              <a:gd name="connsiteY88" fmla="*/ 1832232 h 2323145"/>
              <a:gd name="connsiteX89" fmla="*/ 6335708 w 11269336"/>
              <a:gd name="connsiteY89" fmla="*/ 1838451 h 2323145"/>
              <a:gd name="connsiteX90" fmla="*/ 6318182 w 11269336"/>
              <a:gd name="connsiteY90" fmla="*/ 1852975 h 2323145"/>
              <a:gd name="connsiteX91" fmla="*/ 6313084 w 11269336"/>
              <a:gd name="connsiteY91" fmla="*/ 1853561 h 2323145"/>
              <a:gd name="connsiteX92" fmla="*/ 6283816 w 11269336"/>
              <a:gd name="connsiteY92" fmla="*/ 1872148 h 2323145"/>
              <a:gd name="connsiteX93" fmla="*/ 6282550 w 11269336"/>
              <a:gd name="connsiteY93" fmla="*/ 1871392 h 2323145"/>
              <a:gd name="connsiteX94" fmla="*/ 6270527 w 11269336"/>
              <a:gd name="connsiteY94" fmla="*/ 1872208 h 2323145"/>
              <a:gd name="connsiteX95" fmla="*/ 6249518 w 11269336"/>
              <a:gd name="connsiteY95" fmla="*/ 1876079 h 2323145"/>
              <a:gd name="connsiteX96" fmla="*/ 6190386 w 11269336"/>
              <a:gd name="connsiteY96" fmla="*/ 1872478 h 2323145"/>
              <a:gd name="connsiteX97" fmla="*/ 6159777 w 11269336"/>
              <a:gd name="connsiteY97" fmla="*/ 1891745 h 2323145"/>
              <a:gd name="connsiteX98" fmla="*/ 6153131 w 11269336"/>
              <a:gd name="connsiteY98" fmla="*/ 1895079 h 2323145"/>
              <a:gd name="connsiteX99" fmla="*/ 6152798 w 11269336"/>
              <a:gd name="connsiteY99" fmla="*/ 1894920 h 2323145"/>
              <a:gd name="connsiteX100" fmla="*/ 6145388 w 11269336"/>
              <a:gd name="connsiteY100" fmla="*/ 1897990 h 2323145"/>
              <a:gd name="connsiteX101" fmla="*/ 6141014 w 11269336"/>
              <a:gd name="connsiteY101" fmla="*/ 1901155 h 2323145"/>
              <a:gd name="connsiteX102" fmla="*/ 6128122 w 11269336"/>
              <a:gd name="connsiteY102" fmla="*/ 1907623 h 2323145"/>
              <a:gd name="connsiteX103" fmla="*/ 6122351 w 11269336"/>
              <a:gd name="connsiteY103" fmla="*/ 1908359 h 2323145"/>
              <a:gd name="connsiteX104" fmla="*/ 6064750 w 11269336"/>
              <a:gd name="connsiteY104" fmla="*/ 1896394 h 2323145"/>
              <a:gd name="connsiteX105" fmla="*/ 5964230 w 11269336"/>
              <a:gd name="connsiteY105" fmla="*/ 1910038 h 2323145"/>
              <a:gd name="connsiteX106" fmla="*/ 5865399 w 11269336"/>
              <a:gd name="connsiteY106" fmla="*/ 1926966 h 2323145"/>
              <a:gd name="connsiteX107" fmla="*/ 5829951 w 11269336"/>
              <a:gd name="connsiteY107" fmla="*/ 1934755 h 2323145"/>
              <a:gd name="connsiteX108" fmla="*/ 5765285 w 11269336"/>
              <a:gd name="connsiteY108" fmla="*/ 1941322 h 2323145"/>
              <a:gd name="connsiteX109" fmla="*/ 5734750 w 11269336"/>
              <a:gd name="connsiteY109" fmla="*/ 1939793 h 2323145"/>
              <a:gd name="connsiteX110" fmla="*/ 5733569 w 11269336"/>
              <a:gd name="connsiteY110" fmla="*/ 1940505 h 2323145"/>
              <a:gd name="connsiteX111" fmla="*/ 5730329 w 11269336"/>
              <a:gd name="connsiteY111" fmla="*/ 1937845 h 2323145"/>
              <a:gd name="connsiteX112" fmla="*/ 5724661 w 11269336"/>
              <a:gd name="connsiteY112" fmla="*/ 1937455 h 2323145"/>
              <a:gd name="connsiteX113" fmla="*/ 5710186 w 11269336"/>
              <a:gd name="connsiteY113" fmla="*/ 1941370 h 2323145"/>
              <a:gd name="connsiteX114" fmla="*/ 5704910 w 11269336"/>
              <a:gd name="connsiteY114" fmla="*/ 1943663 h 2323145"/>
              <a:gd name="connsiteX115" fmla="*/ 5696836 w 11269336"/>
              <a:gd name="connsiteY115" fmla="*/ 1945271 h 2323145"/>
              <a:gd name="connsiteX116" fmla="*/ 5696583 w 11269336"/>
              <a:gd name="connsiteY116" fmla="*/ 1945050 h 2323145"/>
              <a:gd name="connsiteX117" fmla="*/ 5689123 w 11269336"/>
              <a:gd name="connsiteY117" fmla="*/ 1947067 h 2323145"/>
              <a:gd name="connsiteX118" fmla="*/ 5653291 w 11269336"/>
              <a:gd name="connsiteY118" fmla="*/ 1960245 h 2323145"/>
              <a:gd name="connsiteX119" fmla="*/ 5599385 w 11269336"/>
              <a:gd name="connsiteY119" fmla="*/ 1945198 h 2323145"/>
              <a:gd name="connsiteX120" fmla="*/ 5578300 w 11269336"/>
              <a:gd name="connsiteY120" fmla="*/ 1944963 h 2323145"/>
              <a:gd name="connsiteX121" fmla="*/ 5566758 w 11269336"/>
              <a:gd name="connsiteY121" fmla="*/ 1943441 h 2323145"/>
              <a:gd name="connsiteX122" fmla="*/ 5565857 w 11269336"/>
              <a:gd name="connsiteY122" fmla="*/ 1942445 h 2323145"/>
              <a:gd name="connsiteX123" fmla="*/ 5531534 w 11269336"/>
              <a:gd name="connsiteY123" fmla="*/ 1955208 h 2323145"/>
              <a:gd name="connsiteX124" fmla="*/ 5526552 w 11269336"/>
              <a:gd name="connsiteY124" fmla="*/ 1954799 h 2323145"/>
              <a:gd name="connsiteX125" fmla="*/ 5504723 w 11269336"/>
              <a:gd name="connsiteY125" fmla="*/ 1965811 h 2323145"/>
              <a:gd name="connsiteX126" fmla="*/ 5493156 w 11269336"/>
              <a:gd name="connsiteY126" fmla="*/ 1970063 h 2323145"/>
              <a:gd name="connsiteX127" fmla="*/ 5490486 w 11269336"/>
              <a:gd name="connsiteY127" fmla="*/ 1974227 h 2323145"/>
              <a:gd name="connsiteX128" fmla="*/ 5473107 w 11269336"/>
              <a:gd name="connsiteY128" fmla="*/ 1979001 h 2323145"/>
              <a:gd name="connsiteX129" fmla="*/ 5470885 w 11269336"/>
              <a:gd name="connsiteY129" fmla="*/ 1978432 h 2323145"/>
              <a:gd name="connsiteX130" fmla="*/ 5457393 w 11269336"/>
              <a:gd name="connsiteY130" fmla="*/ 1986525 h 2323145"/>
              <a:gd name="connsiteX131" fmla="*/ 5447102 w 11269336"/>
              <a:gd name="connsiteY131" fmla="*/ 1998329 h 2323145"/>
              <a:gd name="connsiteX132" fmla="*/ 5159151 w 11269336"/>
              <a:gd name="connsiteY132" fmla="*/ 2029640 h 2323145"/>
              <a:gd name="connsiteX133" fmla="*/ 5098838 w 11269336"/>
              <a:gd name="connsiteY133" fmla="*/ 2062961 h 2323145"/>
              <a:gd name="connsiteX134" fmla="*/ 4860988 w 11269336"/>
              <a:gd name="connsiteY134" fmla="*/ 2135698 h 2323145"/>
              <a:gd name="connsiteX135" fmla="*/ 4765388 w 11269336"/>
              <a:gd name="connsiteY135" fmla="*/ 2162525 h 2323145"/>
              <a:gd name="connsiteX136" fmla="*/ 4745033 w 11269336"/>
              <a:gd name="connsiteY136" fmla="*/ 2158859 h 2323145"/>
              <a:gd name="connsiteX137" fmla="*/ 4741475 w 11269336"/>
              <a:gd name="connsiteY137" fmla="*/ 2157998 h 2323145"/>
              <a:gd name="connsiteX138" fmla="*/ 4728247 w 11269336"/>
              <a:gd name="connsiteY138" fmla="*/ 2159526 h 2323145"/>
              <a:gd name="connsiteX139" fmla="*/ 4723263 w 11269336"/>
              <a:gd name="connsiteY139" fmla="*/ 2153742 h 2323145"/>
              <a:gd name="connsiteX140" fmla="*/ 4593061 w 11269336"/>
              <a:gd name="connsiteY140" fmla="*/ 2171597 h 2323145"/>
              <a:gd name="connsiteX141" fmla="*/ 4405765 w 11269336"/>
              <a:gd name="connsiteY141" fmla="*/ 2199902 h 2323145"/>
              <a:gd name="connsiteX142" fmla="*/ 4401354 w 11269336"/>
              <a:gd name="connsiteY142" fmla="*/ 2194745 h 2323145"/>
              <a:gd name="connsiteX143" fmla="*/ 4366646 w 11269336"/>
              <a:gd name="connsiteY143" fmla="*/ 2198564 h 2323145"/>
              <a:gd name="connsiteX144" fmla="*/ 4354009 w 11269336"/>
              <a:gd name="connsiteY144" fmla="*/ 2204984 h 2323145"/>
              <a:gd name="connsiteX145" fmla="*/ 4348284 w 11269336"/>
              <a:gd name="connsiteY145" fmla="*/ 2205270 h 2323145"/>
              <a:gd name="connsiteX146" fmla="*/ 4333906 w 11269336"/>
              <a:gd name="connsiteY146" fmla="*/ 2205251 h 2323145"/>
              <a:gd name="connsiteX147" fmla="*/ 4308819 w 11269336"/>
              <a:gd name="connsiteY147" fmla="*/ 2203822 h 2323145"/>
              <a:gd name="connsiteX148" fmla="*/ 4301210 w 11269336"/>
              <a:gd name="connsiteY148" fmla="*/ 2204456 h 2323145"/>
              <a:gd name="connsiteX149" fmla="*/ 4283095 w 11269336"/>
              <a:gd name="connsiteY149" fmla="*/ 2198177 h 2323145"/>
              <a:gd name="connsiteX150" fmla="*/ 4250119 w 11269336"/>
              <a:gd name="connsiteY150" fmla="*/ 2196342 h 2323145"/>
              <a:gd name="connsiteX151" fmla="*/ 4189203 w 11269336"/>
              <a:gd name="connsiteY151" fmla="*/ 2178994 h 2323145"/>
              <a:gd name="connsiteX152" fmla="*/ 4154035 w 11269336"/>
              <a:gd name="connsiteY152" fmla="*/ 2171950 h 2323145"/>
              <a:gd name="connsiteX153" fmla="*/ 4129569 w 11269336"/>
              <a:gd name="connsiteY153" fmla="*/ 2163850 h 2323145"/>
              <a:gd name="connsiteX154" fmla="*/ 4061250 w 11269336"/>
              <a:gd name="connsiteY154" fmla="*/ 2159236 h 2323145"/>
              <a:gd name="connsiteX155" fmla="*/ 3945480 w 11269336"/>
              <a:gd name="connsiteY155" fmla="*/ 2158279 h 2323145"/>
              <a:gd name="connsiteX156" fmla="*/ 3921468 w 11269336"/>
              <a:gd name="connsiteY156" fmla="*/ 2156588 h 2323145"/>
              <a:gd name="connsiteX157" fmla="*/ 3903348 w 11269336"/>
              <a:gd name="connsiteY157" fmla="*/ 2149220 h 2323145"/>
              <a:gd name="connsiteX158" fmla="*/ 3901342 w 11269336"/>
              <a:gd name="connsiteY158" fmla="*/ 2142355 h 2323145"/>
              <a:gd name="connsiteX159" fmla="*/ 3888539 w 11269336"/>
              <a:gd name="connsiteY159" fmla="*/ 2140476 h 2323145"/>
              <a:gd name="connsiteX160" fmla="*/ 3885662 w 11269336"/>
              <a:gd name="connsiteY160" fmla="*/ 2138740 h 2323145"/>
              <a:gd name="connsiteX161" fmla="*/ 3868627 w 11269336"/>
              <a:gd name="connsiteY161" fmla="*/ 2130023 h 2323145"/>
              <a:gd name="connsiteX162" fmla="*/ 3819177 w 11269336"/>
              <a:gd name="connsiteY162" fmla="*/ 2142111 h 2323145"/>
              <a:gd name="connsiteX163" fmla="*/ 3769100 w 11269336"/>
              <a:gd name="connsiteY163" fmla="*/ 2131731 h 2323145"/>
              <a:gd name="connsiteX164" fmla="*/ 3562752 w 11269336"/>
              <a:gd name="connsiteY164" fmla="*/ 2131785 h 2323145"/>
              <a:gd name="connsiteX165" fmla="*/ 3541402 w 11269336"/>
              <a:gd name="connsiteY165" fmla="*/ 2106821 h 2323145"/>
              <a:gd name="connsiteX166" fmla="*/ 3365341 w 11269336"/>
              <a:gd name="connsiteY166" fmla="*/ 2077638 h 2323145"/>
              <a:gd name="connsiteX167" fmla="*/ 3170922 w 11269336"/>
              <a:gd name="connsiteY167" fmla="*/ 2115957 h 2323145"/>
              <a:gd name="connsiteX168" fmla="*/ 3156256 w 11269336"/>
              <a:gd name="connsiteY168" fmla="*/ 2124773 h 2323145"/>
              <a:gd name="connsiteX169" fmla="*/ 3140298 w 11269336"/>
              <a:gd name="connsiteY169" fmla="*/ 2129182 h 2323145"/>
              <a:gd name="connsiteX170" fmla="*/ 3138514 w 11269336"/>
              <a:gd name="connsiteY170" fmla="*/ 2128069 h 2323145"/>
              <a:gd name="connsiteX171" fmla="*/ 3120467 w 11269336"/>
              <a:gd name="connsiteY171" fmla="*/ 2128281 h 2323145"/>
              <a:gd name="connsiteX172" fmla="*/ 3116175 w 11269336"/>
              <a:gd name="connsiteY172" fmla="*/ 2131633 h 2323145"/>
              <a:gd name="connsiteX173" fmla="*/ 3103685 w 11269336"/>
              <a:gd name="connsiteY173" fmla="*/ 2132814 h 2323145"/>
              <a:gd name="connsiteX174" fmla="*/ 3078794 w 11269336"/>
              <a:gd name="connsiteY174" fmla="*/ 2137935 h 2323145"/>
              <a:gd name="connsiteX175" fmla="*/ 3074407 w 11269336"/>
              <a:gd name="connsiteY175" fmla="*/ 2136274 h 2323145"/>
              <a:gd name="connsiteX176" fmla="*/ 3037285 w 11269336"/>
              <a:gd name="connsiteY176" fmla="*/ 2139919 h 2323145"/>
              <a:gd name="connsiteX177" fmla="*/ 3036901 w 11269336"/>
              <a:gd name="connsiteY177" fmla="*/ 2138726 h 2323145"/>
              <a:gd name="connsiteX178" fmla="*/ 3026996 w 11269336"/>
              <a:gd name="connsiteY178" fmla="*/ 2134322 h 2323145"/>
              <a:gd name="connsiteX179" fmla="*/ 3007772 w 11269336"/>
              <a:gd name="connsiteY179" fmla="*/ 2128742 h 2323145"/>
              <a:gd name="connsiteX180" fmla="*/ 2965030 w 11269336"/>
              <a:gd name="connsiteY180" fmla="*/ 2100494 h 2323145"/>
              <a:gd name="connsiteX181" fmla="*/ 2926342 w 11269336"/>
              <a:gd name="connsiteY181" fmla="*/ 2104155 h 2323145"/>
              <a:gd name="connsiteX182" fmla="*/ 2918608 w 11269336"/>
              <a:gd name="connsiteY182" fmla="*/ 2104215 h 2323145"/>
              <a:gd name="connsiteX183" fmla="*/ 2918475 w 11269336"/>
              <a:gd name="connsiteY183" fmla="*/ 2103937 h 2323145"/>
              <a:gd name="connsiteX184" fmla="*/ 2910360 w 11269336"/>
              <a:gd name="connsiteY184" fmla="*/ 2103444 h 2323145"/>
              <a:gd name="connsiteX185" fmla="*/ 2904507 w 11269336"/>
              <a:gd name="connsiteY185" fmla="*/ 2104326 h 2323145"/>
              <a:gd name="connsiteX186" fmla="*/ 2889503 w 11269336"/>
              <a:gd name="connsiteY186" fmla="*/ 2104443 h 2323145"/>
              <a:gd name="connsiteX187" fmla="*/ 2884480 w 11269336"/>
              <a:gd name="connsiteY187" fmla="*/ 2102626 h 2323145"/>
              <a:gd name="connsiteX188" fmla="*/ 2882689 w 11269336"/>
              <a:gd name="connsiteY188" fmla="*/ 2099228 h 2323145"/>
              <a:gd name="connsiteX189" fmla="*/ 2881291 w 11269336"/>
              <a:gd name="connsiteY189" fmla="*/ 2099618 h 2323145"/>
              <a:gd name="connsiteX190" fmla="*/ 2853979 w 11269336"/>
              <a:gd name="connsiteY190" fmla="*/ 2090388 h 2323145"/>
              <a:gd name="connsiteX191" fmla="*/ 2791790 w 11269336"/>
              <a:gd name="connsiteY191" fmla="*/ 2080332 h 2323145"/>
              <a:gd name="connsiteX192" fmla="*/ 2755844 w 11269336"/>
              <a:gd name="connsiteY192" fmla="*/ 2078874 h 2323145"/>
              <a:gd name="connsiteX193" fmla="*/ 2657742 w 11269336"/>
              <a:gd name="connsiteY193" fmla="*/ 2070179 h 2323145"/>
              <a:gd name="connsiteX194" fmla="*/ 2559549 w 11269336"/>
              <a:gd name="connsiteY194" fmla="*/ 2057873 h 2323145"/>
              <a:gd name="connsiteX195" fmla="*/ 2512054 w 11269336"/>
              <a:gd name="connsiteY195" fmla="*/ 2031671 h 2323145"/>
              <a:gd name="connsiteX196" fmla="*/ 2506437 w 11269336"/>
              <a:gd name="connsiteY196" fmla="*/ 2030918 h 2323145"/>
              <a:gd name="connsiteX197" fmla="*/ 2491752 w 11269336"/>
              <a:gd name="connsiteY197" fmla="*/ 2033906 h 2323145"/>
              <a:gd name="connsiteX198" fmla="*/ 2486338 w 11269336"/>
              <a:gd name="connsiteY198" fmla="*/ 2035862 h 2323145"/>
              <a:gd name="connsiteX199" fmla="*/ 2478186 w 11269336"/>
              <a:gd name="connsiteY199" fmla="*/ 2036953 h 2323145"/>
              <a:gd name="connsiteX200" fmla="*/ 2477950 w 11269336"/>
              <a:gd name="connsiteY200" fmla="*/ 2036715 h 2323145"/>
              <a:gd name="connsiteX201" fmla="*/ 2470381 w 11269336"/>
              <a:gd name="connsiteY201" fmla="*/ 2038256 h 2323145"/>
              <a:gd name="connsiteX202" fmla="*/ 2433781 w 11269336"/>
              <a:gd name="connsiteY202" fmla="*/ 2049140 h 2323145"/>
              <a:gd name="connsiteX203" fmla="*/ 2381172 w 11269336"/>
              <a:gd name="connsiteY203" fmla="*/ 2030645 h 2323145"/>
              <a:gd name="connsiteX204" fmla="*/ 2360198 w 11269336"/>
              <a:gd name="connsiteY204" fmla="*/ 2029059 h 2323145"/>
              <a:gd name="connsiteX205" fmla="*/ 2348815 w 11269336"/>
              <a:gd name="connsiteY205" fmla="*/ 2026798 h 2323145"/>
              <a:gd name="connsiteX206" fmla="*/ 2347988 w 11269336"/>
              <a:gd name="connsiteY206" fmla="*/ 2025745 h 2323145"/>
              <a:gd name="connsiteX207" fmla="*/ 2312920 w 11269336"/>
              <a:gd name="connsiteY207" fmla="*/ 2036311 h 2323145"/>
              <a:gd name="connsiteX208" fmla="*/ 2307986 w 11269336"/>
              <a:gd name="connsiteY208" fmla="*/ 2035583 h 2323145"/>
              <a:gd name="connsiteX209" fmla="*/ 2285481 w 11269336"/>
              <a:gd name="connsiteY209" fmla="*/ 2045197 h 2323145"/>
              <a:gd name="connsiteX210" fmla="*/ 2273666 w 11269336"/>
              <a:gd name="connsiteY210" fmla="*/ 2048710 h 2323145"/>
              <a:gd name="connsiteX211" fmla="*/ 2270719 w 11269336"/>
              <a:gd name="connsiteY211" fmla="*/ 2052702 h 2323145"/>
              <a:gd name="connsiteX212" fmla="*/ 2253080 w 11269336"/>
              <a:gd name="connsiteY212" fmla="*/ 2056363 h 2323145"/>
              <a:gd name="connsiteX213" fmla="*/ 2250906 w 11269336"/>
              <a:gd name="connsiteY213" fmla="*/ 2055654 h 2323145"/>
              <a:gd name="connsiteX214" fmla="*/ 2236905 w 11269336"/>
              <a:gd name="connsiteY214" fmla="*/ 2062882 h 2323145"/>
              <a:gd name="connsiteX215" fmla="*/ 2225830 w 11269336"/>
              <a:gd name="connsiteY215" fmla="*/ 2074027 h 2323145"/>
              <a:gd name="connsiteX216" fmla="*/ 2073776 w 11269336"/>
              <a:gd name="connsiteY216" fmla="*/ 2089244 h 2323145"/>
              <a:gd name="connsiteX217" fmla="*/ 1948256 w 11269336"/>
              <a:gd name="connsiteY217" fmla="*/ 2146616 h 2323145"/>
              <a:gd name="connsiteX218" fmla="*/ 1865582 w 11269336"/>
              <a:gd name="connsiteY218" fmla="*/ 2153738 h 2323145"/>
              <a:gd name="connsiteX219" fmla="*/ 1835210 w 11269336"/>
              <a:gd name="connsiteY219" fmla="*/ 2134244 h 2323145"/>
              <a:gd name="connsiteX220" fmla="*/ 1632661 w 11269336"/>
              <a:gd name="connsiteY220" fmla="*/ 2173882 h 2323145"/>
              <a:gd name="connsiteX221" fmla="*/ 1579590 w 11269336"/>
              <a:gd name="connsiteY221" fmla="*/ 2173680 h 2323145"/>
              <a:gd name="connsiteX222" fmla="*/ 1535601 w 11269336"/>
              <a:gd name="connsiteY222" fmla="*/ 2194590 h 2323145"/>
              <a:gd name="connsiteX223" fmla="*/ 1515594 w 11269336"/>
              <a:gd name="connsiteY223" fmla="*/ 2189622 h 2323145"/>
              <a:gd name="connsiteX224" fmla="*/ 1512113 w 11269336"/>
              <a:gd name="connsiteY224" fmla="*/ 2188534 h 2323145"/>
              <a:gd name="connsiteX225" fmla="*/ 1498838 w 11269336"/>
              <a:gd name="connsiteY225" fmla="*/ 2189213 h 2323145"/>
              <a:gd name="connsiteX226" fmla="*/ 1494279 w 11269336"/>
              <a:gd name="connsiteY226" fmla="*/ 2183112 h 2323145"/>
              <a:gd name="connsiteX227" fmla="*/ 1473714 w 11269336"/>
              <a:gd name="connsiteY227" fmla="*/ 2179625 h 2323145"/>
              <a:gd name="connsiteX228" fmla="*/ 1449503 w 11269336"/>
              <a:gd name="connsiteY228" fmla="*/ 2182633 h 2323145"/>
              <a:gd name="connsiteX229" fmla="*/ 1266687 w 11269336"/>
              <a:gd name="connsiteY229" fmla="*/ 2212688 h 2323145"/>
              <a:gd name="connsiteX230" fmla="*/ 1239614 w 11269336"/>
              <a:gd name="connsiteY230" fmla="*/ 2209727 h 2323145"/>
              <a:gd name="connsiteX231" fmla="*/ 1202436 w 11269336"/>
              <a:gd name="connsiteY231" fmla="*/ 2209817 h 2323145"/>
              <a:gd name="connsiteX232" fmla="*/ 1136097 w 11269336"/>
              <a:gd name="connsiteY232" fmla="*/ 2205112 h 2323145"/>
              <a:gd name="connsiteX233" fmla="*/ 988232 w 11269336"/>
              <a:gd name="connsiteY233" fmla="*/ 2235635 h 2323145"/>
              <a:gd name="connsiteX234" fmla="*/ 981959 w 11269336"/>
              <a:gd name="connsiteY234" fmla="*/ 2231607 h 2323145"/>
              <a:gd name="connsiteX235" fmla="*/ 938600 w 11269336"/>
              <a:gd name="connsiteY235" fmla="*/ 2238113 h 2323145"/>
              <a:gd name="connsiteX236" fmla="*/ 791788 w 11269336"/>
              <a:gd name="connsiteY236" fmla="*/ 2293224 h 2323145"/>
              <a:gd name="connsiteX237" fmla="*/ 706914 w 11269336"/>
              <a:gd name="connsiteY237" fmla="*/ 2305046 h 2323145"/>
              <a:gd name="connsiteX238" fmla="*/ 675971 w 11269336"/>
              <a:gd name="connsiteY238" fmla="*/ 2304030 h 2323145"/>
              <a:gd name="connsiteX239" fmla="*/ 624180 w 11269336"/>
              <a:gd name="connsiteY239" fmla="*/ 2302650 h 2323145"/>
              <a:gd name="connsiteX240" fmla="*/ 583453 w 11269336"/>
              <a:gd name="connsiteY240" fmla="*/ 2288788 h 2323145"/>
              <a:gd name="connsiteX241" fmla="*/ 540946 w 11269336"/>
              <a:gd name="connsiteY241" fmla="*/ 2292721 h 2323145"/>
              <a:gd name="connsiteX242" fmla="*/ 533680 w 11269336"/>
              <a:gd name="connsiteY242" fmla="*/ 2310233 h 2323145"/>
              <a:gd name="connsiteX243" fmla="*/ 487366 w 11269336"/>
              <a:gd name="connsiteY243" fmla="*/ 2309053 h 2323145"/>
              <a:gd name="connsiteX244" fmla="*/ 416820 w 11269336"/>
              <a:gd name="connsiteY244" fmla="*/ 2305443 h 2323145"/>
              <a:gd name="connsiteX245" fmla="*/ 376805 w 11269336"/>
              <a:gd name="connsiteY245" fmla="*/ 2307647 h 2323145"/>
              <a:gd name="connsiteX246" fmla="*/ 266777 w 11269336"/>
              <a:gd name="connsiteY246" fmla="*/ 2309012 h 2323145"/>
              <a:gd name="connsiteX247" fmla="*/ 156013 w 11269336"/>
              <a:gd name="connsiteY247" fmla="*/ 2306832 h 2323145"/>
              <a:gd name="connsiteX248" fmla="*/ 87258 w 11269336"/>
              <a:gd name="connsiteY248" fmla="*/ 2285511 h 2323145"/>
              <a:gd name="connsiteX249" fmla="*/ 23798 w 11269336"/>
              <a:gd name="connsiteY249" fmla="*/ 2281822 h 2323145"/>
              <a:gd name="connsiteX250" fmla="*/ 0 w 11269336"/>
              <a:gd name="connsiteY250" fmla="*/ 2285369 h 2323145"/>
              <a:gd name="connsiteX251" fmla="*/ 0 w 11269336"/>
              <a:gd name="connsiteY251" fmla="*/ 0 h 23231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Lst>
            <a:rect l="l" t="t" r="r" b="b"/>
            <a:pathLst>
              <a:path w="11269336" h="2323145">
                <a:moveTo>
                  <a:pt x="0" y="0"/>
                </a:moveTo>
                <a:lnTo>
                  <a:pt x="11269336" y="0"/>
                </a:lnTo>
                <a:lnTo>
                  <a:pt x="11268645" y="511"/>
                </a:lnTo>
                <a:cubicBezTo>
                  <a:pt x="11257520" y="14091"/>
                  <a:pt x="11248967" y="32073"/>
                  <a:pt x="11230739" y="37096"/>
                </a:cubicBezTo>
                <a:cubicBezTo>
                  <a:pt x="11194283" y="47141"/>
                  <a:pt x="11124351" y="55013"/>
                  <a:pt x="11082485" y="78590"/>
                </a:cubicBezTo>
                <a:cubicBezTo>
                  <a:pt x="11064655" y="69818"/>
                  <a:pt x="11049588" y="97621"/>
                  <a:pt x="11031776" y="79197"/>
                </a:cubicBezTo>
                <a:cubicBezTo>
                  <a:pt x="11016683" y="85023"/>
                  <a:pt x="11009945" y="92832"/>
                  <a:pt x="10995894" y="83459"/>
                </a:cubicBezTo>
                <a:cubicBezTo>
                  <a:pt x="10971843" y="134740"/>
                  <a:pt x="10888992" y="106042"/>
                  <a:pt x="10861177" y="147419"/>
                </a:cubicBezTo>
                <a:cubicBezTo>
                  <a:pt x="10850370" y="129415"/>
                  <a:pt x="10807086" y="138624"/>
                  <a:pt x="10782732" y="135645"/>
                </a:cubicBezTo>
                <a:cubicBezTo>
                  <a:pt x="10869014" y="196205"/>
                  <a:pt x="10693356" y="147304"/>
                  <a:pt x="10660773" y="179312"/>
                </a:cubicBezTo>
                <a:cubicBezTo>
                  <a:pt x="10667385" y="121467"/>
                  <a:pt x="10595265" y="182241"/>
                  <a:pt x="10564442" y="160738"/>
                </a:cubicBezTo>
                <a:cubicBezTo>
                  <a:pt x="10544419" y="190949"/>
                  <a:pt x="10518436" y="167191"/>
                  <a:pt x="10490200" y="183533"/>
                </a:cubicBezTo>
                <a:cubicBezTo>
                  <a:pt x="10423905" y="202688"/>
                  <a:pt x="10362764" y="244779"/>
                  <a:pt x="10271351" y="243104"/>
                </a:cubicBezTo>
                <a:cubicBezTo>
                  <a:pt x="10247818" y="329775"/>
                  <a:pt x="10135674" y="303068"/>
                  <a:pt x="10061033" y="364937"/>
                </a:cubicBezTo>
                <a:cubicBezTo>
                  <a:pt x="10014289" y="383940"/>
                  <a:pt x="9930032" y="360289"/>
                  <a:pt x="9921770" y="406154"/>
                </a:cubicBezTo>
                <a:cubicBezTo>
                  <a:pt x="9894276" y="384665"/>
                  <a:pt x="9881945" y="430851"/>
                  <a:pt x="9858388" y="439489"/>
                </a:cubicBezTo>
                <a:cubicBezTo>
                  <a:pt x="9835642" y="426888"/>
                  <a:pt x="9828901" y="443125"/>
                  <a:pt x="9811914" y="449865"/>
                </a:cubicBezTo>
                <a:cubicBezTo>
                  <a:pt x="9801869" y="441287"/>
                  <a:pt x="9787055" y="444835"/>
                  <a:pt x="9784394" y="457816"/>
                </a:cubicBezTo>
                <a:cubicBezTo>
                  <a:pt x="9797169" y="483924"/>
                  <a:pt x="9656844" y="450179"/>
                  <a:pt x="9656836" y="469967"/>
                </a:cubicBezTo>
                <a:cubicBezTo>
                  <a:pt x="9589537" y="485301"/>
                  <a:pt x="9662097" y="527310"/>
                  <a:pt x="9561575" y="559978"/>
                </a:cubicBezTo>
                <a:cubicBezTo>
                  <a:pt x="9479149" y="599104"/>
                  <a:pt x="9215234" y="670585"/>
                  <a:pt x="9162278" y="704724"/>
                </a:cubicBezTo>
                <a:cubicBezTo>
                  <a:pt x="9173017" y="730567"/>
                  <a:pt x="9063215" y="727685"/>
                  <a:pt x="9062863" y="754656"/>
                </a:cubicBezTo>
                <a:cubicBezTo>
                  <a:pt x="9021608" y="774940"/>
                  <a:pt x="8924639" y="816390"/>
                  <a:pt x="8914746" y="826428"/>
                </a:cubicBezTo>
                <a:lnTo>
                  <a:pt x="8917778" y="835198"/>
                </a:lnTo>
                <a:lnTo>
                  <a:pt x="8905560" y="838358"/>
                </a:lnTo>
                <a:lnTo>
                  <a:pt x="8897564" y="834287"/>
                </a:lnTo>
                <a:lnTo>
                  <a:pt x="8878040" y="844150"/>
                </a:lnTo>
                <a:cubicBezTo>
                  <a:pt x="8861112" y="848992"/>
                  <a:pt x="8812843" y="856499"/>
                  <a:pt x="8795998" y="863337"/>
                </a:cubicBezTo>
                <a:cubicBezTo>
                  <a:pt x="8792888" y="873975"/>
                  <a:pt x="8786153" y="880792"/>
                  <a:pt x="8776970" y="885177"/>
                </a:cubicBezTo>
                <a:lnTo>
                  <a:pt x="8755719" y="889754"/>
                </a:lnTo>
                <a:lnTo>
                  <a:pt x="8743257" y="904723"/>
                </a:lnTo>
                <a:cubicBezTo>
                  <a:pt x="8737642" y="908108"/>
                  <a:pt x="8730651" y="908759"/>
                  <a:pt x="8721366" y="904711"/>
                </a:cubicBezTo>
                <a:cubicBezTo>
                  <a:pt x="8711895" y="915873"/>
                  <a:pt x="8676250" y="900745"/>
                  <a:pt x="8678353" y="926318"/>
                </a:cubicBezTo>
                <a:cubicBezTo>
                  <a:pt x="8658506" y="928813"/>
                  <a:pt x="8647569" y="933735"/>
                  <a:pt x="8636849" y="937900"/>
                </a:cubicBezTo>
                <a:lnTo>
                  <a:pt x="8620213" y="943068"/>
                </a:lnTo>
                <a:lnTo>
                  <a:pt x="8612581" y="952695"/>
                </a:lnTo>
                <a:cubicBezTo>
                  <a:pt x="8605836" y="959769"/>
                  <a:pt x="8598255" y="964412"/>
                  <a:pt x="8589038" y="963892"/>
                </a:cubicBezTo>
                <a:lnTo>
                  <a:pt x="8579950" y="960899"/>
                </a:lnTo>
                <a:cubicBezTo>
                  <a:pt x="8579740" y="962476"/>
                  <a:pt x="8579529" y="964053"/>
                  <a:pt x="8579319" y="965630"/>
                </a:cubicBezTo>
                <a:cubicBezTo>
                  <a:pt x="8579138" y="972972"/>
                  <a:pt x="8576531" y="980010"/>
                  <a:pt x="8547429" y="984506"/>
                </a:cubicBezTo>
                <a:cubicBezTo>
                  <a:pt x="8529238" y="1001725"/>
                  <a:pt x="8505565" y="1015840"/>
                  <a:pt x="8478704" y="1025490"/>
                </a:cubicBezTo>
                <a:cubicBezTo>
                  <a:pt x="8473109" y="1019545"/>
                  <a:pt x="8465819" y="1032194"/>
                  <a:pt x="8461421" y="1035512"/>
                </a:cubicBezTo>
                <a:cubicBezTo>
                  <a:pt x="8459739" y="1031087"/>
                  <a:pt x="8447663" y="1032074"/>
                  <a:pt x="8445003" y="1036851"/>
                </a:cubicBezTo>
                <a:cubicBezTo>
                  <a:pt x="8366593" y="1075951"/>
                  <a:pt x="8398773" y="1021402"/>
                  <a:pt x="8357350" y="1060213"/>
                </a:cubicBezTo>
                <a:cubicBezTo>
                  <a:pt x="8349366" y="1063843"/>
                  <a:pt x="8342208" y="1063367"/>
                  <a:pt x="8335565" y="1061151"/>
                </a:cubicBezTo>
                <a:lnTo>
                  <a:pt x="8325267" y="1055919"/>
                </a:lnTo>
                <a:lnTo>
                  <a:pt x="8293586" y="1076144"/>
                </a:lnTo>
                <a:cubicBezTo>
                  <a:pt x="8277595" y="1084193"/>
                  <a:pt x="8260401" y="1090863"/>
                  <a:pt x="8242405" y="1095960"/>
                </a:cubicBezTo>
                <a:cubicBezTo>
                  <a:pt x="8226373" y="1101227"/>
                  <a:pt x="8224213" y="1102052"/>
                  <a:pt x="8197391" y="1107746"/>
                </a:cubicBezTo>
                <a:cubicBezTo>
                  <a:pt x="8090266" y="1152133"/>
                  <a:pt x="8141491" y="1082372"/>
                  <a:pt x="8081474" y="1130125"/>
                </a:cubicBezTo>
                <a:cubicBezTo>
                  <a:pt x="8070634" y="1134173"/>
                  <a:pt x="8061619" y="1132810"/>
                  <a:pt x="8053585" y="1129169"/>
                </a:cubicBezTo>
                <a:lnTo>
                  <a:pt x="8038422" y="1119092"/>
                </a:lnTo>
                <a:lnTo>
                  <a:pt x="8029450" y="1125592"/>
                </a:lnTo>
                <a:cubicBezTo>
                  <a:pt x="7992226" y="1133484"/>
                  <a:pt x="7978616" y="1122765"/>
                  <a:pt x="7959552" y="1140188"/>
                </a:cubicBezTo>
                <a:cubicBezTo>
                  <a:pt x="7922008" y="1119572"/>
                  <a:pt x="7937737" y="1141786"/>
                  <a:pt x="7914188" y="1150862"/>
                </a:cubicBezTo>
                <a:cubicBezTo>
                  <a:pt x="7896037" y="1160155"/>
                  <a:pt x="7933463" y="1163411"/>
                  <a:pt x="7914918" y="1168758"/>
                </a:cubicBezTo>
                <a:cubicBezTo>
                  <a:pt x="7893102" y="1165887"/>
                  <a:pt x="7898453" y="1187420"/>
                  <a:pt x="7875510" y="1183153"/>
                </a:cubicBezTo>
                <a:cubicBezTo>
                  <a:pt x="7877354" y="1165743"/>
                  <a:pt x="7834286" y="1194789"/>
                  <a:pt x="7829932" y="1180782"/>
                </a:cubicBezTo>
                <a:cubicBezTo>
                  <a:pt x="7816047" y="1204874"/>
                  <a:pt x="7801901" y="1181513"/>
                  <a:pt x="7779182" y="1192665"/>
                </a:cubicBezTo>
                <a:cubicBezTo>
                  <a:pt x="7769446" y="1202686"/>
                  <a:pt x="7761564" y="1205661"/>
                  <a:pt x="7748774" y="1199586"/>
                </a:cubicBezTo>
                <a:cubicBezTo>
                  <a:pt x="7704339" y="1247771"/>
                  <a:pt x="7717626" y="1207638"/>
                  <a:pt x="7671846" y="1231966"/>
                </a:cubicBezTo>
                <a:cubicBezTo>
                  <a:pt x="7632956" y="1255682"/>
                  <a:pt x="7587383" y="1275180"/>
                  <a:pt x="7554146" y="1319748"/>
                </a:cubicBezTo>
                <a:cubicBezTo>
                  <a:pt x="7548775" y="1331557"/>
                  <a:pt x="7531272" y="1339155"/>
                  <a:pt x="7515052" y="1336718"/>
                </a:cubicBezTo>
                <a:cubicBezTo>
                  <a:pt x="7512260" y="1336298"/>
                  <a:pt x="7509613" y="1335590"/>
                  <a:pt x="7507193" y="1334617"/>
                </a:cubicBezTo>
                <a:cubicBezTo>
                  <a:pt x="7488273" y="1365207"/>
                  <a:pt x="7468925" y="1356298"/>
                  <a:pt x="7461694" y="1375866"/>
                </a:cubicBezTo>
                <a:cubicBezTo>
                  <a:pt x="7422434" y="1391917"/>
                  <a:pt x="7384603" y="1382819"/>
                  <a:pt x="7377571" y="1400128"/>
                </a:cubicBezTo>
                <a:cubicBezTo>
                  <a:pt x="7356236" y="1403926"/>
                  <a:pt x="7322509" y="1393138"/>
                  <a:pt x="7311261" y="1412652"/>
                </a:cubicBezTo>
                <a:cubicBezTo>
                  <a:pt x="7305349" y="1400071"/>
                  <a:pt x="7289966" y="1428039"/>
                  <a:pt x="7275307" y="1422171"/>
                </a:cubicBezTo>
                <a:cubicBezTo>
                  <a:pt x="7264529" y="1416601"/>
                  <a:pt x="7257348" y="1423786"/>
                  <a:pt x="7247783" y="1426330"/>
                </a:cubicBezTo>
                <a:cubicBezTo>
                  <a:pt x="7233839" y="1423056"/>
                  <a:pt x="7194363" y="1442037"/>
                  <a:pt x="7185047" y="1451812"/>
                </a:cubicBezTo>
                <a:cubicBezTo>
                  <a:pt x="7164447" y="1483396"/>
                  <a:pt x="7101577" y="1475742"/>
                  <a:pt x="7084117" y="1500281"/>
                </a:cubicBezTo>
                <a:cubicBezTo>
                  <a:pt x="7076899" y="1504821"/>
                  <a:pt x="7069494" y="1507565"/>
                  <a:pt x="7062011" y="1509183"/>
                </a:cubicBezTo>
                <a:lnTo>
                  <a:pt x="7040555" y="1511207"/>
                </a:lnTo>
                <a:lnTo>
                  <a:pt x="7033438" y="1506772"/>
                </a:lnTo>
                <a:lnTo>
                  <a:pt x="7020886" y="1510764"/>
                </a:lnTo>
                <a:lnTo>
                  <a:pt x="7017033" y="1510650"/>
                </a:lnTo>
                <a:lnTo>
                  <a:pt x="6995460" y="1511173"/>
                </a:lnTo>
                <a:cubicBezTo>
                  <a:pt x="7010208" y="1537643"/>
                  <a:pt x="6938512" y="1522467"/>
                  <a:pt x="6962144" y="1541508"/>
                </a:cubicBezTo>
                <a:cubicBezTo>
                  <a:pt x="6926351" y="1550586"/>
                  <a:pt x="6958236" y="1566326"/>
                  <a:pt x="6910674" y="1554793"/>
                </a:cubicBezTo>
                <a:cubicBezTo>
                  <a:pt x="6859225" y="1589274"/>
                  <a:pt x="6769015" y="1598548"/>
                  <a:pt x="6732152" y="1642538"/>
                </a:cubicBezTo>
                <a:cubicBezTo>
                  <a:pt x="6734901" y="1628031"/>
                  <a:pt x="6709146" y="1622413"/>
                  <a:pt x="6694106" y="1632377"/>
                </a:cubicBezTo>
                <a:cubicBezTo>
                  <a:pt x="6702628" y="1575914"/>
                  <a:pt x="6638899" y="1692862"/>
                  <a:pt x="6617223" y="1659889"/>
                </a:cubicBezTo>
                <a:cubicBezTo>
                  <a:pt x="6623246" y="1693349"/>
                  <a:pt x="6561228" y="1764690"/>
                  <a:pt x="6521138" y="1744340"/>
                </a:cubicBezTo>
                <a:cubicBezTo>
                  <a:pt x="6469831" y="1761656"/>
                  <a:pt x="6438109" y="1796731"/>
                  <a:pt x="6380677" y="1796883"/>
                </a:cubicBezTo>
                <a:cubicBezTo>
                  <a:pt x="6379865" y="1801686"/>
                  <a:pt x="6377810" y="1805986"/>
                  <a:pt x="6374897" y="1809910"/>
                </a:cubicBezTo>
                <a:lnTo>
                  <a:pt x="6364545" y="1820090"/>
                </a:lnTo>
                <a:lnTo>
                  <a:pt x="6362126" y="1819991"/>
                </a:lnTo>
                <a:cubicBezTo>
                  <a:pt x="6353055" y="1821720"/>
                  <a:pt x="6348796" y="1824537"/>
                  <a:pt x="6346673" y="1827824"/>
                </a:cubicBezTo>
                <a:lnTo>
                  <a:pt x="6345588" y="1832232"/>
                </a:lnTo>
                <a:lnTo>
                  <a:pt x="6335708" y="1838451"/>
                </a:lnTo>
                <a:lnTo>
                  <a:pt x="6318182" y="1852975"/>
                </a:lnTo>
                <a:lnTo>
                  <a:pt x="6313084" y="1853561"/>
                </a:lnTo>
                <a:lnTo>
                  <a:pt x="6283816" y="1872148"/>
                </a:lnTo>
                <a:lnTo>
                  <a:pt x="6282550" y="1871392"/>
                </a:lnTo>
                <a:cubicBezTo>
                  <a:pt x="6279041" y="1870121"/>
                  <a:pt x="6275192" y="1869982"/>
                  <a:pt x="6270527" y="1872208"/>
                </a:cubicBezTo>
                <a:cubicBezTo>
                  <a:pt x="6265029" y="1853962"/>
                  <a:pt x="6262790" y="1867903"/>
                  <a:pt x="6249518" y="1876079"/>
                </a:cubicBezTo>
                <a:cubicBezTo>
                  <a:pt x="6238019" y="1849564"/>
                  <a:pt x="6207959" y="1881750"/>
                  <a:pt x="6190386" y="1872478"/>
                </a:cubicBezTo>
                <a:cubicBezTo>
                  <a:pt x="6180893" y="1879083"/>
                  <a:pt x="6170646" y="1885584"/>
                  <a:pt x="6159777" y="1891745"/>
                </a:cubicBezTo>
                <a:lnTo>
                  <a:pt x="6153131" y="1895079"/>
                </a:lnTo>
                <a:lnTo>
                  <a:pt x="6152798" y="1894920"/>
                </a:lnTo>
                <a:cubicBezTo>
                  <a:pt x="6150925" y="1895166"/>
                  <a:pt x="6148578" y="1896082"/>
                  <a:pt x="6145388" y="1897990"/>
                </a:cubicBezTo>
                <a:lnTo>
                  <a:pt x="6141014" y="1901155"/>
                </a:lnTo>
                <a:lnTo>
                  <a:pt x="6128122" y="1907623"/>
                </a:lnTo>
                <a:lnTo>
                  <a:pt x="6122351" y="1908359"/>
                </a:lnTo>
                <a:cubicBezTo>
                  <a:pt x="6099508" y="1905910"/>
                  <a:pt x="6088334" y="1869006"/>
                  <a:pt x="6064750" y="1896394"/>
                </a:cubicBezTo>
                <a:cubicBezTo>
                  <a:pt x="6025977" y="1903785"/>
                  <a:pt x="5997095" y="1889190"/>
                  <a:pt x="5964230" y="1910038"/>
                </a:cubicBezTo>
                <a:cubicBezTo>
                  <a:pt x="5927910" y="1916874"/>
                  <a:pt x="5894873" y="1914928"/>
                  <a:pt x="5865399" y="1926966"/>
                </a:cubicBezTo>
                <a:cubicBezTo>
                  <a:pt x="5851644" y="1923038"/>
                  <a:pt x="5839380" y="1922808"/>
                  <a:pt x="5829951" y="1934755"/>
                </a:cubicBezTo>
                <a:cubicBezTo>
                  <a:pt x="5795498" y="1938369"/>
                  <a:pt x="5784532" y="1926246"/>
                  <a:pt x="5765285" y="1941322"/>
                </a:cubicBezTo>
                <a:cubicBezTo>
                  <a:pt x="5741789" y="1922874"/>
                  <a:pt x="5742385" y="1931607"/>
                  <a:pt x="5734750" y="1939793"/>
                </a:cubicBezTo>
                <a:lnTo>
                  <a:pt x="5733569" y="1940505"/>
                </a:lnTo>
                <a:lnTo>
                  <a:pt x="5730329" y="1937845"/>
                </a:lnTo>
                <a:lnTo>
                  <a:pt x="5724661" y="1937455"/>
                </a:lnTo>
                <a:lnTo>
                  <a:pt x="5710186" y="1941370"/>
                </a:lnTo>
                <a:lnTo>
                  <a:pt x="5704910" y="1943663"/>
                </a:lnTo>
                <a:cubicBezTo>
                  <a:pt x="5701213" y="1944937"/>
                  <a:pt x="5698678" y="1945391"/>
                  <a:pt x="5696836" y="1945271"/>
                </a:cubicBezTo>
                <a:lnTo>
                  <a:pt x="5696583" y="1945050"/>
                </a:lnTo>
                <a:lnTo>
                  <a:pt x="5689123" y="1947067"/>
                </a:lnTo>
                <a:cubicBezTo>
                  <a:pt x="5676655" y="1951072"/>
                  <a:pt x="5664639" y="1955533"/>
                  <a:pt x="5653291" y="1960245"/>
                </a:cubicBezTo>
                <a:cubicBezTo>
                  <a:pt x="5640346" y="1947636"/>
                  <a:pt x="5600180" y="1973739"/>
                  <a:pt x="5599385" y="1945198"/>
                </a:cubicBezTo>
                <a:cubicBezTo>
                  <a:pt x="5583913" y="1950736"/>
                  <a:pt x="5576590" y="1964134"/>
                  <a:pt x="5578300" y="1944963"/>
                </a:cubicBezTo>
                <a:cubicBezTo>
                  <a:pt x="5573104" y="1946266"/>
                  <a:pt x="5569560" y="1945382"/>
                  <a:pt x="5566758" y="1943441"/>
                </a:cubicBezTo>
                <a:lnTo>
                  <a:pt x="5565857" y="1942445"/>
                </a:lnTo>
                <a:lnTo>
                  <a:pt x="5531534" y="1955208"/>
                </a:lnTo>
                <a:lnTo>
                  <a:pt x="5526552" y="1954799"/>
                </a:lnTo>
                <a:lnTo>
                  <a:pt x="5504723" y="1965811"/>
                </a:lnTo>
                <a:lnTo>
                  <a:pt x="5493156" y="1970063"/>
                </a:lnTo>
                <a:lnTo>
                  <a:pt x="5490486" y="1974227"/>
                </a:lnTo>
                <a:cubicBezTo>
                  <a:pt x="5487271" y="1977077"/>
                  <a:pt x="5482233" y="1979045"/>
                  <a:pt x="5473107" y="1979001"/>
                </a:cubicBezTo>
                <a:lnTo>
                  <a:pt x="5470885" y="1978432"/>
                </a:lnTo>
                <a:lnTo>
                  <a:pt x="5457393" y="1986525"/>
                </a:lnTo>
                <a:cubicBezTo>
                  <a:pt x="5453194" y="1989853"/>
                  <a:pt x="5449663" y="1993721"/>
                  <a:pt x="5447102" y="1998329"/>
                </a:cubicBezTo>
                <a:cubicBezTo>
                  <a:pt x="5386283" y="2017364"/>
                  <a:pt x="5223545" y="2015483"/>
                  <a:pt x="5159151" y="2029640"/>
                </a:cubicBezTo>
                <a:cubicBezTo>
                  <a:pt x="5141359" y="2036610"/>
                  <a:pt x="5090827" y="2076822"/>
                  <a:pt x="5098838" y="2062961"/>
                </a:cubicBezTo>
                <a:cubicBezTo>
                  <a:pt x="5047883" y="2099457"/>
                  <a:pt x="4922007" y="2111466"/>
                  <a:pt x="4860988" y="2135698"/>
                </a:cubicBezTo>
                <a:cubicBezTo>
                  <a:pt x="4805413" y="2152292"/>
                  <a:pt x="4784714" y="2158665"/>
                  <a:pt x="4765388" y="2162525"/>
                </a:cubicBezTo>
                <a:cubicBezTo>
                  <a:pt x="4758560" y="2161978"/>
                  <a:pt x="4751823" y="2160531"/>
                  <a:pt x="4745033" y="2158859"/>
                </a:cubicBezTo>
                <a:lnTo>
                  <a:pt x="4741475" y="2157998"/>
                </a:lnTo>
                <a:lnTo>
                  <a:pt x="4728247" y="2159526"/>
                </a:lnTo>
                <a:lnTo>
                  <a:pt x="4723263" y="2153742"/>
                </a:lnTo>
                <a:lnTo>
                  <a:pt x="4593061" y="2171597"/>
                </a:lnTo>
                <a:lnTo>
                  <a:pt x="4405765" y="2199902"/>
                </a:lnTo>
                <a:cubicBezTo>
                  <a:pt x="4403942" y="2198353"/>
                  <a:pt x="4402457" y="2196614"/>
                  <a:pt x="4401354" y="2194745"/>
                </a:cubicBezTo>
                <a:lnTo>
                  <a:pt x="4366646" y="2198564"/>
                </a:lnTo>
                <a:lnTo>
                  <a:pt x="4354009" y="2204984"/>
                </a:lnTo>
                <a:lnTo>
                  <a:pt x="4348284" y="2205270"/>
                </a:lnTo>
                <a:lnTo>
                  <a:pt x="4333906" y="2205251"/>
                </a:lnTo>
                <a:cubicBezTo>
                  <a:pt x="4326429" y="2204713"/>
                  <a:pt x="4318024" y="2203940"/>
                  <a:pt x="4308819" y="2203822"/>
                </a:cubicBezTo>
                <a:lnTo>
                  <a:pt x="4301210" y="2204456"/>
                </a:lnTo>
                <a:lnTo>
                  <a:pt x="4283095" y="2198177"/>
                </a:lnTo>
                <a:cubicBezTo>
                  <a:pt x="4269863" y="2193337"/>
                  <a:pt x="4259612" y="2190345"/>
                  <a:pt x="4250119" y="2196342"/>
                </a:cubicBezTo>
                <a:cubicBezTo>
                  <a:pt x="4230702" y="2190559"/>
                  <a:pt x="4213171" y="2166890"/>
                  <a:pt x="4189203" y="2178994"/>
                </a:cubicBezTo>
                <a:cubicBezTo>
                  <a:pt x="4194512" y="2165594"/>
                  <a:pt x="4160734" y="2183257"/>
                  <a:pt x="4154035" y="2171950"/>
                </a:cubicBezTo>
                <a:cubicBezTo>
                  <a:pt x="4150098" y="2162547"/>
                  <a:pt x="4138934" y="2165714"/>
                  <a:pt x="4129569" y="2163850"/>
                </a:cubicBezTo>
                <a:cubicBezTo>
                  <a:pt x="4121391" y="2155090"/>
                  <a:pt x="4076089" y="2154737"/>
                  <a:pt x="4061250" y="2159236"/>
                </a:cubicBezTo>
                <a:cubicBezTo>
                  <a:pt x="4020618" y="2177811"/>
                  <a:pt x="3978175" y="2144465"/>
                  <a:pt x="3945480" y="2158279"/>
                </a:cubicBezTo>
                <a:cubicBezTo>
                  <a:pt x="3936362" y="2159139"/>
                  <a:pt x="3928502" y="2158369"/>
                  <a:pt x="3921468" y="2156588"/>
                </a:cubicBezTo>
                <a:lnTo>
                  <a:pt x="3903348" y="2149220"/>
                </a:lnTo>
                <a:lnTo>
                  <a:pt x="3901342" y="2142355"/>
                </a:lnTo>
                <a:lnTo>
                  <a:pt x="3888539" y="2140476"/>
                </a:lnTo>
                <a:lnTo>
                  <a:pt x="3885662" y="2138740"/>
                </a:lnTo>
                <a:cubicBezTo>
                  <a:pt x="3880178" y="2135398"/>
                  <a:pt x="3874645" y="2132286"/>
                  <a:pt x="3868627" y="2130023"/>
                </a:cubicBezTo>
                <a:cubicBezTo>
                  <a:pt x="3859240" y="2159198"/>
                  <a:pt x="3815892" y="2115590"/>
                  <a:pt x="3819177" y="2142111"/>
                </a:cubicBezTo>
                <a:cubicBezTo>
                  <a:pt x="3784478" y="2134756"/>
                  <a:pt x="3796708" y="2161930"/>
                  <a:pt x="3769100" y="2131731"/>
                </a:cubicBezTo>
                <a:cubicBezTo>
                  <a:pt x="3702423" y="2139704"/>
                  <a:pt x="3625642" y="2109386"/>
                  <a:pt x="3562752" y="2131785"/>
                </a:cubicBezTo>
                <a:cubicBezTo>
                  <a:pt x="3576244" y="2120400"/>
                  <a:pt x="3560801" y="2104591"/>
                  <a:pt x="3541402" y="2106821"/>
                </a:cubicBezTo>
                <a:cubicBezTo>
                  <a:pt x="3592232" y="2061584"/>
                  <a:pt x="3356194" y="2115384"/>
                  <a:pt x="3365341" y="2077638"/>
                </a:cubicBezTo>
                <a:cubicBezTo>
                  <a:pt x="3303594" y="2079161"/>
                  <a:pt x="3221644" y="2111487"/>
                  <a:pt x="3170922" y="2115957"/>
                </a:cubicBezTo>
                <a:cubicBezTo>
                  <a:pt x="3166532" y="2119769"/>
                  <a:pt x="3161579" y="2122617"/>
                  <a:pt x="3156256" y="2124773"/>
                </a:cubicBezTo>
                <a:lnTo>
                  <a:pt x="3140298" y="2129182"/>
                </a:lnTo>
                <a:lnTo>
                  <a:pt x="3138514" y="2128069"/>
                </a:lnTo>
                <a:cubicBezTo>
                  <a:pt x="3130169" y="2125710"/>
                  <a:pt x="3124679" y="2126336"/>
                  <a:pt x="3120467" y="2128281"/>
                </a:cubicBezTo>
                <a:lnTo>
                  <a:pt x="3116175" y="2131633"/>
                </a:lnTo>
                <a:lnTo>
                  <a:pt x="3103685" y="2132814"/>
                </a:lnTo>
                <a:lnTo>
                  <a:pt x="3078794" y="2137935"/>
                </a:lnTo>
                <a:lnTo>
                  <a:pt x="3074407" y="2136274"/>
                </a:lnTo>
                <a:lnTo>
                  <a:pt x="3037285" y="2139919"/>
                </a:lnTo>
                <a:lnTo>
                  <a:pt x="3036901" y="2138726"/>
                </a:lnTo>
                <a:cubicBezTo>
                  <a:pt x="3035193" y="2136135"/>
                  <a:pt x="3032337" y="2134379"/>
                  <a:pt x="3026996" y="2134322"/>
                </a:cubicBezTo>
                <a:cubicBezTo>
                  <a:pt x="3037063" y="2116196"/>
                  <a:pt x="3024412" y="2127308"/>
                  <a:pt x="3007772" y="2128742"/>
                </a:cubicBezTo>
                <a:cubicBezTo>
                  <a:pt x="3019697" y="2100910"/>
                  <a:pt x="2971305" y="2115987"/>
                  <a:pt x="2965030" y="2100494"/>
                </a:cubicBezTo>
                <a:cubicBezTo>
                  <a:pt x="2952539" y="2102174"/>
                  <a:pt x="2939545" y="2103445"/>
                  <a:pt x="2926342" y="2104155"/>
                </a:cubicBezTo>
                <a:lnTo>
                  <a:pt x="2918608" y="2104215"/>
                </a:lnTo>
                <a:cubicBezTo>
                  <a:pt x="2918564" y="2104122"/>
                  <a:pt x="2918519" y="2104030"/>
                  <a:pt x="2918475" y="2103937"/>
                </a:cubicBezTo>
                <a:cubicBezTo>
                  <a:pt x="2916840" y="2103354"/>
                  <a:pt x="2914314" y="2103149"/>
                  <a:pt x="2910360" y="2103444"/>
                </a:cubicBezTo>
                <a:lnTo>
                  <a:pt x="2904507" y="2104326"/>
                </a:lnTo>
                <a:lnTo>
                  <a:pt x="2889503" y="2104443"/>
                </a:lnTo>
                <a:lnTo>
                  <a:pt x="2884480" y="2102626"/>
                </a:lnTo>
                <a:lnTo>
                  <a:pt x="2882689" y="2099228"/>
                </a:lnTo>
                <a:lnTo>
                  <a:pt x="2881291" y="2099618"/>
                </a:lnTo>
                <a:cubicBezTo>
                  <a:pt x="2870663" y="2105606"/>
                  <a:pt x="2867338" y="2114210"/>
                  <a:pt x="2853979" y="2090388"/>
                </a:cubicBezTo>
                <a:cubicBezTo>
                  <a:pt x="2829652" y="2100099"/>
                  <a:pt x="2824975" y="2085577"/>
                  <a:pt x="2791790" y="2080332"/>
                </a:cubicBezTo>
                <a:cubicBezTo>
                  <a:pt x="2777850" y="2089504"/>
                  <a:pt x="2766709" y="2086170"/>
                  <a:pt x="2755844" y="2078874"/>
                </a:cubicBezTo>
                <a:cubicBezTo>
                  <a:pt x="2723488" y="2083049"/>
                  <a:pt x="2694065" y="2072780"/>
                  <a:pt x="2657742" y="2070179"/>
                </a:cubicBezTo>
                <a:cubicBezTo>
                  <a:pt x="2618372" y="2082020"/>
                  <a:pt x="2598368" y="2060559"/>
                  <a:pt x="2559549" y="2057873"/>
                </a:cubicBezTo>
                <a:cubicBezTo>
                  <a:pt x="2525789" y="2078403"/>
                  <a:pt x="2531908" y="2039838"/>
                  <a:pt x="2512054" y="2031671"/>
                </a:cubicBezTo>
                <a:lnTo>
                  <a:pt x="2506437" y="2030918"/>
                </a:lnTo>
                <a:lnTo>
                  <a:pt x="2491752" y="2033906"/>
                </a:lnTo>
                <a:lnTo>
                  <a:pt x="2486338" y="2035862"/>
                </a:lnTo>
                <a:cubicBezTo>
                  <a:pt x="2482568" y="2036899"/>
                  <a:pt x="2480011" y="2037191"/>
                  <a:pt x="2478186" y="2036953"/>
                </a:cubicBezTo>
                <a:lnTo>
                  <a:pt x="2477950" y="2036715"/>
                </a:lnTo>
                <a:lnTo>
                  <a:pt x="2470381" y="2038256"/>
                </a:lnTo>
                <a:cubicBezTo>
                  <a:pt x="2457686" y="2041461"/>
                  <a:pt x="2445410" y="2045155"/>
                  <a:pt x="2433781" y="2049140"/>
                </a:cubicBezTo>
                <a:cubicBezTo>
                  <a:pt x="2421781" y="2035703"/>
                  <a:pt x="2379959" y="2059234"/>
                  <a:pt x="2381172" y="2030645"/>
                </a:cubicBezTo>
                <a:cubicBezTo>
                  <a:pt x="2365380" y="2035192"/>
                  <a:pt x="2357148" y="2048120"/>
                  <a:pt x="2360198" y="2029059"/>
                </a:cubicBezTo>
                <a:cubicBezTo>
                  <a:pt x="2354933" y="2030031"/>
                  <a:pt x="2351467" y="2028919"/>
                  <a:pt x="2348815" y="2026798"/>
                </a:cubicBezTo>
                <a:lnTo>
                  <a:pt x="2347988" y="2025745"/>
                </a:lnTo>
                <a:lnTo>
                  <a:pt x="2312920" y="2036311"/>
                </a:lnTo>
                <a:lnTo>
                  <a:pt x="2307986" y="2035583"/>
                </a:lnTo>
                <a:lnTo>
                  <a:pt x="2285481" y="2045197"/>
                </a:lnTo>
                <a:lnTo>
                  <a:pt x="2273666" y="2048710"/>
                </a:lnTo>
                <a:lnTo>
                  <a:pt x="2270719" y="2052702"/>
                </a:lnTo>
                <a:cubicBezTo>
                  <a:pt x="2267315" y="2055347"/>
                  <a:pt x="2262161" y="2056992"/>
                  <a:pt x="2253080" y="2056363"/>
                </a:cubicBezTo>
                <a:lnTo>
                  <a:pt x="2250906" y="2055654"/>
                </a:lnTo>
                <a:lnTo>
                  <a:pt x="2236905" y="2062882"/>
                </a:lnTo>
                <a:cubicBezTo>
                  <a:pt x="2232493" y="2065942"/>
                  <a:pt x="2228705" y="2069583"/>
                  <a:pt x="2225830" y="2074027"/>
                </a:cubicBezTo>
                <a:cubicBezTo>
                  <a:pt x="2173117" y="2059597"/>
                  <a:pt x="2128486" y="2085502"/>
                  <a:pt x="2073776" y="2089244"/>
                </a:cubicBezTo>
                <a:cubicBezTo>
                  <a:pt x="2046050" y="2059365"/>
                  <a:pt x="1957570" y="2112693"/>
                  <a:pt x="1948256" y="2146616"/>
                </a:cubicBezTo>
                <a:cubicBezTo>
                  <a:pt x="1943005" y="2109192"/>
                  <a:pt x="1832736" y="2206239"/>
                  <a:pt x="1865582" y="2153738"/>
                </a:cubicBezTo>
                <a:cubicBezTo>
                  <a:pt x="1847376" y="2159567"/>
                  <a:pt x="1826258" y="2147592"/>
                  <a:pt x="1835210" y="2134244"/>
                </a:cubicBezTo>
                <a:cubicBezTo>
                  <a:pt x="1781916" y="2167476"/>
                  <a:pt x="1695112" y="2153556"/>
                  <a:pt x="1632661" y="2173882"/>
                </a:cubicBezTo>
                <a:cubicBezTo>
                  <a:pt x="1594177" y="2150642"/>
                  <a:pt x="1616426" y="2173975"/>
                  <a:pt x="1579590" y="2173680"/>
                </a:cubicBezTo>
                <a:cubicBezTo>
                  <a:pt x="1592812" y="2198112"/>
                  <a:pt x="1533818" y="2165220"/>
                  <a:pt x="1535601" y="2194590"/>
                </a:cubicBezTo>
                <a:cubicBezTo>
                  <a:pt x="1528840" y="2193608"/>
                  <a:pt x="1522236" y="2191728"/>
                  <a:pt x="1515594" y="2189622"/>
                </a:cubicBezTo>
                <a:lnTo>
                  <a:pt x="1512113" y="2188534"/>
                </a:lnTo>
                <a:lnTo>
                  <a:pt x="1498838" y="2189213"/>
                </a:lnTo>
                <a:lnTo>
                  <a:pt x="1494279" y="2183112"/>
                </a:lnTo>
                <a:lnTo>
                  <a:pt x="1473714" y="2179625"/>
                </a:lnTo>
                <a:cubicBezTo>
                  <a:pt x="1466138" y="2179292"/>
                  <a:pt x="1458132" y="2180071"/>
                  <a:pt x="1449503" y="2182633"/>
                </a:cubicBezTo>
                <a:lnTo>
                  <a:pt x="1266687" y="2212688"/>
                </a:lnTo>
                <a:cubicBezTo>
                  <a:pt x="1256792" y="2212722"/>
                  <a:pt x="1247024" y="2217857"/>
                  <a:pt x="1239614" y="2209727"/>
                </a:cubicBezTo>
                <a:cubicBezTo>
                  <a:pt x="1228778" y="2200326"/>
                  <a:pt x="1202276" y="2223497"/>
                  <a:pt x="1202436" y="2209817"/>
                </a:cubicBezTo>
                <a:cubicBezTo>
                  <a:pt x="1183471" y="2225854"/>
                  <a:pt x="1157340" y="2206849"/>
                  <a:pt x="1136097" y="2205112"/>
                </a:cubicBezTo>
                <a:cubicBezTo>
                  <a:pt x="1100396" y="2209415"/>
                  <a:pt x="1013922" y="2231219"/>
                  <a:pt x="988232" y="2235635"/>
                </a:cubicBezTo>
                <a:cubicBezTo>
                  <a:pt x="986445" y="2234079"/>
                  <a:pt x="984332" y="2232722"/>
                  <a:pt x="981959" y="2231607"/>
                </a:cubicBezTo>
                <a:cubicBezTo>
                  <a:pt x="968170" y="2225130"/>
                  <a:pt x="948759" y="2228043"/>
                  <a:pt x="938600" y="2238113"/>
                </a:cubicBezTo>
                <a:cubicBezTo>
                  <a:pt x="888371" y="2272824"/>
                  <a:pt x="837950" y="2280135"/>
                  <a:pt x="791788" y="2293224"/>
                </a:cubicBezTo>
                <a:cubicBezTo>
                  <a:pt x="739035" y="2305159"/>
                  <a:pt x="769009" y="2269676"/>
                  <a:pt x="706914" y="2305046"/>
                </a:cubicBezTo>
                <a:cubicBezTo>
                  <a:pt x="697882" y="2295919"/>
                  <a:pt x="689339" y="2296797"/>
                  <a:pt x="675971" y="2304030"/>
                </a:cubicBezTo>
                <a:cubicBezTo>
                  <a:pt x="650201" y="2309060"/>
                  <a:pt x="647591" y="2282853"/>
                  <a:pt x="624180" y="2302650"/>
                </a:cubicBezTo>
                <a:cubicBezTo>
                  <a:pt x="626400" y="2287987"/>
                  <a:pt x="574045" y="2305175"/>
                  <a:pt x="583453" y="2288788"/>
                </a:cubicBezTo>
                <a:cubicBezTo>
                  <a:pt x="564313" y="2278832"/>
                  <a:pt x="559671" y="2301039"/>
                  <a:pt x="540946" y="2292721"/>
                </a:cubicBezTo>
                <a:cubicBezTo>
                  <a:pt x="521576" y="2293191"/>
                  <a:pt x="554439" y="2305843"/>
                  <a:pt x="533680" y="2310233"/>
                </a:cubicBezTo>
                <a:cubicBezTo>
                  <a:pt x="508069" y="2313043"/>
                  <a:pt x="512638" y="2338541"/>
                  <a:pt x="487366" y="2309053"/>
                </a:cubicBezTo>
                <a:cubicBezTo>
                  <a:pt x="462164" y="2321083"/>
                  <a:pt x="454441" y="2307251"/>
                  <a:pt x="416820" y="2305443"/>
                </a:cubicBezTo>
                <a:cubicBezTo>
                  <a:pt x="403012" y="2315890"/>
                  <a:pt x="390105" y="2313733"/>
                  <a:pt x="376805" y="2307647"/>
                </a:cubicBezTo>
                <a:cubicBezTo>
                  <a:pt x="341751" y="2315035"/>
                  <a:pt x="307408" y="2307897"/>
                  <a:pt x="266777" y="2309012"/>
                </a:cubicBezTo>
                <a:cubicBezTo>
                  <a:pt x="225310" y="2324664"/>
                  <a:pt x="199419" y="2305548"/>
                  <a:pt x="156013" y="2306832"/>
                </a:cubicBezTo>
                <a:cubicBezTo>
                  <a:pt x="117457" y="2333851"/>
                  <a:pt x="122965" y="2279562"/>
                  <a:pt x="87258" y="2285511"/>
                </a:cubicBezTo>
                <a:cubicBezTo>
                  <a:pt x="38977" y="2309189"/>
                  <a:pt x="74043" y="2277969"/>
                  <a:pt x="23798" y="2281822"/>
                </a:cubicBezTo>
                <a:lnTo>
                  <a:pt x="0" y="2285369"/>
                </a:lnTo>
                <a:lnTo>
                  <a:pt x="0" y="0"/>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bg2"/>
              </a:solidFill>
            </a:endParaRPr>
          </a:p>
        </p:txBody>
      </p:sp>
      <p:sp>
        <p:nvSpPr>
          <p:cNvPr id="2" name="Title 1"/>
          <p:cNvSpPr>
            <a:spLocks noGrp="1"/>
          </p:cNvSpPr>
          <p:nvPr>
            <p:ph type="title"/>
          </p:nvPr>
        </p:nvSpPr>
        <p:spPr>
          <a:xfrm>
            <a:off x="542925" y="509587"/>
            <a:ext cx="5736930" cy="742951"/>
          </a:xfrm>
        </p:spPr>
        <p:txBody>
          <a:bodyPr vert="horz" lIns="91440" tIns="45720" rIns="91440" bIns="45720" rtlCol="0" anchor="ctr">
            <a:normAutofit/>
          </a:bodyPr>
          <a:lstStyle/>
          <a:p>
            <a:pPr algn="l" defTabSz="914400">
              <a:lnSpc>
                <a:spcPct val="90000"/>
              </a:lnSpc>
            </a:pPr>
            <a:r>
              <a:rPr lang="en-US" sz="3100" kern="1200" dirty="0">
                <a:solidFill>
                  <a:schemeClr val="tx1"/>
                </a:solidFill>
                <a:latin typeface="+mj-lt"/>
                <a:ea typeface="+mj-ea"/>
                <a:cs typeface="+mj-cs"/>
              </a:rPr>
              <a:t>Screenshot: project </a:t>
            </a:r>
            <a:r>
              <a:rPr lang="en-US" sz="3100" dirty="0"/>
              <a:t>output</a:t>
            </a:r>
            <a:endParaRPr lang="en-US" sz="3100" kern="1200" dirty="0">
              <a:solidFill>
                <a:schemeClr val="tx1"/>
              </a:solidFill>
              <a:latin typeface="+mj-lt"/>
              <a:ea typeface="+mj-ea"/>
              <a:cs typeface="+mj-cs"/>
            </a:endParaRPr>
          </a:p>
        </p:txBody>
      </p:sp>
      <p:pic>
        <p:nvPicPr>
          <p:cNvPr id="3" name="Picture 2" descr="project utut 9.png"/>
          <p:cNvPicPr>
            <a:picLocks noChangeAspect="1"/>
          </p:cNvPicPr>
          <p:nvPr/>
        </p:nvPicPr>
        <p:blipFill>
          <a:blip r:embed="rId2"/>
          <a:stretch>
            <a:fillRect/>
          </a:stretch>
        </p:blipFill>
        <p:spPr>
          <a:xfrm>
            <a:off x="529479" y="3197857"/>
            <a:ext cx="8076135" cy="1877700"/>
          </a:xfrm>
          <a:prstGeom prst="rect">
            <a:avLst/>
          </a:prstGeom>
        </p:spPr>
      </p:pic>
      <p:sp>
        <p:nvSpPr>
          <p:cNvPr id="12" name="Freeform: Shape 11">
            <a:extLst>
              <a:ext uri="{FF2B5EF4-FFF2-40B4-BE49-F238E27FC236}">
                <a16:creationId xmlns:a16="http://schemas.microsoft.com/office/drawing/2014/main" id="{DEB62645-D4DA-4E99-8344-B1536F63D1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980316" y="6277971"/>
            <a:ext cx="5163684" cy="580030"/>
          </a:xfrm>
          <a:custGeom>
            <a:avLst/>
            <a:gdLst>
              <a:gd name="connsiteX0" fmla="*/ 6884912 w 6884912"/>
              <a:gd name="connsiteY0" fmla="*/ 0 h 1161397"/>
              <a:gd name="connsiteX1" fmla="*/ 6884912 w 6884912"/>
              <a:gd name="connsiteY1" fmla="*/ 1161397 h 1161397"/>
              <a:gd name="connsiteX2" fmla="*/ 0 w 6884912"/>
              <a:gd name="connsiteY2" fmla="*/ 1161397 h 1161397"/>
              <a:gd name="connsiteX3" fmla="*/ 27135 w 6884912"/>
              <a:gd name="connsiteY3" fmla="*/ 1147460 h 1161397"/>
              <a:gd name="connsiteX4" fmla="*/ 115388 w 6884912"/>
              <a:gd name="connsiteY4" fmla="*/ 1159043 h 1161397"/>
              <a:gd name="connsiteX5" fmla="*/ 119094 w 6884912"/>
              <a:gd name="connsiteY5" fmla="*/ 1148463 h 1161397"/>
              <a:gd name="connsiteX6" fmla="*/ 171824 w 6884912"/>
              <a:gd name="connsiteY6" fmla="*/ 1133224 h 1161397"/>
              <a:gd name="connsiteX7" fmla="*/ 376455 w 6884912"/>
              <a:gd name="connsiteY7" fmla="*/ 1137381 h 1161397"/>
              <a:gd name="connsiteX8" fmla="*/ 478946 w 6884912"/>
              <a:gd name="connsiteY8" fmla="*/ 1106011 h 1161397"/>
              <a:gd name="connsiteX9" fmla="*/ 512111 w 6884912"/>
              <a:gd name="connsiteY9" fmla="*/ 1085599 h 1161397"/>
              <a:gd name="connsiteX10" fmla="*/ 567875 w 6884912"/>
              <a:gd name="connsiteY10" fmla="*/ 1051976 h 1161397"/>
              <a:gd name="connsiteX11" fmla="*/ 601644 w 6884912"/>
              <a:gd name="connsiteY11" fmla="*/ 1003997 h 1161397"/>
              <a:gd name="connsiteX12" fmla="*/ 651408 w 6884912"/>
              <a:gd name="connsiteY12" fmla="*/ 984938 h 1161397"/>
              <a:gd name="connsiteX13" fmla="*/ 673197 w 6884912"/>
              <a:gd name="connsiteY13" fmla="*/ 1010060 h 1161397"/>
              <a:gd name="connsiteX14" fmla="*/ 723108 w 6884912"/>
              <a:gd name="connsiteY14" fmla="*/ 980081 h 1161397"/>
              <a:gd name="connsiteX15" fmla="*/ 797699 w 6884912"/>
              <a:gd name="connsiteY15" fmla="*/ 931362 h 1161397"/>
              <a:gd name="connsiteX16" fmla="*/ 843359 w 6884912"/>
              <a:gd name="connsiteY16" fmla="*/ 910894 h 1161397"/>
              <a:gd name="connsiteX17" fmla="*/ 965215 w 6884912"/>
              <a:gd name="connsiteY17" fmla="*/ 846701 h 1161397"/>
              <a:gd name="connsiteX18" fmla="*/ 1085080 w 6884912"/>
              <a:gd name="connsiteY18" fmla="*/ 776086 h 1161397"/>
              <a:gd name="connsiteX19" fmla="*/ 1131224 w 6884912"/>
              <a:gd name="connsiteY19" fmla="*/ 706160 h 1161397"/>
              <a:gd name="connsiteX20" fmla="*/ 1138051 w 6884912"/>
              <a:gd name="connsiteY20" fmla="*/ 702034 h 1161397"/>
              <a:gd name="connsiteX21" fmla="*/ 1158800 w 6884912"/>
              <a:gd name="connsiteY21" fmla="*/ 700004 h 1161397"/>
              <a:gd name="connsiteX22" fmla="*/ 1166947 w 6884912"/>
              <a:gd name="connsiteY22" fmla="*/ 700762 h 1161397"/>
              <a:gd name="connsiteX23" fmla="*/ 1178135 w 6884912"/>
              <a:gd name="connsiteY23" fmla="*/ 698631 h 1161397"/>
              <a:gd name="connsiteX24" fmla="*/ 1178301 w 6884912"/>
              <a:gd name="connsiteY24" fmla="*/ 698094 h 1161397"/>
              <a:gd name="connsiteX25" fmla="*/ 1188995 w 6884912"/>
              <a:gd name="connsiteY25" fmla="*/ 697048 h 1161397"/>
              <a:gd name="connsiteX26" fmla="*/ 1242716 w 6884912"/>
              <a:gd name="connsiteY26" fmla="*/ 698052 h 1161397"/>
              <a:gd name="connsiteX27" fmla="*/ 1299977 w 6884912"/>
              <a:gd name="connsiteY27" fmla="*/ 639196 h 1161397"/>
              <a:gd name="connsiteX28" fmla="*/ 1326190 w 6884912"/>
              <a:gd name="connsiteY28" fmla="*/ 625955 h 1161397"/>
              <a:gd name="connsiteX29" fmla="*/ 1339600 w 6884912"/>
              <a:gd name="connsiteY29" fmla="*/ 616295 h 1161397"/>
              <a:gd name="connsiteX30" fmla="*/ 1340054 w 6884912"/>
              <a:gd name="connsiteY30" fmla="*/ 614022 h 1161397"/>
              <a:gd name="connsiteX31" fmla="*/ 1391606 w 6884912"/>
              <a:gd name="connsiteY31" fmla="*/ 615229 h 1161397"/>
              <a:gd name="connsiteX32" fmla="*/ 1397565 w 6884912"/>
              <a:gd name="connsiteY32" fmla="*/ 611490 h 1161397"/>
              <a:gd name="connsiteX33" fmla="*/ 1432302 w 6884912"/>
              <a:gd name="connsiteY33" fmla="*/ 617267 h 1161397"/>
              <a:gd name="connsiteX34" fmla="*/ 1449644 w 6884912"/>
              <a:gd name="connsiteY34" fmla="*/ 617591 h 1161397"/>
              <a:gd name="connsiteX35" fmla="*/ 1455793 w 6884912"/>
              <a:gd name="connsiteY35" fmla="*/ 623174 h 1161397"/>
              <a:gd name="connsiteX36" fmla="*/ 1480758 w 6884912"/>
              <a:gd name="connsiteY36" fmla="*/ 620863 h 1161397"/>
              <a:gd name="connsiteX37" fmla="*/ 1483154 w 6884912"/>
              <a:gd name="connsiteY37" fmla="*/ 618527 h 1161397"/>
              <a:gd name="connsiteX38" fmla="*/ 1505495 w 6884912"/>
              <a:gd name="connsiteY38" fmla="*/ 624325 h 1161397"/>
              <a:gd name="connsiteX39" fmla="*/ 1526340 w 6884912"/>
              <a:gd name="connsiteY39" fmla="*/ 638496 h 1161397"/>
              <a:gd name="connsiteX40" fmla="*/ 1731986 w 6884912"/>
              <a:gd name="connsiteY40" fmla="*/ 589682 h 1161397"/>
              <a:gd name="connsiteX41" fmla="*/ 1927935 w 6884912"/>
              <a:gd name="connsiteY41" fmla="*/ 628540 h 1161397"/>
              <a:gd name="connsiteX42" fmla="*/ 2039075 w 6884912"/>
              <a:gd name="connsiteY42" fmla="*/ 599964 h 1161397"/>
              <a:gd name="connsiteX43" fmla="*/ 2066980 w 6884912"/>
              <a:gd name="connsiteY43" fmla="*/ 550413 h 1161397"/>
              <a:gd name="connsiteX44" fmla="*/ 2352236 w 6884912"/>
              <a:gd name="connsiteY44" fmla="*/ 519602 h 1161397"/>
              <a:gd name="connsiteX45" fmla="*/ 2420791 w 6884912"/>
              <a:gd name="connsiteY45" fmla="*/ 492826 h 1161397"/>
              <a:gd name="connsiteX46" fmla="*/ 2489932 w 6884912"/>
              <a:gd name="connsiteY46" fmla="*/ 507864 h 1161397"/>
              <a:gd name="connsiteX47" fmla="*/ 2512917 w 6884912"/>
              <a:gd name="connsiteY47" fmla="*/ 489127 h 1161397"/>
              <a:gd name="connsiteX48" fmla="*/ 2516783 w 6884912"/>
              <a:gd name="connsiteY48" fmla="*/ 485473 h 1161397"/>
              <a:gd name="connsiteX49" fmla="*/ 2534360 w 6884912"/>
              <a:gd name="connsiteY49" fmla="*/ 480064 h 1161397"/>
              <a:gd name="connsiteX50" fmla="*/ 2536691 w 6884912"/>
              <a:gd name="connsiteY50" fmla="*/ 467018 h 1161397"/>
              <a:gd name="connsiteX51" fmla="*/ 2561265 w 6884912"/>
              <a:gd name="connsiteY51" fmla="*/ 450623 h 1161397"/>
              <a:gd name="connsiteX52" fmla="*/ 2594349 w 6884912"/>
              <a:gd name="connsiteY52" fmla="*/ 443884 h 1161397"/>
              <a:gd name="connsiteX53" fmla="*/ 2754324 w 6884912"/>
              <a:gd name="connsiteY53" fmla="*/ 424766 h 1161397"/>
              <a:gd name="connsiteX54" fmla="*/ 2848470 w 6884912"/>
              <a:gd name="connsiteY54" fmla="*/ 405966 h 1161397"/>
              <a:gd name="connsiteX55" fmla="*/ 2881772 w 6884912"/>
              <a:gd name="connsiteY55" fmla="*/ 387260 h 1161397"/>
              <a:gd name="connsiteX56" fmla="*/ 2929932 w 6884912"/>
              <a:gd name="connsiteY56" fmla="*/ 368912 h 1161397"/>
              <a:gd name="connsiteX57" fmla="*/ 3013020 w 6884912"/>
              <a:gd name="connsiteY57" fmla="*/ 327578 h 1161397"/>
              <a:gd name="connsiteX58" fmla="*/ 3127968 w 6884912"/>
              <a:gd name="connsiteY58" fmla="*/ 287613 h 1161397"/>
              <a:gd name="connsiteX59" fmla="*/ 3222191 w 6884912"/>
              <a:gd name="connsiteY59" fmla="*/ 307887 h 1161397"/>
              <a:gd name="connsiteX60" fmla="*/ 3227953 w 6884912"/>
              <a:gd name="connsiteY60" fmla="*/ 297650 h 1161397"/>
              <a:gd name="connsiteX61" fmla="*/ 3287859 w 6884912"/>
              <a:gd name="connsiteY61" fmla="*/ 287558 h 1161397"/>
              <a:gd name="connsiteX62" fmla="*/ 3510042 w 6884912"/>
              <a:gd name="connsiteY62" fmla="*/ 311820 h 1161397"/>
              <a:gd name="connsiteX63" fmla="*/ 3626773 w 6884912"/>
              <a:gd name="connsiteY63" fmla="*/ 290452 h 1161397"/>
              <a:gd name="connsiteX64" fmla="*/ 3666217 w 6884912"/>
              <a:gd name="connsiteY64" fmla="*/ 273255 h 1161397"/>
              <a:gd name="connsiteX65" fmla="*/ 3732427 w 6884912"/>
              <a:gd name="connsiteY65" fmla="*/ 245039 h 1161397"/>
              <a:gd name="connsiteX66" fmla="*/ 3777022 w 6884912"/>
              <a:gd name="connsiteY66" fmla="*/ 200276 h 1161397"/>
              <a:gd name="connsiteX67" fmla="*/ 3791246 w 6884912"/>
              <a:gd name="connsiteY67" fmla="*/ 189996 h 1161397"/>
              <a:gd name="connsiteX68" fmla="*/ 3819864 w 6884912"/>
              <a:gd name="connsiteY68" fmla="*/ 194605 h 1161397"/>
              <a:gd name="connsiteX69" fmla="*/ 3830398 w 6884912"/>
              <a:gd name="connsiteY69" fmla="*/ 188383 h 1161397"/>
              <a:gd name="connsiteX70" fmla="*/ 3834360 w 6884912"/>
              <a:gd name="connsiteY70" fmla="*/ 188992 h 1161397"/>
              <a:gd name="connsiteX71" fmla="*/ 3843715 w 6884912"/>
              <a:gd name="connsiteY71" fmla="*/ 188752 h 1161397"/>
              <a:gd name="connsiteX72" fmla="*/ 3842609 w 6884912"/>
              <a:gd name="connsiteY72" fmla="*/ 197386 h 1161397"/>
              <a:gd name="connsiteX73" fmla="*/ 3853961 w 6884912"/>
              <a:gd name="connsiteY73" fmla="*/ 213380 h 1161397"/>
              <a:gd name="connsiteX74" fmla="*/ 3907640 w 6884912"/>
              <a:gd name="connsiteY74" fmla="*/ 207568 h 1161397"/>
              <a:gd name="connsiteX75" fmla="*/ 3910449 w 6884912"/>
              <a:gd name="connsiteY75" fmla="*/ 197808 h 1161397"/>
              <a:gd name="connsiteX76" fmla="*/ 3917197 w 6884912"/>
              <a:gd name="connsiteY76" fmla="*/ 196121 h 1161397"/>
              <a:gd name="connsiteX77" fmla="*/ 3922400 w 6884912"/>
              <a:gd name="connsiteY77" fmla="*/ 205056 h 1161397"/>
              <a:gd name="connsiteX78" fmla="*/ 4013061 w 6884912"/>
              <a:gd name="connsiteY78" fmla="*/ 224874 h 1161397"/>
              <a:gd name="connsiteX79" fmla="*/ 4134285 w 6884912"/>
              <a:gd name="connsiteY79" fmla="*/ 235592 h 1161397"/>
              <a:gd name="connsiteX80" fmla="*/ 4220717 w 6884912"/>
              <a:gd name="connsiteY80" fmla="*/ 192946 h 1161397"/>
              <a:gd name="connsiteX81" fmla="*/ 4228802 w 6884912"/>
              <a:gd name="connsiteY81" fmla="*/ 201468 h 1161397"/>
              <a:gd name="connsiteX82" fmla="*/ 4289361 w 6884912"/>
              <a:gd name="connsiteY82" fmla="*/ 196642 h 1161397"/>
              <a:gd name="connsiteX83" fmla="*/ 4498913 w 6884912"/>
              <a:gd name="connsiteY83" fmla="*/ 118915 h 1161397"/>
              <a:gd name="connsiteX84" fmla="*/ 4617330 w 6884912"/>
              <a:gd name="connsiteY84" fmla="*/ 111163 h 1161397"/>
              <a:gd name="connsiteX85" fmla="*/ 4659778 w 6884912"/>
              <a:gd name="connsiteY85" fmla="*/ 118219 h 1161397"/>
              <a:gd name="connsiteX86" fmla="*/ 4730870 w 6884912"/>
              <a:gd name="connsiteY86" fmla="*/ 129432 h 1161397"/>
              <a:gd name="connsiteX87" fmla="*/ 4785037 w 6884912"/>
              <a:gd name="connsiteY87" fmla="*/ 161964 h 1161397"/>
              <a:gd name="connsiteX88" fmla="*/ 4844073 w 6884912"/>
              <a:gd name="connsiteY88" fmla="*/ 161768 h 1161397"/>
              <a:gd name="connsiteX89" fmla="*/ 4856454 w 6884912"/>
              <a:gd name="connsiteY89" fmla="*/ 130488 h 1161397"/>
              <a:gd name="connsiteX90" fmla="*/ 4920038 w 6884912"/>
              <a:gd name="connsiteY90" fmla="*/ 140418 h 1161397"/>
              <a:gd name="connsiteX91" fmla="*/ 5016639 w 6884912"/>
              <a:gd name="connsiteY91" fmla="*/ 158905 h 1161397"/>
              <a:gd name="connsiteX92" fmla="*/ 5072009 w 6884912"/>
              <a:gd name="connsiteY92" fmla="*/ 161502 h 1161397"/>
              <a:gd name="connsiteX93" fmla="*/ 5223626 w 6884912"/>
              <a:gd name="connsiteY93" fmla="*/ 177356 h 1161397"/>
              <a:gd name="connsiteX94" fmla="*/ 5375773 w 6884912"/>
              <a:gd name="connsiteY94" fmla="*/ 199913 h 1161397"/>
              <a:gd name="connsiteX95" fmla="*/ 5467502 w 6884912"/>
              <a:gd name="connsiteY95" fmla="*/ 250963 h 1161397"/>
              <a:gd name="connsiteX96" fmla="*/ 5592395 w 6884912"/>
              <a:gd name="connsiteY96" fmla="*/ 265434 h 1161397"/>
              <a:gd name="connsiteX97" fmla="*/ 5613532 w 6884912"/>
              <a:gd name="connsiteY97" fmla="*/ 273379 h 1161397"/>
              <a:gd name="connsiteX98" fmla="*/ 5642173 w 6884912"/>
              <a:gd name="connsiteY98" fmla="*/ 266904 h 1161397"/>
              <a:gd name="connsiteX99" fmla="*/ 5756910 w 6884912"/>
              <a:gd name="connsiteY99" fmla="*/ 239211 h 1161397"/>
              <a:gd name="connsiteX100" fmla="*/ 5846667 w 6884912"/>
              <a:gd name="connsiteY100" fmla="*/ 201786 h 1161397"/>
              <a:gd name="connsiteX101" fmla="*/ 5960732 w 6884912"/>
              <a:gd name="connsiteY101" fmla="*/ 220708 h 1161397"/>
              <a:gd name="connsiteX102" fmla="*/ 6029542 w 6884912"/>
              <a:gd name="connsiteY102" fmla="*/ 210339 h 1161397"/>
              <a:gd name="connsiteX103" fmla="*/ 6141123 w 6884912"/>
              <a:gd name="connsiteY103" fmla="*/ 159923 h 1161397"/>
              <a:gd name="connsiteX104" fmla="*/ 6290640 w 6884912"/>
              <a:gd name="connsiteY104" fmla="*/ 167441 h 1161397"/>
              <a:gd name="connsiteX105" fmla="*/ 6322806 w 6884912"/>
              <a:gd name="connsiteY105" fmla="*/ 213293 h 1161397"/>
              <a:gd name="connsiteX106" fmla="*/ 6364914 w 6884912"/>
              <a:gd name="connsiteY106" fmla="*/ 240140 h 1161397"/>
              <a:gd name="connsiteX107" fmla="*/ 6380420 w 6884912"/>
              <a:gd name="connsiteY107" fmla="*/ 173195 h 1161397"/>
              <a:gd name="connsiteX108" fmla="*/ 6507891 w 6884912"/>
              <a:gd name="connsiteY108" fmla="*/ 118474 h 1161397"/>
              <a:gd name="connsiteX109" fmla="*/ 6571807 w 6884912"/>
              <a:gd name="connsiteY109" fmla="*/ 98636 h 1161397"/>
              <a:gd name="connsiteX110" fmla="*/ 6671880 w 6884912"/>
              <a:gd name="connsiteY110" fmla="*/ 82931 h 1161397"/>
              <a:gd name="connsiteX111" fmla="*/ 6702266 w 6884912"/>
              <a:gd name="connsiteY111" fmla="*/ 75470 h 1161397"/>
              <a:gd name="connsiteX112" fmla="*/ 6845802 w 6884912"/>
              <a:gd name="connsiteY112" fmla="*/ 24496 h 1161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Lst>
            <a:rect l="l" t="t" r="r" b="b"/>
            <a:pathLst>
              <a:path w="6884912" h="1161397">
                <a:moveTo>
                  <a:pt x="6884912" y="0"/>
                </a:moveTo>
                <a:lnTo>
                  <a:pt x="6884912" y="1161397"/>
                </a:lnTo>
                <a:lnTo>
                  <a:pt x="0" y="1161397"/>
                </a:lnTo>
                <a:lnTo>
                  <a:pt x="27135" y="1147460"/>
                </a:lnTo>
                <a:cubicBezTo>
                  <a:pt x="57431" y="1167048"/>
                  <a:pt x="61886" y="1135904"/>
                  <a:pt x="115388" y="1159043"/>
                </a:cubicBezTo>
                <a:cubicBezTo>
                  <a:pt x="116121" y="1155340"/>
                  <a:pt x="117370" y="1151777"/>
                  <a:pt x="119094" y="1148463"/>
                </a:cubicBezTo>
                <a:cubicBezTo>
                  <a:pt x="129121" y="1129214"/>
                  <a:pt x="152727" y="1122391"/>
                  <a:pt x="171824" y="1133224"/>
                </a:cubicBezTo>
                <a:cubicBezTo>
                  <a:pt x="254344" y="1161369"/>
                  <a:pt x="315458" y="1143220"/>
                  <a:pt x="376455" y="1137381"/>
                </a:cubicBezTo>
                <a:cubicBezTo>
                  <a:pt x="443775" y="1125614"/>
                  <a:pt x="382885" y="1083927"/>
                  <a:pt x="478946" y="1106011"/>
                </a:cubicBezTo>
                <a:cubicBezTo>
                  <a:pt x="481662" y="1085172"/>
                  <a:pt x="491731" y="1081489"/>
                  <a:pt x="512111" y="1085599"/>
                </a:cubicBezTo>
                <a:cubicBezTo>
                  <a:pt x="544368" y="1078502"/>
                  <a:pt x="526559" y="1032754"/>
                  <a:pt x="567875" y="1051976"/>
                </a:cubicBezTo>
                <a:cubicBezTo>
                  <a:pt x="553871" y="1028602"/>
                  <a:pt x="624901" y="1025930"/>
                  <a:pt x="601644" y="1003997"/>
                </a:cubicBezTo>
                <a:cubicBezTo>
                  <a:pt x="614803" y="975652"/>
                  <a:pt x="637415" y="1010272"/>
                  <a:pt x="651408" y="984938"/>
                </a:cubicBezTo>
                <a:cubicBezTo>
                  <a:pt x="673042" y="974024"/>
                  <a:pt x="646948" y="1015207"/>
                  <a:pt x="673197" y="1010060"/>
                </a:cubicBezTo>
                <a:cubicBezTo>
                  <a:pt x="703527" y="999318"/>
                  <a:pt x="718626" y="1045053"/>
                  <a:pt x="723108" y="980081"/>
                </a:cubicBezTo>
                <a:cubicBezTo>
                  <a:pt x="760262" y="985126"/>
                  <a:pt x="757827" y="957145"/>
                  <a:pt x="797699" y="931362"/>
                </a:cubicBezTo>
                <a:cubicBezTo>
                  <a:pt x="821097" y="940623"/>
                  <a:pt x="833565" y="929189"/>
                  <a:pt x="843359" y="910894"/>
                </a:cubicBezTo>
                <a:cubicBezTo>
                  <a:pt x="887668" y="902160"/>
                  <a:pt x="919738" y="869376"/>
                  <a:pt x="965215" y="846701"/>
                </a:cubicBezTo>
                <a:cubicBezTo>
                  <a:pt x="1023081" y="848019"/>
                  <a:pt x="1036422" y="800154"/>
                  <a:pt x="1085080" y="776086"/>
                </a:cubicBezTo>
                <a:cubicBezTo>
                  <a:pt x="1140763" y="795544"/>
                  <a:pt x="1110309" y="730471"/>
                  <a:pt x="1131224" y="706160"/>
                </a:cubicBezTo>
                <a:lnTo>
                  <a:pt x="1138051" y="702034"/>
                </a:lnTo>
                <a:lnTo>
                  <a:pt x="1158800" y="700004"/>
                </a:lnTo>
                <a:lnTo>
                  <a:pt x="1166947" y="700762"/>
                </a:lnTo>
                <a:cubicBezTo>
                  <a:pt x="1172432" y="700717"/>
                  <a:pt x="1175913" y="699961"/>
                  <a:pt x="1178135" y="698631"/>
                </a:cubicBezTo>
                <a:lnTo>
                  <a:pt x="1178301" y="698094"/>
                </a:lnTo>
                <a:lnTo>
                  <a:pt x="1188995" y="697048"/>
                </a:lnTo>
                <a:cubicBezTo>
                  <a:pt x="1207294" y="696390"/>
                  <a:pt x="1225337" y="696802"/>
                  <a:pt x="1242716" y="698052"/>
                </a:cubicBezTo>
                <a:cubicBezTo>
                  <a:pt x="1250387" y="668345"/>
                  <a:pt x="1318259" y="689091"/>
                  <a:pt x="1299977" y="639196"/>
                </a:cubicBezTo>
                <a:cubicBezTo>
                  <a:pt x="1323072" y="639367"/>
                  <a:pt x="1341279" y="658105"/>
                  <a:pt x="1326190" y="625955"/>
                </a:cubicBezTo>
                <a:cubicBezTo>
                  <a:pt x="1333572" y="625050"/>
                  <a:pt x="1337406" y="621362"/>
                  <a:pt x="1339600" y="616295"/>
                </a:cubicBezTo>
                <a:lnTo>
                  <a:pt x="1340054" y="614022"/>
                </a:lnTo>
                <a:lnTo>
                  <a:pt x="1391606" y="615229"/>
                </a:lnTo>
                <a:lnTo>
                  <a:pt x="1397565" y="611490"/>
                </a:lnTo>
                <a:lnTo>
                  <a:pt x="1432302" y="617267"/>
                </a:lnTo>
                <a:lnTo>
                  <a:pt x="1449644" y="617591"/>
                </a:lnTo>
                <a:lnTo>
                  <a:pt x="1455793" y="623174"/>
                </a:lnTo>
                <a:cubicBezTo>
                  <a:pt x="1461744" y="626151"/>
                  <a:pt x="1469373" y="626493"/>
                  <a:pt x="1480758" y="620863"/>
                </a:cubicBezTo>
                <a:lnTo>
                  <a:pt x="1483154" y="618527"/>
                </a:lnTo>
                <a:lnTo>
                  <a:pt x="1505495" y="624325"/>
                </a:lnTo>
                <a:cubicBezTo>
                  <a:pt x="1512992" y="627532"/>
                  <a:pt x="1520025" y="632078"/>
                  <a:pt x="1526340" y="638496"/>
                </a:cubicBezTo>
                <a:cubicBezTo>
                  <a:pt x="1586113" y="586768"/>
                  <a:pt x="1659006" y="610309"/>
                  <a:pt x="1731986" y="589682"/>
                </a:cubicBezTo>
                <a:cubicBezTo>
                  <a:pt x="1750397" y="523106"/>
                  <a:pt x="1896056" y="573257"/>
                  <a:pt x="1927935" y="628540"/>
                </a:cubicBezTo>
                <a:cubicBezTo>
                  <a:pt x="1912854" y="559823"/>
                  <a:pt x="2112261" y="676347"/>
                  <a:pt x="2039075" y="599964"/>
                </a:cubicBezTo>
                <a:cubicBezTo>
                  <a:pt x="2066036" y="601198"/>
                  <a:pt x="2086366" y="569532"/>
                  <a:pt x="2066980" y="550413"/>
                </a:cubicBezTo>
                <a:cubicBezTo>
                  <a:pt x="2155364" y="582582"/>
                  <a:pt x="2259548" y="514786"/>
                  <a:pt x="2352236" y="519602"/>
                </a:cubicBezTo>
                <a:cubicBezTo>
                  <a:pt x="2388450" y="459394"/>
                  <a:pt x="2373298" y="511682"/>
                  <a:pt x="2420791" y="492826"/>
                </a:cubicBezTo>
                <a:cubicBezTo>
                  <a:pt x="2417962" y="542563"/>
                  <a:pt x="2475071" y="455098"/>
                  <a:pt x="2489932" y="507864"/>
                </a:cubicBezTo>
                <a:cubicBezTo>
                  <a:pt x="2498105" y="502761"/>
                  <a:pt x="2505553" y="496153"/>
                  <a:pt x="2512917" y="489127"/>
                </a:cubicBezTo>
                <a:lnTo>
                  <a:pt x="2516783" y="485473"/>
                </a:lnTo>
                <a:lnTo>
                  <a:pt x="2534360" y="480064"/>
                </a:lnTo>
                <a:lnTo>
                  <a:pt x="2536691" y="467018"/>
                </a:lnTo>
                <a:lnTo>
                  <a:pt x="2561265" y="450623"/>
                </a:lnTo>
                <a:cubicBezTo>
                  <a:pt x="2570872" y="446262"/>
                  <a:pt x="2581686" y="443655"/>
                  <a:pt x="2594349" y="443884"/>
                </a:cubicBezTo>
                <a:cubicBezTo>
                  <a:pt x="2640435" y="464638"/>
                  <a:pt x="2696955" y="396361"/>
                  <a:pt x="2754324" y="424766"/>
                </a:cubicBezTo>
                <a:cubicBezTo>
                  <a:pt x="2775130" y="430896"/>
                  <a:pt x="2837731" y="423458"/>
                  <a:pt x="2848470" y="405966"/>
                </a:cubicBezTo>
                <a:cubicBezTo>
                  <a:pt x="2861295" y="401100"/>
                  <a:pt x="2876936" y="405309"/>
                  <a:pt x="2881772" y="387260"/>
                </a:cubicBezTo>
                <a:cubicBezTo>
                  <a:pt x="2890299" y="365261"/>
                  <a:pt x="2938134" y="392997"/>
                  <a:pt x="2929932" y="368912"/>
                </a:cubicBezTo>
                <a:cubicBezTo>
                  <a:pt x="2963844" y="387799"/>
                  <a:pt x="2986550" y="341223"/>
                  <a:pt x="3013020" y="327578"/>
                </a:cubicBezTo>
                <a:cubicBezTo>
                  <a:pt x="3040041" y="346996"/>
                  <a:pt x="3068934" y="299222"/>
                  <a:pt x="3127968" y="287613"/>
                </a:cubicBezTo>
                <a:cubicBezTo>
                  <a:pt x="3157770" y="310215"/>
                  <a:pt x="3167695" y="279445"/>
                  <a:pt x="3222191" y="307887"/>
                </a:cubicBezTo>
                <a:cubicBezTo>
                  <a:pt x="3223593" y="304249"/>
                  <a:pt x="3225533" y="300801"/>
                  <a:pt x="3227953" y="297650"/>
                </a:cubicBezTo>
                <a:cubicBezTo>
                  <a:pt x="3242008" y="279345"/>
                  <a:pt x="3268831" y="274825"/>
                  <a:pt x="3287859" y="287558"/>
                </a:cubicBezTo>
                <a:cubicBezTo>
                  <a:pt x="3373144" y="323866"/>
                  <a:pt x="3442657" y="311681"/>
                  <a:pt x="3510042" y="311820"/>
                </a:cubicBezTo>
                <a:cubicBezTo>
                  <a:pt x="3585274" y="306641"/>
                  <a:pt x="3525753" y="258887"/>
                  <a:pt x="3626773" y="290452"/>
                </a:cubicBezTo>
                <a:cubicBezTo>
                  <a:pt x="3633124" y="269835"/>
                  <a:pt x="3644693" y="267134"/>
                  <a:pt x="3666217" y="273255"/>
                </a:cubicBezTo>
                <a:cubicBezTo>
                  <a:pt x="3702502" y="269310"/>
                  <a:pt x="3690563" y="221720"/>
                  <a:pt x="3732427" y="245039"/>
                </a:cubicBezTo>
                <a:cubicBezTo>
                  <a:pt x="3720985" y="220241"/>
                  <a:pt x="3798776" y="224539"/>
                  <a:pt x="3777022" y="200276"/>
                </a:cubicBezTo>
                <a:cubicBezTo>
                  <a:pt x="3781759" y="193499"/>
                  <a:pt x="3786499" y="190723"/>
                  <a:pt x="3791246" y="189996"/>
                </a:cubicBezTo>
                <a:cubicBezTo>
                  <a:pt x="3800740" y="188542"/>
                  <a:pt x="3810265" y="195284"/>
                  <a:pt x="3819864" y="194605"/>
                </a:cubicBezTo>
                <a:lnTo>
                  <a:pt x="3830398" y="188383"/>
                </a:lnTo>
                <a:lnTo>
                  <a:pt x="3834360" y="188992"/>
                </a:lnTo>
                <a:lnTo>
                  <a:pt x="3843715" y="188752"/>
                </a:lnTo>
                <a:lnTo>
                  <a:pt x="3842609" y="197386"/>
                </a:lnTo>
                <a:cubicBezTo>
                  <a:pt x="3840673" y="205638"/>
                  <a:pt x="3839248" y="214671"/>
                  <a:pt x="3853961" y="213380"/>
                </a:cubicBezTo>
                <a:cubicBezTo>
                  <a:pt x="3884396" y="206569"/>
                  <a:pt x="3895082" y="241941"/>
                  <a:pt x="3907640" y="207568"/>
                </a:cubicBezTo>
                <a:lnTo>
                  <a:pt x="3910449" y="197808"/>
                </a:lnTo>
                <a:lnTo>
                  <a:pt x="3917197" y="196121"/>
                </a:lnTo>
                <a:cubicBezTo>
                  <a:pt x="3920833" y="196372"/>
                  <a:pt x="3922919" y="198717"/>
                  <a:pt x="3922400" y="205056"/>
                </a:cubicBezTo>
                <a:cubicBezTo>
                  <a:pt x="3950680" y="178467"/>
                  <a:pt x="3984062" y="218098"/>
                  <a:pt x="4013061" y="224874"/>
                </a:cubicBezTo>
                <a:cubicBezTo>
                  <a:pt x="4034530" y="199451"/>
                  <a:pt x="4074202" y="238734"/>
                  <a:pt x="4134285" y="235592"/>
                </a:cubicBezTo>
                <a:cubicBezTo>
                  <a:pt x="4157674" y="206403"/>
                  <a:pt x="4174806" y="233822"/>
                  <a:pt x="4220717" y="192946"/>
                </a:cubicBezTo>
                <a:cubicBezTo>
                  <a:pt x="4222964" y="196132"/>
                  <a:pt x="4225687" y="199002"/>
                  <a:pt x="4228802" y="201468"/>
                </a:cubicBezTo>
                <a:cubicBezTo>
                  <a:pt x="4246898" y="215792"/>
                  <a:pt x="4274013" y="213632"/>
                  <a:pt x="4289361" y="196642"/>
                </a:cubicBezTo>
                <a:cubicBezTo>
                  <a:pt x="4363212" y="140627"/>
                  <a:pt x="4433598" y="135488"/>
                  <a:pt x="4498913" y="118915"/>
                </a:cubicBezTo>
                <a:cubicBezTo>
                  <a:pt x="4573135" y="105586"/>
                  <a:pt x="4527062" y="166416"/>
                  <a:pt x="4617330" y="111163"/>
                </a:cubicBezTo>
                <a:cubicBezTo>
                  <a:pt x="4628518" y="129608"/>
                  <a:pt x="4640397" y="129405"/>
                  <a:pt x="4659778" y="118219"/>
                </a:cubicBezTo>
                <a:cubicBezTo>
                  <a:pt x="4695929" y="113193"/>
                  <a:pt x="4695958" y="162259"/>
                  <a:pt x="4730870" y="129432"/>
                </a:cubicBezTo>
                <a:cubicBezTo>
                  <a:pt x="4725822" y="156271"/>
                  <a:pt x="4800214" y="133127"/>
                  <a:pt x="4785037" y="161964"/>
                </a:cubicBezTo>
                <a:cubicBezTo>
                  <a:pt x="4810025" y="183633"/>
                  <a:pt x="4819434" y="143205"/>
                  <a:pt x="4844073" y="161768"/>
                </a:cubicBezTo>
                <a:cubicBezTo>
                  <a:pt x="4870797" y="164132"/>
                  <a:pt x="4827288" y="135164"/>
                  <a:pt x="4856454" y="130488"/>
                </a:cubicBezTo>
                <a:cubicBezTo>
                  <a:pt x="4892086" y="129553"/>
                  <a:pt x="4889263" y="81477"/>
                  <a:pt x="4920038" y="140418"/>
                </a:cubicBezTo>
                <a:cubicBezTo>
                  <a:pt x="4956358" y="122308"/>
                  <a:pt x="4965108" y="149263"/>
                  <a:pt x="5016639" y="158905"/>
                </a:cubicBezTo>
                <a:cubicBezTo>
                  <a:pt x="5037063" y="141828"/>
                  <a:pt x="5054534" y="147986"/>
                  <a:pt x="5072009" y="161502"/>
                </a:cubicBezTo>
                <a:cubicBezTo>
                  <a:pt x="5121260" y="153653"/>
                  <a:pt x="5167555" y="172635"/>
                  <a:pt x="5223626" y="177356"/>
                </a:cubicBezTo>
                <a:cubicBezTo>
                  <a:pt x="5282824" y="155243"/>
                  <a:pt x="5315859" y="195041"/>
                  <a:pt x="5375773" y="199913"/>
                </a:cubicBezTo>
                <a:cubicBezTo>
                  <a:pt x="5432511" y="156218"/>
                  <a:pt x="5417550" y="256036"/>
                  <a:pt x="5467502" y="250963"/>
                </a:cubicBezTo>
                <a:cubicBezTo>
                  <a:pt x="5547124" y="209975"/>
                  <a:pt x="5467171" y="283839"/>
                  <a:pt x="5592395" y="265434"/>
                </a:cubicBezTo>
                <a:cubicBezTo>
                  <a:pt x="5599201" y="258867"/>
                  <a:pt x="5614752" y="264706"/>
                  <a:pt x="5613532" y="273379"/>
                </a:cubicBezTo>
                <a:cubicBezTo>
                  <a:pt x="5621390" y="270408"/>
                  <a:pt x="5639720" y="253173"/>
                  <a:pt x="5642173" y="266904"/>
                </a:cubicBezTo>
                <a:cubicBezTo>
                  <a:pt x="5682296" y="267049"/>
                  <a:pt x="5721812" y="257513"/>
                  <a:pt x="5756910" y="239211"/>
                </a:cubicBezTo>
                <a:cubicBezTo>
                  <a:pt x="5834998" y="260050"/>
                  <a:pt x="5790596" y="197229"/>
                  <a:pt x="5846667" y="201786"/>
                </a:cubicBezTo>
                <a:cubicBezTo>
                  <a:pt x="5892444" y="227312"/>
                  <a:pt x="5908324" y="204527"/>
                  <a:pt x="5960732" y="220708"/>
                </a:cubicBezTo>
                <a:cubicBezTo>
                  <a:pt x="5977124" y="175349"/>
                  <a:pt x="6009640" y="223654"/>
                  <a:pt x="6029542" y="210339"/>
                </a:cubicBezTo>
                <a:cubicBezTo>
                  <a:pt x="6063108" y="261420"/>
                  <a:pt x="6107411" y="160034"/>
                  <a:pt x="6141123" y="159923"/>
                </a:cubicBezTo>
                <a:cubicBezTo>
                  <a:pt x="6198068" y="167749"/>
                  <a:pt x="6260628" y="219715"/>
                  <a:pt x="6290640" y="167441"/>
                </a:cubicBezTo>
                <a:cubicBezTo>
                  <a:pt x="6295193" y="188689"/>
                  <a:pt x="6290494" y="217816"/>
                  <a:pt x="6322806" y="213293"/>
                </a:cubicBezTo>
                <a:cubicBezTo>
                  <a:pt x="6335911" y="223881"/>
                  <a:pt x="6338726" y="256581"/>
                  <a:pt x="6364914" y="240140"/>
                </a:cubicBezTo>
                <a:cubicBezTo>
                  <a:pt x="6331888" y="211628"/>
                  <a:pt x="6385856" y="207033"/>
                  <a:pt x="6380420" y="173195"/>
                </a:cubicBezTo>
                <a:cubicBezTo>
                  <a:pt x="6420580" y="151473"/>
                  <a:pt x="6513519" y="179296"/>
                  <a:pt x="6507891" y="118474"/>
                </a:cubicBezTo>
                <a:cubicBezTo>
                  <a:pt x="6519398" y="82452"/>
                  <a:pt x="6571830" y="137398"/>
                  <a:pt x="6571807" y="98636"/>
                </a:cubicBezTo>
                <a:cubicBezTo>
                  <a:pt x="6594702" y="123421"/>
                  <a:pt x="6634676" y="82071"/>
                  <a:pt x="6671880" y="82931"/>
                </a:cubicBezTo>
                <a:cubicBezTo>
                  <a:pt x="6678855" y="65407"/>
                  <a:pt x="6687415" y="66196"/>
                  <a:pt x="6702266" y="75470"/>
                </a:cubicBezTo>
                <a:cubicBezTo>
                  <a:pt x="6747004" y="78450"/>
                  <a:pt x="6798307" y="53072"/>
                  <a:pt x="6845802" y="24496"/>
                </a:cubicBez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256B2C21-A230-48C0-8DF1-C46611373C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13" y="1914812"/>
            <a:ext cx="6858000" cy="3028377"/>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3847E18C-932D-4C95-AABA-FEC7C9499A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14" y="1924949"/>
            <a:ext cx="6857999" cy="302837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3150CB11-0C61-439E-910F-5787759E72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263195" y="4092815"/>
            <a:ext cx="2501979" cy="302838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Freeform: Shape 16">
            <a:extLst>
              <a:ext uri="{FF2B5EF4-FFF2-40B4-BE49-F238E27FC236}">
                <a16:creationId xmlns:a16="http://schemas.microsoft.com/office/drawing/2014/main" id="{43F8A58B-5155-44CE-A5FF-7647B47D0A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376302" y="969718"/>
            <a:ext cx="292526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9" name="Rectangle 18">
            <a:extLst>
              <a:ext uri="{FF2B5EF4-FFF2-40B4-BE49-F238E27FC236}">
                <a16:creationId xmlns:a16="http://schemas.microsoft.com/office/drawing/2014/main" id="{443F2ACA-E6D6-4028-82DD-F03C262D5D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22" y="1914808"/>
            <a:ext cx="6858003" cy="3028376"/>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39858" y="1683756"/>
            <a:ext cx="2336449" cy="2396359"/>
          </a:xfrm>
        </p:spPr>
        <p:txBody>
          <a:bodyPr anchor="b">
            <a:normAutofit/>
          </a:bodyPr>
          <a:lstStyle/>
          <a:p>
            <a:pPr algn="r"/>
            <a:r>
              <a:rPr lang="en-US" sz="3500">
                <a:solidFill>
                  <a:srgbClr val="FFFFFF"/>
                </a:solidFill>
              </a:rPr>
              <a:t>Challenges Faced</a:t>
            </a:r>
          </a:p>
        </p:txBody>
      </p:sp>
      <p:graphicFrame>
        <p:nvGraphicFramePr>
          <p:cNvPr id="5" name="Content Placeholder 2">
            <a:extLst>
              <a:ext uri="{FF2B5EF4-FFF2-40B4-BE49-F238E27FC236}">
                <a16:creationId xmlns:a16="http://schemas.microsoft.com/office/drawing/2014/main" id="{1376F3B9-B33C-29EC-1483-78A3450C1059}"/>
              </a:ext>
            </a:extLst>
          </p:cNvPr>
          <p:cNvGraphicFramePr>
            <a:graphicFrameLocks noGrp="1"/>
          </p:cNvGraphicFramePr>
          <p:nvPr>
            <p:ph idx="1"/>
            <p:extLst>
              <p:ext uri="{D42A27DB-BD31-4B8C-83A1-F6EECF244321}">
                <p14:modId xmlns:p14="http://schemas.microsoft.com/office/powerpoint/2010/main" val="823910940"/>
              </p:ext>
            </p:extLst>
          </p:nvPr>
        </p:nvGraphicFramePr>
        <p:xfrm>
          <a:off x="3678789" y="750440"/>
          <a:ext cx="5000124" cy="545392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256B2C21-A230-48C0-8DF1-C46611373C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13" y="1914812"/>
            <a:ext cx="6858000" cy="3028377"/>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3847E18C-932D-4C95-AABA-FEC7C9499A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14" y="1924949"/>
            <a:ext cx="6857999" cy="302837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3150CB11-0C61-439E-910F-5787759E72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263195" y="4092815"/>
            <a:ext cx="2501979" cy="302838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5" name="Freeform: Shape 24">
            <a:extLst>
              <a:ext uri="{FF2B5EF4-FFF2-40B4-BE49-F238E27FC236}">
                <a16:creationId xmlns:a16="http://schemas.microsoft.com/office/drawing/2014/main" id="{43F8A58B-5155-44CE-A5FF-7647B47D0A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376302" y="969718"/>
            <a:ext cx="292526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6" name="Rectangle 25">
            <a:extLst>
              <a:ext uri="{FF2B5EF4-FFF2-40B4-BE49-F238E27FC236}">
                <a16:creationId xmlns:a16="http://schemas.microsoft.com/office/drawing/2014/main" id="{443F2ACA-E6D6-4028-82DD-F03C262D5D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22" y="1914808"/>
            <a:ext cx="6858003" cy="3028376"/>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39858" y="1683756"/>
            <a:ext cx="2336449" cy="2396359"/>
          </a:xfrm>
        </p:spPr>
        <p:txBody>
          <a:bodyPr anchor="b">
            <a:normAutofit/>
          </a:bodyPr>
          <a:lstStyle/>
          <a:p>
            <a:pPr algn="r"/>
            <a:r>
              <a:rPr lang="en-US" sz="3500">
                <a:solidFill>
                  <a:srgbClr val="FFFFFF"/>
                </a:solidFill>
              </a:rPr>
              <a:t>Output Verification</a:t>
            </a:r>
          </a:p>
        </p:txBody>
      </p:sp>
      <p:graphicFrame>
        <p:nvGraphicFramePr>
          <p:cNvPr id="27" name="Content Placeholder 2">
            <a:extLst>
              <a:ext uri="{FF2B5EF4-FFF2-40B4-BE49-F238E27FC236}">
                <a16:creationId xmlns:a16="http://schemas.microsoft.com/office/drawing/2014/main" id="{4BB98AD7-E0C5-C239-302C-6EA84F3A5992}"/>
              </a:ext>
            </a:extLst>
          </p:cNvPr>
          <p:cNvGraphicFramePr>
            <a:graphicFrameLocks noGrp="1"/>
          </p:cNvGraphicFramePr>
          <p:nvPr>
            <p:ph idx="1"/>
            <p:extLst>
              <p:ext uri="{D42A27DB-BD31-4B8C-83A1-F6EECF244321}">
                <p14:modId xmlns:p14="http://schemas.microsoft.com/office/powerpoint/2010/main" val="1900266889"/>
              </p:ext>
            </p:extLst>
          </p:nvPr>
        </p:nvGraphicFramePr>
        <p:xfrm>
          <a:off x="3678789" y="750440"/>
          <a:ext cx="5000124" cy="545392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A3363022-C969-41E9-8EB2-E4C94908C1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9143771" cy="685202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8D1AD6B3-BE88-4CEB-BA17-790657CC472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 y="0"/>
            <a:ext cx="9143772"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4942996" y="4267832"/>
            <a:ext cx="3604497" cy="1297115"/>
          </a:xfrm>
        </p:spPr>
        <p:txBody>
          <a:bodyPr anchor="t">
            <a:normAutofit/>
          </a:bodyPr>
          <a:lstStyle/>
          <a:p>
            <a:pPr algn="l"/>
            <a:r>
              <a:rPr lang="en-US" sz="3500">
                <a:solidFill>
                  <a:schemeClr val="tx2"/>
                </a:solidFill>
              </a:rPr>
              <a:t>Thank You</a:t>
            </a:r>
          </a:p>
        </p:txBody>
      </p:sp>
      <p:sp>
        <p:nvSpPr>
          <p:cNvPr id="3" name="Subtitle 2"/>
          <p:cNvSpPr>
            <a:spLocks noGrp="1"/>
          </p:cNvSpPr>
          <p:nvPr>
            <p:ph type="subTitle" idx="1"/>
          </p:nvPr>
        </p:nvSpPr>
        <p:spPr>
          <a:xfrm>
            <a:off x="4943224" y="3428999"/>
            <a:ext cx="3604268" cy="838831"/>
          </a:xfrm>
        </p:spPr>
        <p:txBody>
          <a:bodyPr anchor="b">
            <a:normAutofit/>
          </a:bodyPr>
          <a:lstStyle/>
          <a:p>
            <a:pPr algn="l"/>
            <a:r>
              <a:rPr lang="en-US" sz="1700">
                <a:solidFill>
                  <a:schemeClr val="tx2"/>
                </a:solidFill>
              </a:rPr>
              <a:t>Project Demonstration Completed Successfully</a:t>
            </a:r>
          </a:p>
        </p:txBody>
      </p:sp>
      <p:pic>
        <p:nvPicPr>
          <p:cNvPr id="7" name="Graphic 6" descr="Smiling Face with No Fill">
            <a:extLst>
              <a:ext uri="{FF2B5EF4-FFF2-40B4-BE49-F238E27FC236}">
                <a16:creationId xmlns:a16="http://schemas.microsoft.com/office/drawing/2014/main" id="{C0D2AC94-E117-5727-9D31-680B8B41CFA6}"/>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55352" y="2333040"/>
            <a:ext cx="3106320" cy="3106320"/>
          </a:xfrm>
          <a:custGeom>
            <a:avLst/>
            <a:gdLst/>
            <a:ahLst/>
            <a:cxnLst/>
            <a:rect l="l" t="t" r="r" b="b"/>
            <a:pathLst>
              <a:path w="4141760" h="4377846">
                <a:moveTo>
                  <a:pt x="0" y="0"/>
                </a:moveTo>
                <a:lnTo>
                  <a:pt x="4141760" y="0"/>
                </a:lnTo>
                <a:lnTo>
                  <a:pt x="4141760" y="4377846"/>
                </a:lnTo>
                <a:lnTo>
                  <a:pt x="0" y="4377846"/>
                </a:lnTo>
                <a:close/>
              </a:path>
            </a:pathLst>
          </a:custGeom>
        </p:spPr>
      </p:pic>
      <p:grpSp>
        <p:nvGrpSpPr>
          <p:cNvPr id="14" name="Group 13">
            <a:extLst>
              <a:ext uri="{FF2B5EF4-FFF2-40B4-BE49-F238E27FC236}">
                <a16:creationId xmlns:a16="http://schemas.microsoft.com/office/drawing/2014/main" id="{89D1390B-7E13-4B4F-9CB2-391063412E5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189" y="-5977"/>
            <a:ext cx="4679005" cy="6863979"/>
            <a:chOff x="305" y="-5977"/>
            <a:chExt cx="6238675" cy="6863979"/>
          </a:xfrm>
        </p:grpSpPr>
        <p:sp>
          <p:nvSpPr>
            <p:cNvPr id="15" name="Freeform: Shape 14">
              <a:extLst>
                <a:ext uri="{FF2B5EF4-FFF2-40B4-BE49-F238E27FC236}">
                  <a16:creationId xmlns:a16="http://schemas.microsoft.com/office/drawing/2014/main" id="{9E720206-AA49-4786-A932-A2650DE0918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305" y="34854"/>
              <a:ext cx="6028697" cy="6817170"/>
            </a:xfrm>
            <a:custGeom>
              <a:avLst/>
              <a:gdLst>
                <a:gd name="connsiteX0" fmla="*/ 6028697 w 6028697"/>
                <a:gd name="connsiteY0" fmla="*/ 6155323 h 6817170"/>
                <a:gd name="connsiteX1" fmla="*/ 6028697 w 6028697"/>
                <a:gd name="connsiteY1" fmla="*/ 6817170 h 6817170"/>
                <a:gd name="connsiteX2" fmla="*/ 5157862 w 6028697"/>
                <a:gd name="connsiteY2" fmla="*/ 6817170 h 6817170"/>
                <a:gd name="connsiteX3" fmla="*/ 5347156 w 6028697"/>
                <a:gd name="connsiteY3" fmla="*/ 6687553 h 6817170"/>
                <a:gd name="connsiteX4" fmla="*/ 5487470 w 6028697"/>
                <a:gd name="connsiteY4" fmla="*/ 6581714 h 6817170"/>
                <a:gd name="connsiteX5" fmla="*/ 5627642 w 6028697"/>
                <a:gd name="connsiteY5" fmla="*/ 6472328 h 6817170"/>
                <a:gd name="connsiteX6" fmla="*/ 5911392 w 6028697"/>
                <a:gd name="connsiteY6" fmla="*/ 6245328 h 6817170"/>
                <a:gd name="connsiteX7" fmla="*/ 4481066 w 6028697"/>
                <a:gd name="connsiteY7" fmla="*/ 478 h 6817170"/>
                <a:gd name="connsiteX8" fmla="*/ 4672258 w 6028697"/>
                <a:gd name="connsiteY8" fmla="*/ 7519 h 6817170"/>
                <a:gd name="connsiteX9" fmla="*/ 5429869 w 6028697"/>
                <a:gd name="connsiteY9" fmla="*/ 125134 h 6817170"/>
                <a:gd name="connsiteX10" fmla="*/ 5976319 w 6028697"/>
                <a:gd name="connsiteY10" fmla="*/ 314893 h 6817170"/>
                <a:gd name="connsiteX11" fmla="*/ 6028697 w 6028697"/>
                <a:gd name="connsiteY11" fmla="*/ 339901 h 6817170"/>
                <a:gd name="connsiteX12" fmla="*/ 6028697 w 6028697"/>
                <a:gd name="connsiteY12" fmla="*/ 732458 h 6817170"/>
                <a:gd name="connsiteX13" fmla="*/ 5990985 w 6028697"/>
                <a:gd name="connsiteY13" fmla="*/ 712211 h 6817170"/>
                <a:gd name="connsiteX14" fmla="*/ 5341339 w 6028697"/>
                <a:gd name="connsiteY14" fmla="*/ 475281 h 6817170"/>
                <a:gd name="connsiteX15" fmla="*/ 4651969 w 6028697"/>
                <a:gd name="connsiteY15" fmla="*/ 377104 h 6817170"/>
                <a:gd name="connsiteX16" fmla="*/ 3953093 w 6028697"/>
                <a:gd name="connsiteY16" fmla="*/ 402498 h 6817170"/>
                <a:gd name="connsiteX17" fmla="*/ 3267413 w 6028697"/>
                <a:gd name="connsiteY17" fmla="*/ 546643 h 6817170"/>
                <a:gd name="connsiteX18" fmla="*/ 1439498 w 6028697"/>
                <a:gd name="connsiteY18" fmla="*/ 1568141 h 6817170"/>
                <a:gd name="connsiteX19" fmla="*/ 960671 w 6028697"/>
                <a:gd name="connsiteY19" fmla="*/ 2082013 h 6817170"/>
                <a:gd name="connsiteX20" fmla="*/ 581866 w 6028697"/>
                <a:gd name="connsiteY20" fmla="*/ 2672638 h 6817170"/>
                <a:gd name="connsiteX21" fmla="*/ 324789 w 6028697"/>
                <a:gd name="connsiteY21" fmla="*/ 3325262 h 6817170"/>
                <a:gd name="connsiteX22" fmla="*/ 231151 w 6028697"/>
                <a:gd name="connsiteY22" fmla="*/ 4022292 h 6817170"/>
                <a:gd name="connsiteX23" fmla="*/ 270592 w 6028697"/>
                <a:gd name="connsiteY23" fmla="*/ 4362792 h 6817170"/>
                <a:gd name="connsiteX24" fmla="*/ 387213 w 6028697"/>
                <a:gd name="connsiteY24" fmla="*/ 4681585 h 6817170"/>
                <a:gd name="connsiteX25" fmla="*/ 468507 w 6028697"/>
                <a:gd name="connsiteY25" fmla="*/ 4831546 h 6817170"/>
                <a:gd name="connsiteX26" fmla="*/ 561862 w 6028697"/>
                <a:gd name="connsiteY26" fmla="*/ 4976826 h 6817170"/>
                <a:gd name="connsiteX27" fmla="*/ 777511 w 6028697"/>
                <a:gd name="connsiteY27" fmla="*/ 5257597 h 6817170"/>
                <a:gd name="connsiteX28" fmla="*/ 1010895 w 6028697"/>
                <a:gd name="connsiteY28" fmla="*/ 5540494 h 6817170"/>
                <a:gd name="connsiteX29" fmla="*/ 1126948 w 6028697"/>
                <a:gd name="connsiteY29" fmla="*/ 5688186 h 6817170"/>
                <a:gd name="connsiteX30" fmla="*/ 1182706 w 6028697"/>
                <a:gd name="connsiteY30" fmla="*/ 5760543 h 6817170"/>
                <a:gd name="connsiteX31" fmla="*/ 1237327 w 6028697"/>
                <a:gd name="connsiteY31" fmla="*/ 5830060 h 6817170"/>
                <a:gd name="connsiteX32" fmla="*/ 1706649 w 6028697"/>
                <a:gd name="connsiteY32" fmla="*/ 6342797 h 6817170"/>
                <a:gd name="connsiteX33" fmla="*/ 1956207 w 6028697"/>
                <a:gd name="connsiteY33" fmla="*/ 6573484 h 6817170"/>
                <a:gd name="connsiteX34" fmla="*/ 2217681 w 6028697"/>
                <a:gd name="connsiteY34" fmla="*/ 6786297 h 6817170"/>
                <a:gd name="connsiteX35" fmla="*/ 2260820 w 6028697"/>
                <a:gd name="connsiteY35" fmla="*/ 6817170 h 6817170"/>
                <a:gd name="connsiteX36" fmla="*/ 1429497 w 6028697"/>
                <a:gd name="connsiteY36" fmla="*/ 6817170 h 6817170"/>
                <a:gd name="connsiteX37" fmla="*/ 1327275 w 6028697"/>
                <a:gd name="connsiteY37" fmla="*/ 6713800 h 6817170"/>
                <a:gd name="connsiteX38" fmla="*/ 1080556 w 6028697"/>
                <a:gd name="connsiteY38" fmla="*/ 6414443 h 6817170"/>
                <a:gd name="connsiteX39" fmla="*/ 865189 w 6028697"/>
                <a:gd name="connsiteY39" fmla="*/ 6097496 h 6817170"/>
                <a:gd name="connsiteX40" fmla="*/ 814823 w 6028697"/>
                <a:gd name="connsiteY40" fmla="*/ 6016911 h 6817170"/>
                <a:gd name="connsiteX41" fmla="*/ 766729 w 6028697"/>
                <a:gd name="connsiteY41" fmla="*/ 5938453 h 6817170"/>
                <a:gd name="connsiteX42" fmla="*/ 671672 w 6028697"/>
                <a:gd name="connsiteY42" fmla="*/ 5786648 h 6817170"/>
                <a:gd name="connsiteX43" fmla="*/ 474608 w 6028697"/>
                <a:gd name="connsiteY43" fmla="*/ 5474664 h 6817170"/>
                <a:gd name="connsiteX44" fmla="*/ 282652 w 6028697"/>
                <a:gd name="connsiteY44" fmla="*/ 5146508 h 6817170"/>
                <a:gd name="connsiteX45" fmla="*/ 196108 w 6028697"/>
                <a:gd name="connsiteY45" fmla="*/ 4972712 h 6817170"/>
                <a:gd name="connsiteX46" fmla="*/ 122474 w 6028697"/>
                <a:gd name="connsiteY46" fmla="*/ 4791821 h 6817170"/>
                <a:gd name="connsiteX47" fmla="*/ 65724 w 6028697"/>
                <a:gd name="connsiteY47" fmla="*/ 4603129 h 6817170"/>
                <a:gd name="connsiteX48" fmla="*/ 44727 w 6028697"/>
                <a:gd name="connsiteY48" fmla="*/ 4506937 h 6817170"/>
                <a:gd name="connsiteX49" fmla="*/ 35505 w 6028697"/>
                <a:gd name="connsiteY49" fmla="*/ 4458699 h 6817170"/>
                <a:gd name="connsiteX50" fmla="*/ 27845 w 6028697"/>
                <a:gd name="connsiteY50" fmla="*/ 4410320 h 6817170"/>
                <a:gd name="connsiteX51" fmla="*/ 37 w 6028697"/>
                <a:gd name="connsiteY51" fmla="*/ 4022292 h 6817170"/>
                <a:gd name="connsiteX52" fmla="*/ 78777 w 6028697"/>
                <a:gd name="connsiteY52" fmla="*/ 3267236 h 6817170"/>
                <a:gd name="connsiteX53" fmla="*/ 315424 w 6028697"/>
                <a:gd name="connsiteY53" fmla="*/ 2543673 h 6817170"/>
                <a:gd name="connsiteX54" fmla="*/ 1202710 w 6028697"/>
                <a:gd name="connsiteY54" fmla="*/ 1314895 h 6817170"/>
                <a:gd name="connsiteX55" fmla="*/ 1791065 w 6028697"/>
                <a:gd name="connsiteY55" fmla="*/ 833514 h 6817170"/>
                <a:gd name="connsiteX56" fmla="*/ 3908404 w 6028697"/>
                <a:gd name="connsiteY56" fmla="*/ 29794 h 6817170"/>
                <a:gd name="connsiteX57" fmla="*/ 4481066 w 6028697"/>
                <a:gd name="connsiteY57" fmla="*/ 478 h 6817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Lst>
              <a:rect l="l" t="t" r="r" b="b"/>
              <a:pathLst>
                <a:path w="6028697" h="6817170">
                  <a:moveTo>
                    <a:pt x="6028697" y="6155323"/>
                  </a:moveTo>
                  <a:lnTo>
                    <a:pt x="6028697" y="6817170"/>
                  </a:lnTo>
                  <a:lnTo>
                    <a:pt x="5157862" y="6817170"/>
                  </a:lnTo>
                  <a:lnTo>
                    <a:pt x="5347156" y="6687553"/>
                  </a:lnTo>
                  <a:cubicBezTo>
                    <a:pt x="5394117" y="6653219"/>
                    <a:pt x="5440793" y="6617608"/>
                    <a:pt x="5487470" y="6581714"/>
                  </a:cubicBezTo>
                  <a:cubicBezTo>
                    <a:pt x="5534147" y="6545820"/>
                    <a:pt x="5580966" y="6509358"/>
                    <a:pt x="5627642" y="6472328"/>
                  </a:cubicBezTo>
                  <a:lnTo>
                    <a:pt x="5911392" y="6245328"/>
                  </a:lnTo>
                  <a:close/>
                  <a:moveTo>
                    <a:pt x="4481066" y="478"/>
                  </a:moveTo>
                  <a:cubicBezTo>
                    <a:pt x="4544817" y="1422"/>
                    <a:pt x="4608563" y="3769"/>
                    <a:pt x="4672258" y="7519"/>
                  </a:cubicBezTo>
                  <a:cubicBezTo>
                    <a:pt x="4927973" y="22364"/>
                    <a:pt x="5181687" y="61751"/>
                    <a:pt x="5429869" y="125134"/>
                  </a:cubicBezTo>
                  <a:cubicBezTo>
                    <a:pt x="5617090" y="173104"/>
                    <a:pt x="5799867" y="236595"/>
                    <a:pt x="5976319" y="314893"/>
                  </a:cubicBezTo>
                  <a:lnTo>
                    <a:pt x="6028697" y="339901"/>
                  </a:lnTo>
                  <a:lnTo>
                    <a:pt x="6028697" y="732458"/>
                  </a:lnTo>
                  <a:lnTo>
                    <a:pt x="5990985" y="712211"/>
                  </a:lnTo>
                  <a:cubicBezTo>
                    <a:pt x="5783917" y="609342"/>
                    <a:pt x="5566013" y="529876"/>
                    <a:pt x="5341339" y="475281"/>
                  </a:cubicBezTo>
                  <a:cubicBezTo>
                    <a:pt x="5115233" y="420503"/>
                    <a:pt x="4884375" y="387624"/>
                    <a:pt x="4651969" y="377104"/>
                  </a:cubicBezTo>
                  <a:cubicBezTo>
                    <a:pt x="4418713" y="365171"/>
                    <a:pt x="4184861" y="373670"/>
                    <a:pt x="3953093" y="402498"/>
                  </a:cubicBezTo>
                  <a:cubicBezTo>
                    <a:pt x="3721001" y="431832"/>
                    <a:pt x="3491675" y="480040"/>
                    <a:pt x="3267413" y="546643"/>
                  </a:cubicBezTo>
                  <a:cubicBezTo>
                    <a:pt x="2591323" y="750761"/>
                    <a:pt x="1967642" y="1099289"/>
                    <a:pt x="1439498" y="1568141"/>
                  </a:cubicBezTo>
                  <a:cubicBezTo>
                    <a:pt x="1265589" y="1725523"/>
                    <a:pt x="1105393" y="1897434"/>
                    <a:pt x="960671" y="2082013"/>
                  </a:cubicBezTo>
                  <a:cubicBezTo>
                    <a:pt x="815775" y="2266294"/>
                    <a:pt x="688923" y="2464081"/>
                    <a:pt x="581866" y="2672638"/>
                  </a:cubicBezTo>
                  <a:cubicBezTo>
                    <a:pt x="473765" y="2880669"/>
                    <a:pt x="387610" y="3099397"/>
                    <a:pt x="324789" y="3325262"/>
                  </a:cubicBezTo>
                  <a:cubicBezTo>
                    <a:pt x="262714" y="3552403"/>
                    <a:pt x="231223" y="3786822"/>
                    <a:pt x="231151" y="4022292"/>
                  </a:cubicBezTo>
                  <a:cubicBezTo>
                    <a:pt x="231413" y="4136912"/>
                    <a:pt x="244645" y="4251136"/>
                    <a:pt x="270592" y="4362792"/>
                  </a:cubicBezTo>
                  <a:cubicBezTo>
                    <a:pt x="297885" y="4472943"/>
                    <a:pt x="336983" y="4579833"/>
                    <a:pt x="387213" y="4681585"/>
                  </a:cubicBezTo>
                  <a:cubicBezTo>
                    <a:pt x="412042" y="4732517"/>
                    <a:pt x="439423" y="4782457"/>
                    <a:pt x="468507" y="4831546"/>
                  </a:cubicBezTo>
                  <a:cubicBezTo>
                    <a:pt x="497591" y="4880636"/>
                    <a:pt x="529230" y="4929015"/>
                    <a:pt x="561862" y="4976826"/>
                  </a:cubicBezTo>
                  <a:cubicBezTo>
                    <a:pt x="627975" y="5072166"/>
                    <a:pt x="701466" y="5164668"/>
                    <a:pt x="777511" y="5257597"/>
                  </a:cubicBezTo>
                  <a:cubicBezTo>
                    <a:pt x="853556" y="5350524"/>
                    <a:pt x="933574" y="5443594"/>
                    <a:pt x="1010895" y="5540494"/>
                  </a:cubicBezTo>
                  <a:cubicBezTo>
                    <a:pt x="1049957" y="5588732"/>
                    <a:pt x="1088642" y="5637963"/>
                    <a:pt x="1126948" y="5688186"/>
                  </a:cubicBezTo>
                  <a:lnTo>
                    <a:pt x="1182706" y="5760543"/>
                  </a:lnTo>
                  <a:cubicBezTo>
                    <a:pt x="1201007" y="5783669"/>
                    <a:pt x="1218458" y="5807503"/>
                    <a:pt x="1237327" y="5830060"/>
                  </a:cubicBezTo>
                  <a:cubicBezTo>
                    <a:pt x="1383714" y="6009916"/>
                    <a:pt x="1540413" y="6181116"/>
                    <a:pt x="1706649" y="6342797"/>
                  </a:cubicBezTo>
                  <a:cubicBezTo>
                    <a:pt x="1788084" y="6422531"/>
                    <a:pt x="1871265" y="6499427"/>
                    <a:pt x="1956207" y="6573484"/>
                  </a:cubicBezTo>
                  <a:cubicBezTo>
                    <a:pt x="2041332" y="6647402"/>
                    <a:pt x="2127733" y="6718907"/>
                    <a:pt x="2217681" y="6786297"/>
                  </a:cubicBezTo>
                  <a:lnTo>
                    <a:pt x="2260820" y="6817170"/>
                  </a:lnTo>
                  <a:lnTo>
                    <a:pt x="1429497" y="6817170"/>
                  </a:lnTo>
                  <a:lnTo>
                    <a:pt x="1327275" y="6713800"/>
                  </a:lnTo>
                  <a:cubicBezTo>
                    <a:pt x="1239186" y="6618984"/>
                    <a:pt x="1156797" y="6519019"/>
                    <a:pt x="1080556" y="6414443"/>
                  </a:cubicBezTo>
                  <a:cubicBezTo>
                    <a:pt x="1004653" y="6310734"/>
                    <a:pt x="932439" y="6205177"/>
                    <a:pt x="865189" y="6097496"/>
                  </a:cubicBezTo>
                  <a:cubicBezTo>
                    <a:pt x="847881" y="6070823"/>
                    <a:pt x="831565" y="6043725"/>
                    <a:pt x="814823" y="6016911"/>
                  </a:cubicBezTo>
                  <a:lnTo>
                    <a:pt x="766729" y="5938453"/>
                  </a:lnTo>
                  <a:cubicBezTo>
                    <a:pt x="735941" y="5887947"/>
                    <a:pt x="703878" y="5837581"/>
                    <a:pt x="671672" y="5786648"/>
                  </a:cubicBezTo>
                  <a:lnTo>
                    <a:pt x="474608" y="5474664"/>
                  </a:lnTo>
                  <a:cubicBezTo>
                    <a:pt x="408778" y="5368968"/>
                    <a:pt x="343516" y="5260008"/>
                    <a:pt x="282652" y="5146508"/>
                  </a:cubicBezTo>
                  <a:cubicBezTo>
                    <a:pt x="252290" y="5089759"/>
                    <a:pt x="223065" y="5032015"/>
                    <a:pt x="196108" y="4972712"/>
                  </a:cubicBezTo>
                  <a:cubicBezTo>
                    <a:pt x="169152" y="4913408"/>
                    <a:pt x="144607" y="4853111"/>
                    <a:pt x="122474" y="4791821"/>
                  </a:cubicBezTo>
                  <a:cubicBezTo>
                    <a:pt x="100342" y="4730532"/>
                    <a:pt x="81757" y="4666830"/>
                    <a:pt x="65724" y="4603129"/>
                  </a:cubicBezTo>
                  <a:cubicBezTo>
                    <a:pt x="58205" y="4571064"/>
                    <a:pt x="50828" y="4539143"/>
                    <a:pt x="44727" y="4506937"/>
                  </a:cubicBezTo>
                  <a:lnTo>
                    <a:pt x="35505" y="4458699"/>
                  </a:lnTo>
                  <a:lnTo>
                    <a:pt x="27845" y="4410320"/>
                  </a:lnTo>
                  <a:cubicBezTo>
                    <a:pt x="8635" y="4281881"/>
                    <a:pt x="-661" y="4152150"/>
                    <a:pt x="37" y="4022292"/>
                  </a:cubicBezTo>
                  <a:cubicBezTo>
                    <a:pt x="712" y="3768592"/>
                    <a:pt x="27094" y="3515615"/>
                    <a:pt x="78777" y="3267236"/>
                  </a:cubicBezTo>
                  <a:cubicBezTo>
                    <a:pt x="130048" y="3017876"/>
                    <a:pt x="209439" y="2775142"/>
                    <a:pt x="315424" y="2543673"/>
                  </a:cubicBezTo>
                  <a:cubicBezTo>
                    <a:pt x="528236" y="2081161"/>
                    <a:pt x="838234" y="1667312"/>
                    <a:pt x="1202710" y="1314895"/>
                  </a:cubicBezTo>
                  <a:cubicBezTo>
                    <a:pt x="1385514" y="1138814"/>
                    <a:pt x="1582282" y="977831"/>
                    <a:pt x="1791065" y="833514"/>
                  </a:cubicBezTo>
                  <a:cubicBezTo>
                    <a:pt x="2420037" y="395614"/>
                    <a:pt x="3147288" y="119557"/>
                    <a:pt x="3908404" y="29794"/>
                  </a:cubicBezTo>
                  <a:cubicBezTo>
                    <a:pt x="4098509" y="7429"/>
                    <a:pt x="4289811" y="-2355"/>
                    <a:pt x="4481066" y="478"/>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Freeform: Shape 15">
              <a:extLst>
                <a:ext uri="{FF2B5EF4-FFF2-40B4-BE49-F238E27FC236}">
                  <a16:creationId xmlns:a16="http://schemas.microsoft.com/office/drawing/2014/main" id="{C72F6EE6-EDE9-45A5-8F6D-02B9B7CB2C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305" y="1"/>
              <a:ext cx="6165116" cy="6858001"/>
            </a:xfrm>
            <a:custGeom>
              <a:avLst/>
              <a:gdLst>
                <a:gd name="connsiteX0" fmla="*/ 6264586 w 6264586"/>
                <a:gd name="connsiteY0" fmla="*/ 6646464 h 6858001"/>
                <a:gd name="connsiteX1" fmla="*/ 6264586 w 6264586"/>
                <a:gd name="connsiteY1" fmla="*/ 6858001 h 6858001"/>
                <a:gd name="connsiteX2" fmla="*/ 5997170 w 6264586"/>
                <a:gd name="connsiteY2" fmla="*/ 6858001 h 6858001"/>
                <a:gd name="connsiteX3" fmla="*/ 6121512 w 6264586"/>
                <a:gd name="connsiteY3" fmla="*/ 6761029 h 6858001"/>
                <a:gd name="connsiteX4" fmla="*/ 2693206 w 6264586"/>
                <a:gd name="connsiteY4" fmla="*/ 0 h 6858001"/>
                <a:gd name="connsiteX5" fmla="*/ 5872285 w 6264586"/>
                <a:gd name="connsiteY5" fmla="*/ 0 h 6858001"/>
                <a:gd name="connsiteX6" fmla="*/ 6024875 w 6264586"/>
                <a:gd name="connsiteY6" fmla="*/ 68385 h 6858001"/>
                <a:gd name="connsiteX7" fmla="*/ 6206432 w 6264586"/>
                <a:gd name="connsiteY7" fmla="*/ 162336 h 6858001"/>
                <a:gd name="connsiteX8" fmla="*/ 6264586 w 6264586"/>
                <a:gd name="connsiteY8" fmla="*/ 196704 h 6858001"/>
                <a:gd name="connsiteX9" fmla="*/ 6264586 w 6264586"/>
                <a:gd name="connsiteY9" fmla="*/ 537242 h 6858001"/>
                <a:gd name="connsiteX10" fmla="*/ 6230189 w 6264586"/>
                <a:gd name="connsiteY10" fmla="*/ 517260 h 6858001"/>
                <a:gd name="connsiteX11" fmla="*/ 5540536 w 6264586"/>
                <a:gd name="connsiteY11" fmla="*/ 249543 h 6858001"/>
                <a:gd name="connsiteX12" fmla="*/ 5178896 w 6264586"/>
                <a:gd name="connsiteY12" fmla="*/ 178606 h 6858001"/>
                <a:gd name="connsiteX13" fmla="*/ 4814279 w 6264586"/>
                <a:gd name="connsiteY13" fmla="*/ 146683 h 6858001"/>
                <a:gd name="connsiteX14" fmla="*/ 4655095 w 6264586"/>
                <a:gd name="connsiteY14" fmla="*/ 143421 h 6858001"/>
                <a:gd name="connsiteX15" fmla="*/ 4081069 w 6264586"/>
                <a:gd name="connsiteY15" fmla="*/ 185983 h 6858001"/>
                <a:gd name="connsiteX16" fmla="*/ 3720566 w 6264586"/>
                <a:gd name="connsiteY16" fmla="*/ 256921 h 6858001"/>
                <a:gd name="connsiteX17" fmla="*/ 3365879 w 6264586"/>
                <a:gd name="connsiteY17" fmla="*/ 357651 h 6858001"/>
                <a:gd name="connsiteX18" fmla="*/ 3020555 w 6264586"/>
                <a:gd name="connsiteY18" fmla="*/ 486190 h 6858001"/>
                <a:gd name="connsiteX19" fmla="*/ 2685163 w 6264586"/>
                <a:gd name="connsiteY19" fmla="*/ 641542 h 6858001"/>
                <a:gd name="connsiteX20" fmla="*/ 2047720 w 6264586"/>
                <a:gd name="connsiteY20" fmla="*/ 1025030 h 6858001"/>
                <a:gd name="connsiteX21" fmla="*/ 1897333 w 6264586"/>
                <a:gd name="connsiteY21" fmla="*/ 1134983 h 6858001"/>
                <a:gd name="connsiteX22" fmla="*/ 1835758 w 6264586"/>
                <a:gd name="connsiteY22" fmla="*/ 1182227 h 6858001"/>
                <a:gd name="connsiteX23" fmla="*/ 1823273 w 6264586"/>
                <a:gd name="connsiteY23" fmla="*/ 1192016 h 6858001"/>
                <a:gd name="connsiteX24" fmla="*/ 1750918 w 6264586"/>
                <a:gd name="connsiteY24" fmla="*/ 1249760 h 6858001"/>
                <a:gd name="connsiteX25" fmla="*/ 1469297 w 6264586"/>
                <a:gd name="connsiteY25" fmla="*/ 1496906 h 6858001"/>
                <a:gd name="connsiteX26" fmla="*/ 967769 w 6264586"/>
                <a:gd name="connsiteY26" fmla="*/ 2056602 h 6858001"/>
                <a:gd name="connsiteX27" fmla="*/ 754105 w 6264586"/>
                <a:gd name="connsiteY27" fmla="*/ 2368727 h 6858001"/>
                <a:gd name="connsiteX28" fmla="*/ 572364 w 6264586"/>
                <a:gd name="connsiteY28" fmla="*/ 2701140 h 6858001"/>
                <a:gd name="connsiteX29" fmla="*/ 532497 w 6264586"/>
                <a:gd name="connsiteY29" fmla="*/ 2786265 h 6858001"/>
                <a:gd name="connsiteX30" fmla="*/ 512918 w 6264586"/>
                <a:gd name="connsiteY30" fmla="*/ 2828827 h 6858001"/>
                <a:gd name="connsiteX31" fmla="*/ 494475 w 6264586"/>
                <a:gd name="connsiteY31" fmla="*/ 2872240 h 6858001"/>
                <a:gd name="connsiteX32" fmla="*/ 491637 w 6264586"/>
                <a:gd name="connsiteY32" fmla="*/ 2878908 h 6858001"/>
                <a:gd name="connsiteX33" fmla="*/ 459290 w 6264586"/>
                <a:gd name="connsiteY33" fmla="*/ 2959635 h 6858001"/>
                <a:gd name="connsiteX34" fmla="*/ 446805 w 6264586"/>
                <a:gd name="connsiteY34" fmla="*/ 2992408 h 6858001"/>
                <a:gd name="connsiteX35" fmla="*/ 426090 w 6264586"/>
                <a:gd name="connsiteY35" fmla="*/ 3049158 h 6858001"/>
                <a:gd name="connsiteX36" fmla="*/ 426090 w 6264586"/>
                <a:gd name="connsiteY36" fmla="*/ 3049867 h 6858001"/>
                <a:gd name="connsiteX37" fmla="*/ 318124 w 6264586"/>
                <a:gd name="connsiteY37" fmla="*/ 3414202 h 6858001"/>
                <a:gd name="connsiteX38" fmla="*/ 230729 w 6264586"/>
                <a:gd name="connsiteY38" fmla="*/ 4169260 h 6858001"/>
                <a:gd name="connsiteX39" fmla="*/ 268893 w 6264586"/>
                <a:gd name="connsiteY39" fmla="*/ 4544236 h 6858001"/>
                <a:gd name="connsiteX40" fmla="*/ 379840 w 6264586"/>
                <a:gd name="connsiteY40" fmla="*/ 4900056 h 6858001"/>
                <a:gd name="connsiteX41" fmla="*/ 406512 w 6264586"/>
                <a:gd name="connsiteY41" fmla="*/ 4960211 h 6858001"/>
                <a:gd name="connsiteX42" fmla="*/ 417862 w 6264586"/>
                <a:gd name="connsiteY42" fmla="*/ 4984613 h 6858001"/>
                <a:gd name="connsiteX43" fmla="*/ 428077 w 6264586"/>
                <a:gd name="connsiteY43" fmla="*/ 5005043 h 6858001"/>
                <a:gd name="connsiteX44" fmla="*/ 460140 w 6264586"/>
                <a:gd name="connsiteY44" fmla="*/ 5067327 h 6858001"/>
                <a:gd name="connsiteX45" fmla="*/ 555197 w 6264586"/>
                <a:gd name="connsiteY45" fmla="*/ 5229773 h 6858001"/>
                <a:gd name="connsiteX46" fmla="*/ 660611 w 6264586"/>
                <a:gd name="connsiteY46" fmla="*/ 5387396 h 6858001"/>
                <a:gd name="connsiteX47" fmla="*/ 774110 w 6264586"/>
                <a:gd name="connsiteY47" fmla="*/ 5542182 h 6858001"/>
                <a:gd name="connsiteX48" fmla="*/ 917829 w 6264586"/>
                <a:gd name="connsiteY48" fmla="*/ 5727896 h 6858001"/>
                <a:gd name="connsiteX49" fmla="*/ 1012885 w 6264586"/>
                <a:gd name="connsiteY49" fmla="*/ 5849767 h 6858001"/>
                <a:gd name="connsiteX50" fmla="*/ 1133053 w 6264586"/>
                <a:gd name="connsiteY50" fmla="*/ 6006822 h 6858001"/>
                <a:gd name="connsiteX51" fmla="*/ 1194343 w 6264586"/>
                <a:gd name="connsiteY51" fmla="*/ 6090245 h 6858001"/>
                <a:gd name="connsiteX52" fmla="*/ 1249390 w 6264586"/>
                <a:gd name="connsiteY52" fmla="*/ 6165155 h 6858001"/>
                <a:gd name="connsiteX53" fmla="*/ 1345724 w 6264586"/>
                <a:gd name="connsiteY53" fmla="*/ 6292132 h 6858001"/>
                <a:gd name="connsiteX54" fmla="*/ 1364310 w 6264586"/>
                <a:gd name="connsiteY54" fmla="*/ 6316251 h 6858001"/>
                <a:gd name="connsiteX55" fmla="*/ 1373673 w 6264586"/>
                <a:gd name="connsiteY55" fmla="*/ 6327885 h 6858001"/>
                <a:gd name="connsiteX56" fmla="*/ 1484619 w 6264586"/>
                <a:gd name="connsiteY56" fmla="*/ 6462240 h 6858001"/>
                <a:gd name="connsiteX57" fmla="*/ 1739000 w 6264586"/>
                <a:gd name="connsiteY57" fmla="*/ 6737335 h 6858001"/>
                <a:gd name="connsiteX58" fmla="*/ 1866801 w 6264586"/>
                <a:gd name="connsiteY58" fmla="*/ 6858001 h 6858001"/>
                <a:gd name="connsiteX59" fmla="*/ 1144149 w 6264586"/>
                <a:gd name="connsiteY59" fmla="*/ 6858001 h 6858001"/>
                <a:gd name="connsiteX60" fmla="*/ 1058349 w 6264586"/>
                <a:gd name="connsiteY60" fmla="*/ 6766452 h 6858001"/>
                <a:gd name="connsiteX61" fmla="*/ 580309 w 6264586"/>
                <a:gd name="connsiteY61" fmla="*/ 6105000 h 6858001"/>
                <a:gd name="connsiteX62" fmla="*/ 1 w 6264586"/>
                <a:gd name="connsiteY62" fmla="*/ 3960094 h 6858001"/>
                <a:gd name="connsiteX63" fmla="*/ 2599292 w 6264586"/>
                <a:gd name="connsiteY63" fmla="*/ 37050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6264586" h="6858001">
                  <a:moveTo>
                    <a:pt x="6264586" y="6646464"/>
                  </a:moveTo>
                  <a:lnTo>
                    <a:pt x="6264586" y="6858001"/>
                  </a:lnTo>
                  <a:lnTo>
                    <a:pt x="5997170" y="6858001"/>
                  </a:lnTo>
                  <a:lnTo>
                    <a:pt x="6121512" y="6761029"/>
                  </a:lnTo>
                  <a:close/>
                  <a:moveTo>
                    <a:pt x="2693206" y="0"/>
                  </a:moveTo>
                  <a:lnTo>
                    <a:pt x="5872285" y="0"/>
                  </a:lnTo>
                  <a:lnTo>
                    <a:pt x="6024875" y="68385"/>
                  </a:lnTo>
                  <a:cubicBezTo>
                    <a:pt x="6086250" y="97989"/>
                    <a:pt x="6146793" y="129318"/>
                    <a:pt x="6206432" y="162336"/>
                  </a:cubicBezTo>
                  <a:lnTo>
                    <a:pt x="6264586" y="196704"/>
                  </a:lnTo>
                  <a:lnTo>
                    <a:pt x="6264586" y="537242"/>
                  </a:lnTo>
                  <a:lnTo>
                    <a:pt x="6230189" y="517260"/>
                  </a:lnTo>
                  <a:cubicBezTo>
                    <a:pt x="6012226" y="399931"/>
                    <a:pt x="5780573" y="310008"/>
                    <a:pt x="5540536" y="249543"/>
                  </a:cubicBezTo>
                  <a:cubicBezTo>
                    <a:pt x="5421375" y="219324"/>
                    <a:pt x="5300641" y="195644"/>
                    <a:pt x="5178896" y="178606"/>
                  </a:cubicBezTo>
                  <a:cubicBezTo>
                    <a:pt x="5057977" y="161840"/>
                    <a:pt x="4936276" y="151186"/>
                    <a:pt x="4814279" y="146683"/>
                  </a:cubicBezTo>
                  <a:cubicBezTo>
                    <a:pt x="4761501" y="144556"/>
                    <a:pt x="4708015" y="143421"/>
                    <a:pt x="4655095" y="143421"/>
                  </a:cubicBezTo>
                  <a:cubicBezTo>
                    <a:pt x="4462968" y="143573"/>
                    <a:pt x="4271111" y="157799"/>
                    <a:pt x="4081069" y="185983"/>
                  </a:cubicBezTo>
                  <a:cubicBezTo>
                    <a:pt x="3956361" y="205703"/>
                    <a:pt x="3835058" y="229396"/>
                    <a:pt x="3720566" y="256921"/>
                  </a:cubicBezTo>
                  <a:cubicBezTo>
                    <a:pt x="3596708" y="286714"/>
                    <a:pt x="3477677" y="320905"/>
                    <a:pt x="3365879" y="357651"/>
                  </a:cubicBezTo>
                  <a:cubicBezTo>
                    <a:pt x="3249257" y="395958"/>
                    <a:pt x="3133487" y="438945"/>
                    <a:pt x="3020555" y="486190"/>
                  </a:cubicBezTo>
                  <a:cubicBezTo>
                    <a:pt x="2907623" y="533434"/>
                    <a:pt x="2794832" y="585786"/>
                    <a:pt x="2685163" y="641542"/>
                  </a:cubicBezTo>
                  <a:cubicBezTo>
                    <a:pt x="2463995" y="754348"/>
                    <a:pt x="2250998" y="882488"/>
                    <a:pt x="2047720" y="1025030"/>
                  </a:cubicBezTo>
                  <a:cubicBezTo>
                    <a:pt x="2006151" y="1054399"/>
                    <a:pt x="1951528" y="1093415"/>
                    <a:pt x="1897333" y="1134983"/>
                  </a:cubicBezTo>
                  <a:cubicBezTo>
                    <a:pt x="1876761" y="1150164"/>
                    <a:pt x="1855905" y="1166479"/>
                    <a:pt x="1835758" y="1182227"/>
                  </a:cubicBezTo>
                  <a:lnTo>
                    <a:pt x="1823273" y="1192016"/>
                  </a:lnTo>
                  <a:cubicBezTo>
                    <a:pt x="1797027" y="1211879"/>
                    <a:pt x="1772057" y="1232309"/>
                    <a:pt x="1750918" y="1249760"/>
                  </a:cubicBezTo>
                  <a:cubicBezTo>
                    <a:pt x="1645931" y="1335737"/>
                    <a:pt x="1554422" y="1416605"/>
                    <a:pt x="1469297" y="1496906"/>
                  </a:cubicBezTo>
                  <a:cubicBezTo>
                    <a:pt x="1286595" y="1668957"/>
                    <a:pt x="1118818" y="1856190"/>
                    <a:pt x="967769" y="2056602"/>
                  </a:cubicBezTo>
                  <a:cubicBezTo>
                    <a:pt x="890731" y="2159603"/>
                    <a:pt x="818800" y="2264590"/>
                    <a:pt x="754105" y="2368727"/>
                  </a:cubicBezTo>
                  <a:cubicBezTo>
                    <a:pt x="681749" y="2488328"/>
                    <a:pt x="622304" y="2596720"/>
                    <a:pt x="572364" y="2701140"/>
                  </a:cubicBezTo>
                  <a:cubicBezTo>
                    <a:pt x="557609" y="2730507"/>
                    <a:pt x="543989" y="2760443"/>
                    <a:pt x="532497" y="2786265"/>
                  </a:cubicBezTo>
                  <a:lnTo>
                    <a:pt x="512918" y="2828827"/>
                  </a:lnTo>
                  <a:lnTo>
                    <a:pt x="494475" y="2872240"/>
                  </a:lnTo>
                  <a:lnTo>
                    <a:pt x="491637" y="2878908"/>
                  </a:lnTo>
                  <a:cubicBezTo>
                    <a:pt x="480146" y="2906575"/>
                    <a:pt x="469220" y="2932821"/>
                    <a:pt x="459290" y="2959635"/>
                  </a:cubicBezTo>
                  <a:cubicBezTo>
                    <a:pt x="455176" y="2970559"/>
                    <a:pt x="451060" y="2981484"/>
                    <a:pt x="446805" y="2992408"/>
                  </a:cubicBezTo>
                  <a:cubicBezTo>
                    <a:pt x="439427" y="3012412"/>
                    <a:pt x="432333" y="3030572"/>
                    <a:pt x="426090" y="3049158"/>
                  </a:cubicBezTo>
                  <a:lnTo>
                    <a:pt x="426090" y="3049867"/>
                  </a:lnTo>
                  <a:cubicBezTo>
                    <a:pt x="383010" y="3169099"/>
                    <a:pt x="346959" y="3290756"/>
                    <a:pt x="318124" y="3414202"/>
                  </a:cubicBezTo>
                  <a:cubicBezTo>
                    <a:pt x="260107" y="3661703"/>
                    <a:pt x="230780" y="3915049"/>
                    <a:pt x="230729" y="4169260"/>
                  </a:cubicBezTo>
                  <a:cubicBezTo>
                    <a:pt x="231621" y="4295173"/>
                    <a:pt x="244398" y="4420719"/>
                    <a:pt x="268893" y="4544236"/>
                  </a:cubicBezTo>
                  <a:cubicBezTo>
                    <a:pt x="293708" y="4666304"/>
                    <a:pt x="330882" y="4785521"/>
                    <a:pt x="379840" y="4900056"/>
                  </a:cubicBezTo>
                  <a:cubicBezTo>
                    <a:pt x="387926" y="4919919"/>
                    <a:pt x="397006" y="4939498"/>
                    <a:pt x="406512" y="4960211"/>
                  </a:cubicBezTo>
                  <a:cubicBezTo>
                    <a:pt x="410343" y="4968299"/>
                    <a:pt x="414173" y="4976385"/>
                    <a:pt x="417862" y="4984613"/>
                  </a:cubicBezTo>
                  <a:lnTo>
                    <a:pt x="428077" y="5005043"/>
                  </a:lnTo>
                  <a:cubicBezTo>
                    <a:pt x="438860" y="5026751"/>
                    <a:pt x="449075" y="5047181"/>
                    <a:pt x="460140" y="5067327"/>
                  </a:cubicBezTo>
                  <a:cubicBezTo>
                    <a:pt x="485536" y="5116273"/>
                    <a:pt x="514763" y="5165789"/>
                    <a:pt x="555197" y="5229773"/>
                  </a:cubicBezTo>
                  <a:cubicBezTo>
                    <a:pt x="586836" y="5280282"/>
                    <a:pt x="620318" y="5329511"/>
                    <a:pt x="660611" y="5387396"/>
                  </a:cubicBezTo>
                  <a:cubicBezTo>
                    <a:pt x="698065" y="5440741"/>
                    <a:pt x="737223" y="5493094"/>
                    <a:pt x="774110" y="5542182"/>
                  </a:cubicBezTo>
                  <a:cubicBezTo>
                    <a:pt x="821070" y="5604324"/>
                    <a:pt x="870301" y="5667173"/>
                    <a:pt x="917829" y="5727896"/>
                  </a:cubicBezTo>
                  <a:cubicBezTo>
                    <a:pt x="949042" y="5767762"/>
                    <a:pt x="979828" y="5807063"/>
                    <a:pt x="1012885" y="5849767"/>
                  </a:cubicBezTo>
                  <a:cubicBezTo>
                    <a:pt x="1045942" y="5892471"/>
                    <a:pt x="1089497" y="5948796"/>
                    <a:pt x="1133053" y="6006822"/>
                  </a:cubicBezTo>
                  <a:cubicBezTo>
                    <a:pt x="1153624" y="6034345"/>
                    <a:pt x="1175332" y="6063998"/>
                    <a:pt x="1194343" y="6090245"/>
                  </a:cubicBezTo>
                  <a:cubicBezTo>
                    <a:pt x="1213355" y="6116491"/>
                    <a:pt x="1231372" y="6141178"/>
                    <a:pt x="1249390" y="6165155"/>
                  </a:cubicBezTo>
                  <a:cubicBezTo>
                    <a:pt x="1280461" y="6208000"/>
                    <a:pt x="1313659" y="6250847"/>
                    <a:pt x="1345724" y="6292132"/>
                  </a:cubicBezTo>
                  <a:lnTo>
                    <a:pt x="1364310" y="6316251"/>
                  </a:lnTo>
                  <a:lnTo>
                    <a:pt x="1373673" y="6327885"/>
                  </a:lnTo>
                  <a:cubicBezTo>
                    <a:pt x="1409566" y="6372433"/>
                    <a:pt x="1446738" y="6418542"/>
                    <a:pt x="1484619" y="6462240"/>
                  </a:cubicBezTo>
                  <a:cubicBezTo>
                    <a:pt x="1567899" y="6559850"/>
                    <a:pt x="1653876" y="6652211"/>
                    <a:pt x="1739000" y="6737335"/>
                  </a:cubicBezTo>
                  <a:lnTo>
                    <a:pt x="1866801" y="6858001"/>
                  </a:lnTo>
                  <a:lnTo>
                    <a:pt x="1144149" y="6858001"/>
                  </a:lnTo>
                  <a:lnTo>
                    <a:pt x="1058349" y="6766452"/>
                  </a:lnTo>
                  <a:cubicBezTo>
                    <a:pt x="878978" y="6562465"/>
                    <a:pt x="718756" y="6341104"/>
                    <a:pt x="580309" y="6105000"/>
                  </a:cubicBezTo>
                  <a:cubicBezTo>
                    <a:pt x="200401" y="5454007"/>
                    <a:pt x="146" y="4713831"/>
                    <a:pt x="1" y="3960094"/>
                  </a:cubicBezTo>
                  <a:cubicBezTo>
                    <a:pt x="-335" y="2196754"/>
                    <a:pt x="1071479" y="683605"/>
                    <a:pt x="2599292" y="3705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Freeform: Shape 16">
              <a:extLst>
                <a:ext uri="{FF2B5EF4-FFF2-40B4-BE49-F238E27FC236}">
                  <a16:creationId xmlns:a16="http://schemas.microsoft.com/office/drawing/2014/main" id="{C093DC50-3BD7-46B1-A300-CD207E152FF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305" y="-5977"/>
              <a:ext cx="6238675" cy="6858001"/>
            </a:xfrm>
            <a:custGeom>
              <a:avLst/>
              <a:gdLst>
                <a:gd name="connsiteX0" fmla="*/ 6264586 w 6264586"/>
                <a:gd name="connsiteY0" fmla="*/ 6646464 h 6858001"/>
                <a:gd name="connsiteX1" fmla="*/ 6264586 w 6264586"/>
                <a:gd name="connsiteY1" fmla="*/ 6858001 h 6858001"/>
                <a:gd name="connsiteX2" fmla="*/ 5997170 w 6264586"/>
                <a:gd name="connsiteY2" fmla="*/ 6858001 h 6858001"/>
                <a:gd name="connsiteX3" fmla="*/ 6121512 w 6264586"/>
                <a:gd name="connsiteY3" fmla="*/ 6761029 h 6858001"/>
                <a:gd name="connsiteX4" fmla="*/ 2693206 w 6264586"/>
                <a:gd name="connsiteY4" fmla="*/ 0 h 6858001"/>
                <a:gd name="connsiteX5" fmla="*/ 5872285 w 6264586"/>
                <a:gd name="connsiteY5" fmla="*/ 0 h 6858001"/>
                <a:gd name="connsiteX6" fmla="*/ 6024875 w 6264586"/>
                <a:gd name="connsiteY6" fmla="*/ 68385 h 6858001"/>
                <a:gd name="connsiteX7" fmla="*/ 6206432 w 6264586"/>
                <a:gd name="connsiteY7" fmla="*/ 162336 h 6858001"/>
                <a:gd name="connsiteX8" fmla="*/ 6264586 w 6264586"/>
                <a:gd name="connsiteY8" fmla="*/ 196704 h 6858001"/>
                <a:gd name="connsiteX9" fmla="*/ 6264586 w 6264586"/>
                <a:gd name="connsiteY9" fmla="*/ 537242 h 6858001"/>
                <a:gd name="connsiteX10" fmla="*/ 6230189 w 6264586"/>
                <a:gd name="connsiteY10" fmla="*/ 517260 h 6858001"/>
                <a:gd name="connsiteX11" fmla="*/ 5540536 w 6264586"/>
                <a:gd name="connsiteY11" fmla="*/ 249543 h 6858001"/>
                <a:gd name="connsiteX12" fmla="*/ 5178896 w 6264586"/>
                <a:gd name="connsiteY12" fmla="*/ 178606 h 6858001"/>
                <a:gd name="connsiteX13" fmla="*/ 4814279 w 6264586"/>
                <a:gd name="connsiteY13" fmla="*/ 146683 h 6858001"/>
                <a:gd name="connsiteX14" fmla="*/ 4655095 w 6264586"/>
                <a:gd name="connsiteY14" fmla="*/ 143421 h 6858001"/>
                <a:gd name="connsiteX15" fmla="*/ 4081069 w 6264586"/>
                <a:gd name="connsiteY15" fmla="*/ 185983 h 6858001"/>
                <a:gd name="connsiteX16" fmla="*/ 3720566 w 6264586"/>
                <a:gd name="connsiteY16" fmla="*/ 256921 h 6858001"/>
                <a:gd name="connsiteX17" fmla="*/ 3365879 w 6264586"/>
                <a:gd name="connsiteY17" fmla="*/ 357651 h 6858001"/>
                <a:gd name="connsiteX18" fmla="*/ 3020555 w 6264586"/>
                <a:gd name="connsiteY18" fmla="*/ 486190 h 6858001"/>
                <a:gd name="connsiteX19" fmla="*/ 2685163 w 6264586"/>
                <a:gd name="connsiteY19" fmla="*/ 641542 h 6858001"/>
                <a:gd name="connsiteX20" fmla="*/ 2047720 w 6264586"/>
                <a:gd name="connsiteY20" fmla="*/ 1025030 h 6858001"/>
                <a:gd name="connsiteX21" fmla="*/ 1897333 w 6264586"/>
                <a:gd name="connsiteY21" fmla="*/ 1134983 h 6858001"/>
                <a:gd name="connsiteX22" fmla="*/ 1835758 w 6264586"/>
                <a:gd name="connsiteY22" fmla="*/ 1182227 h 6858001"/>
                <a:gd name="connsiteX23" fmla="*/ 1823273 w 6264586"/>
                <a:gd name="connsiteY23" fmla="*/ 1192016 h 6858001"/>
                <a:gd name="connsiteX24" fmla="*/ 1750918 w 6264586"/>
                <a:gd name="connsiteY24" fmla="*/ 1249760 h 6858001"/>
                <a:gd name="connsiteX25" fmla="*/ 1469297 w 6264586"/>
                <a:gd name="connsiteY25" fmla="*/ 1496906 h 6858001"/>
                <a:gd name="connsiteX26" fmla="*/ 967769 w 6264586"/>
                <a:gd name="connsiteY26" fmla="*/ 2056602 h 6858001"/>
                <a:gd name="connsiteX27" fmla="*/ 754105 w 6264586"/>
                <a:gd name="connsiteY27" fmla="*/ 2368727 h 6858001"/>
                <a:gd name="connsiteX28" fmla="*/ 572364 w 6264586"/>
                <a:gd name="connsiteY28" fmla="*/ 2701140 h 6858001"/>
                <a:gd name="connsiteX29" fmla="*/ 532497 w 6264586"/>
                <a:gd name="connsiteY29" fmla="*/ 2786265 h 6858001"/>
                <a:gd name="connsiteX30" fmla="*/ 512918 w 6264586"/>
                <a:gd name="connsiteY30" fmla="*/ 2828827 h 6858001"/>
                <a:gd name="connsiteX31" fmla="*/ 494475 w 6264586"/>
                <a:gd name="connsiteY31" fmla="*/ 2872240 h 6858001"/>
                <a:gd name="connsiteX32" fmla="*/ 491637 w 6264586"/>
                <a:gd name="connsiteY32" fmla="*/ 2878908 h 6858001"/>
                <a:gd name="connsiteX33" fmla="*/ 459290 w 6264586"/>
                <a:gd name="connsiteY33" fmla="*/ 2959635 h 6858001"/>
                <a:gd name="connsiteX34" fmla="*/ 446805 w 6264586"/>
                <a:gd name="connsiteY34" fmla="*/ 2992408 h 6858001"/>
                <a:gd name="connsiteX35" fmla="*/ 426090 w 6264586"/>
                <a:gd name="connsiteY35" fmla="*/ 3049158 h 6858001"/>
                <a:gd name="connsiteX36" fmla="*/ 426090 w 6264586"/>
                <a:gd name="connsiteY36" fmla="*/ 3049867 h 6858001"/>
                <a:gd name="connsiteX37" fmla="*/ 318124 w 6264586"/>
                <a:gd name="connsiteY37" fmla="*/ 3414202 h 6858001"/>
                <a:gd name="connsiteX38" fmla="*/ 230729 w 6264586"/>
                <a:gd name="connsiteY38" fmla="*/ 4169260 h 6858001"/>
                <a:gd name="connsiteX39" fmla="*/ 268893 w 6264586"/>
                <a:gd name="connsiteY39" fmla="*/ 4544236 h 6858001"/>
                <a:gd name="connsiteX40" fmla="*/ 379840 w 6264586"/>
                <a:gd name="connsiteY40" fmla="*/ 4900056 h 6858001"/>
                <a:gd name="connsiteX41" fmla="*/ 406512 w 6264586"/>
                <a:gd name="connsiteY41" fmla="*/ 4960211 h 6858001"/>
                <a:gd name="connsiteX42" fmla="*/ 417862 w 6264586"/>
                <a:gd name="connsiteY42" fmla="*/ 4984613 h 6858001"/>
                <a:gd name="connsiteX43" fmla="*/ 428077 w 6264586"/>
                <a:gd name="connsiteY43" fmla="*/ 5005043 h 6858001"/>
                <a:gd name="connsiteX44" fmla="*/ 460140 w 6264586"/>
                <a:gd name="connsiteY44" fmla="*/ 5067327 h 6858001"/>
                <a:gd name="connsiteX45" fmla="*/ 555197 w 6264586"/>
                <a:gd name="connsiteY45" fmla="*/ 5229773 h 6858001"/>
                <a:gd name="connsiteX46" fmla="*/ 660611 w 6264586"/>
                <a:gd name="connsiteY46" fmla="*/ 5387396 h 6858001"/>
                <a:gd name="connsiteX47" fmla="*/ 774110 w 6264586"/>
                <a:gd name="connsiteY47" fmla="*/ 5542182 h 6858001"/>
                <a:gd name="connsiteX48" fmla="*/ 917829 w 6264586"/>
                <a:gd name="connsiteY48" fmla="*/ 5727896 h 6858001"/>
                <a:gd name="connsiteX49" fmla="*/ 1012885 w 6264586"/>
                <a:gd name="connsiteY49" fmla="*/ 5849767 h 6858001"/>
                <a:gd name="connsiteX50" fmla="*/ 1133053 w 6264586"/>
                <a:gd name="connsiteY50" fmla="*/ 6006822 h 6858001"/>
                <a:gd name="connsiteX51" fmla="*/ 1194343 w 6264586"/>
                <a:gd name="connsiteY51" fmla="*/ 6090245 h 6858001"/>
                <a:gd name="connsiteX52" fmla="*/ 1249390 w 6264586"/>
                <a:gd name="connsiteY52" fmla="*/ 6165155 h 6858001"/>
                <a:gd name="connsiteX53" fmla="*/ 1345724 w 6264586"/>
                <a:gd name="connsiteY53" fmla="*/ 6292132 h 6858001"/>
                <a:gd name="connsiteX54" fmla="*/ 1364310 w 6264586"/>
                <a:gd name="connsiteY54" fmla="*/ 6316251 h 6858001"/>
                <a:gd name="connsiteX55" fmla="*/ 1373673 w 6264586"/>
                <a:gd name="connsiteY55" fmla="*/ 6327885 h 6858001"/>
                <a:gd name="connsiteX56" fmla="*/ 1484619 w 6264586"/>
                <a:gd name="connsiteY56" fmla="*/ 6462240 h 6858001"/>
                <a:gd name="connsiteX57" fmla="*/ 1739000 w 6264586"/>
                <a:gd name="connsiteY57" fmla="*/ 6737335 h 6858001"/>
                <a:gd name="connsiteX58" fmla="*/ 1866801 w 6264586"/>
                <a:gd name="connsiteY58" fmla="*/ 6858001 h 6858001"/>
                <a:gd name="connsiteX59" fmla="*/ 1144149 w 6264586"/>
                <a:gd name="connsiteY59" fmla="*/ 6858001 h 6858001"/>
                <a:gd name="connsiteX60" fmla="*/ 1058349 w 6264586"/>
                <a:gd name="connsiteY60" fmla="*/ 6766452 h 6858001"/>
                <a:gd name="connsiteX61" fmla="*/ 580309 w 6264586"/>
                <a:gd name="connsiteY61" fmla="*/ 6105000 h 6858001"/>
                <a:gd name="connsiteX62" fmla="*/ 1 w 6264586"/>
                <a:gd name="connsiteY62" fmla="*/ 3960094 h 6858001"/>
                <a:gd name="connsiteX63" fmla="*/ 2599292 w 6264586"/>
                <a:gd name="connsiteY63" fmla="*/ 37050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6264586" h="6858001">
                  <a:moveTo>
                    <a:pt x="6264586" y="6646464"/>
                  </a:moveTo>
                  <a:lnTo>
                    <a:pt x="6264586" y="6858001"/>
                  </a:lnTo>
                  <a:lnTo>
                    <a:pt x="5997170" y="6858001"/>
                  </a:lnTo>
                  <a:lnTo>
                    <a:pt x="6121512" y="6761029"/>
                  </a:lnTo>
                  <a:close/>
                  <a:moveTo>
                    <a:pt x="2693206" y="0"/>
                  </a:moveTo>
                  <a:lnTo>
                    <a:pt x="5872285" y="0"/>
                  </a:lnTo>
                  <a:lnTo>
                    <a:pt x="6024875" y="68385"/>
                  </a:lnTo>
                  <a:cubicBezTo>
                    <a:pt x="6086250" y="97989"/>
                    <a:pt x="6146793" y="129318"/>
                    <a:pt x="6206432" y="162336"/>
                  </a:cubicBezTo>
                  <a:lnTo>
                    <a:pt x="6264586" y="196704"/>
                  </a:lnTo>
                  <a:lnTo>
                    <a:pt x="6264586" y="537242"/>
                  </a:lnTo>
                  <a:lnTo>
                    <a:pt x="6230189" y="517260"/>
                  </a:lnTo>
                  <a:cubicBezTo>
                    <a:pt x="6012226" y="399931"/>
                    <a:pt x="5780573" y="310008"/>
                    <a:pt x="5540536" y="249543"/>
                  </a:cubicBezTo>
                  <a:cubicBezTo>
                    <a:pt x="5421375" y="219324"/>
                    <a:pt x="5300641" y="195644"/>
                    <a:pt x="5178896" y="178606"/>
                  </a:cubicBezTo>
                  <a:cubicBezTo>
                    <a:pt x="5057977" y="161840"/>
                    <a:pt x="4936276" y="151186"/>
                    <a:pt x="4814279" y="146683"/>
                  </a:cubicBezTo>
                  <a:cubicBezTo>
                    <a:pt x="4761501" y="144556"/>
                    <a:pt x="4708015" y="143421"/>
                    <a:pt x="4655095" y="143421"/>
                  </a:cubicBezTo>
                  <a:cubicBezTo>
                    <a:pt x="4462968" y="143573"/>
                    <a:pt x="4271111" y="157799"/>
                    <a:pt x="4081069" y="185983"/>
                  </a:cubicBezTo>
                  <a:cubicBezTo>
                    <a:pt x="3956361" y="205703"/>
                    <a:pt x="3835058" y="229396"/>
                    <a:pt x="3720566" y="256921"/>
                  </a:cubicBezTo>
                  <a:cubicBezTo>
                    <a:pt x="3596708" y="286714"/>
                    <a:pt x="3477677" y="320905"/>
                    <a:pt x="3365879" y="357651"/>
                  </a:cubicBezTo>
                  <a:cubicBezTo>
                    <a:pt x="3249257" y="395958"/>
                    <a:pt x="3133487" y="438945"/>
                    <a:pt x="3020555" y="486190"/>
                  </a:cubicBezTo>
                  <a:cubicBezTo>
                    <a:pt x="2907623" y="533434"/>
                    <a:pt x="2794832" y="585786"/>
                    <a:pt x="2685163" y="641542"/>
                  </a:cubicBezTo>
                  <a:cubicBezTo>
                    <a:pt x="2463995" y="754348"/>
                    <a:pt x="2250998" y="882488"/>
                    <a:pt x="2047720" y="1025030"/>
                  </a:cubicBezTo>
                  <a:cubicBezTo>
                    <a:pt x="2006151" y="1054399"/>
                    <a:pt x="1951528" y="1093415"/>
                    <a:pt x="1897333" y="1134983"/>
                  </a:cubicBezTo>
                  <a:cubicBezTo>
                    <a:pt x="1876761" y="1150164"/>
                    <a:pt x="1855905" y="1166479"/>
                    <a:pt x="1835758" y="1182227"/>
                  </a:cubicBezTo>
                  <a:lnTo>
                    <a:pt x="1823273" y="1192016"/>
                  </a:lnTo>
                  <a:cubicBezTo>
                    <a:pt x="1797027" y="1211879"/>
                    <a:pt x="1772057" y="1232309"/>
                    <a:pt x="1750918" y="1249760"/>
                  </a:cubicBezTo>
                  <a:cubicBezTo>
                    <a:pt x="1645931" y="1335737"/>
                    <a:pt x="1554422" y="1416605"/>
                    <a:pt x="1469297" y="1496906"/>
                  </a:cubicBezTo>
                  <a:cubicBezTo>
                    <a:pt x="1286595" y="1668957"/>
                    <a:pt x="1118818" y="1856190"/>
                    <a:pt x="967769" y="2056602"/>
                  </a:cubicBezTo>
                  <a:cubicBezTo>
                    <a:pt x="890731" y="2159603"/>
                    <a:pt x="818800" y="2264590"/>
                    <a:pt x="754105" y="2368727"/>
                  </a:cubicBezTo>
                  <a:cubicBezTo>
                    <a:pt x="681749" y="2488328"/>
                    <a:pt x="622304" y="2596720"/>
                    <a:pt x="572364" y="2701140"/>
                  </a:cubicBezTo>
                  <a:cubicBezTo>
                    <a:pt x="557609" y="2730507"/>
                    <a:pt x="543989" y="2760443"/>
                    <a:pt x="532497" y="2786265"/>
                  </a:cubicBezTo>
                  <a:lnTo>
                    <a:pt x="512918" y="2828827"/>
                  </a:lnTo>
                  <a:lnTo>
                    <a:pt x="494475" y="2872240"/>
                  </a:lnTo>
                  <a:lnTo>
                    <a:pt x="491637" y="2878908"/>
                  </a:lnTo>
                  <a:cubicBezTo>
                    <a:pt x="480146" y="2906575"/>
                    <a:pt x="469220" y="2932821"/>
                    <a:pt x="459290" y="2959635"/>
                  </a:cubicBezTo>
                  <a:cubicBezTo>
                    <a:pt x="455176" y="2970559"/>
                    <a:pt x="451060" y="2981484"/>
                    <a:pt x="446805" y="2992408"/>
                  </a:cubicBezTo>
                  <a:cubicBezTo>
                    <a:pt x="439427" y="3012412"/>
                    <a:pt x="432333" y="3030572"/>
                    <a:pt x="426090" y="3049158"/>
                  </a:cubicBezTo>
                  <a:lnTo>
                    <a:pt x="426090" y="3049867"/>
                  </a:lnTo>
                  <a:cubicBezTo>
                    <a:pt x="383010" y="3169099"/>
                    <a:pt x="346959" y="3290756"/>
                    <a:pt x="318124" y="3414202"/>
                  </a:cubicBezTo>
                  <a:cubicBezTo>
                    <a:pt x="260107" y="3661703"/>
                    <a:pt x="230780" y="3915049"/>
                    <a:pt x="230729" y="4169260"/>
                  </a:cubicBezTo>
                  <a:cubicBezTo>
                    <a:pt x="231621" y="4295173"/>
                    <a:pt x="244398" y="4420719"/>
                    <a:pt x="268893" y="4544236"/>
                  </a:cubicBezTo>
                  <a:cubicBezTo>
                    <a:pt x="293708" y="4666304"/>
                    <a:pt x="330882" y="4785521"/>
                    <a:pt x="379840" y="4900056"/>
                  </a:cubicBezTo>
                  <a:cubicBezTo>
                    <a:pt x="387926" y="4919919"/>
                    <a:pt x="397006" y="4939498"/>
                    <a:pt x="406512" y="4960211"/>
                  </a:cubicBezTo>
                  <a:cubicBezTo>
                    <a:pt x="410343" y="4968299"/>
                    <a:pt x="414173" y="4976385"/>
                    <a:pt x="417862" y="4984613"/>
                  </a:cubicBezTo>
                  <a:lnTo>
                    <a:pt x="428077" y="5005043"/>
                  </a:lnTo>
                  <a:cubicBezTo>
                    <a:pt x="438860" y="5026751"/>
                    <a:pt x="449075" y="5047181"/>
                    <a:pt x="460140" y="5067327"/>
                  </a:cubicBezTo>
                  <a:cubicBezTo>
                    <a:pt x="485536" y="5116273"/>
                    <a:pt x="514763" y="5165789"/>
                    <a:pt x="555197" y="5229773"/>
                  </a:cubicBezTo>
                  <a:cubicBezTo>
                    <a:pt x="586836" y="5280282"/>
                    <a:pt x="620318" y="5329511"/>
                    <a:pt x="660611" y="5387396"/>
                  </a:cubicBezTo>
                  <a:cubicBezTo>
                    <a:pt x="698065" y="5440741"/>
                    <a:pt x="737223" y="5493094"/>
                    <a:pt x="774110" y="5542182"/>
                  </a:cubicBezTo>
                  <a:cubicBezTo>
                    <a:pt x="821070" y="5604324"/>
                    <a:pt x="870301" y="5667173"/>
                    <a:pt x="917829" y="5727896"/>
                  </a:cubicBezTo>
                  <a:cubicBezTo>
                    <a:pt x="949042" y="5767762"/>
                    <a:pt x="979828" y="5807063"/>
                    <a:pt x="1012885" y="5849767"/>
                  </a:cubicBezTo>
                  <a:cubicBezTo>
                    <a:pt x="1045942" y="5892471"/>
                    <a:pt x="1089497" y="5948796"/>
                    <a:pt x="1133053" y="6006822"/>
                  </a:cubicBezTo>
                  <a:cubicBezTo>
                    <a:pt x="1153624" y="6034345"/>
                    <a:pt x="1175332" y="6063998"/>
                    <a:pt x="1194343" y="6090245"/>
                  </a:cubicBezTo>
                  <a:cubicBezTo>
                    <a:pt x="1213355" y="6116491"/>
                    <a:pt x="1231372" y="6141178"/>
                    <a:pt x="1249390" y="6165155"/>
                  </a:cubicBezTo>
                  <a:cubicBezTo>
                    <a:pt x="1280461" y="6208000"/>
                    <a:pt x="1313659" y="6250847"/>
                    <a:pt x="1345724" y="6292132"/>
                  </a:cubicBezTo>
                  <a:lnTo>
                    <a:pt x="1364310" y="6316251"/>
                  </a:lnTo>
                  <a:lnTo>
                    <a:pt x="1373673" y="6327885"/>
                  </a:lnTo>
                  <a:cubicBezTo>
                    <a:pt x="1409566" y="6372433"/>
                    <a:pt x="1446738" y="6418542"/>
                    <a:pt x="1484619" y="6462240"/>
                  </a:cubicBezTo>
                  <a:cubicBezTo>
                    <a:pt x="1567899" y="6559850"/>
                    <a:pt x="1653876" y="6652211"/>
                    <a:pt x="1739000" y="6737335"/>
                  </a:cubicBezTo>
                  <a:lnTo>
                    <a:pt x="1866801" y="6858001"/>
                  </a:lnTo>
                  <a:lnTo>
                    <a:pt x="1144149" y="6858001"/>
                  </a:lnTo>
                  <a:lnTo>
                    <a:pt x="1058349" y="6766452"/>
                  </a:lnTo>
                  <a:cubicBezTo>
                    <a:pt x="878978" y="6562465"/>
                    <a:pt x="718756" y="6341104"/>
                    <a:pt x="580309" y="6105000"/>
                  </a:cubicBezTo>
                  <a:cubicBezTo>
                    <a:pt x="200401" y="5454007"/>
                    <a:pt x="146" y="4713831"/>
                    <a:pt x="1" y="3960094"/>
                  </a:cubicBezTo>
                  <a:cubicBezTo>
                    <a:pt x="-335" y="2196754"/>
                    <a:pt x="1071479" y="683605"/>
                    <a:pt x="2599292" y="3705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40</TotalTime>
  <Words>252</Words>
  <Application>Microsoft Office PowerPoint</Application>
  <PresentationFormat>On-screen Show (4:3)</PresentationFormat>
  <Paragraphs>36</Paragraphs>
  <Slides>16</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AWS Project: S3 Event Notifications with SNS</vt:lpstr>
      <vt:lpstr>Objective / Scope</vt:lpstr>
      <vt:lpstr>Services Integrated</vt:lpstr>
      <vt:lpstr>Steps Performed</vt:lpstr>
      <vt:lpstr>Screenshot: project output </vt:lpstr>
      <vt:lpstr>Screenshot: project output</vt:lpstr>
      <vt:lpstr>Screenshot: project output </vt:lpstr>
      <vt:lpstr>Screenshot: project output </vt:lpstr>
      <vt:lpstr>Screenshot: project output5</vt:lpstr>
      <vt:lpstr>Screenshot: project output </vt:lpstr>
      <vt:lpstr>Screenshot: project output 7</vt:lpstr>
      <vt:lpstr>Screenshot: project output 8.png</vt:lpstr>
      <vt:lpstr>Screenshot: project output</vt:lpstr>
      <vt:lpstr>Challenges Faced</vt:lpstr>
      <vt:lpstr>Output Verification</vt:lpstr>
      <vt:lpstr>Thank You</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Sphoorthy Pallempati</cp:lastModifiedBy>
  <cp:revision>2</cp:revision>
  <dcterms:created xsi:type="dcterms:W3CDTF">2013-01-27T09:14:16Z</dcterms:created>
  <dcterms:modified xsi:type="dcterms:W3CDTF">2026-01-11T13:42:51Z</dcterms:modified>
  <cp:category/>
</cp:coreProperties>
</file>